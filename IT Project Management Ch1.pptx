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6"/>
  </p:notesMasterIdLst>
  <p:handoutMasterIdLst>
    <p:handoutMasterId r:id="rId107"/>
  </p:handoutMasterIdLst>
  <p:sldIdLst>
    <p:sldId id="309" r:id="rId5"/>
    <p:sldId id="382" r:id="rId6"/>
    <p:sldId id="310" r:id="rId7"/>
    <p:sldId id="311" r:id="rId8"/>
    <p:sldId id="312" r:id="rId9"/>
    <p:sldId id="313" r:id="rId10"/>
    <p:sldId id="317" r:id="rId11"/>
    <p:sldId id="314" r:id="rId12"/>
    <p:sldId id="315" r:id="rId13"/>
    <p:sldId id="327" r:id="rId14"/>
    <p:sldId id="328" r:id="rId15"/>
    <p:sldId id="343" r:id="rId16"/>
    <p:sldId id="344" r:id="rId17"/>
    <p:sldId id="345" r:id="rId18"/>
    <p:sldId id="346" r:id="rId19"/>
    <p:sldId id="347" r:id="rId20"/>
    <p:sldId id="348" r:id="rId21"/>
    <p:sldId id="388" r:id="rId22"/>
    <p:sldId id="389" r:id="rId23"/>
    <p:sldId id="349" r:id="rId24"/>
    <p:sldId id="426" r:id="rId25"/>
    <p:sldId id="350" r:id="rId26"/>
    <p:sldId id="419" r:id="rId27"/>
    <p:sldId id="420" r:id="rId28"/>
    <p:sldId id="421" r:id="rId29"/>
    <p:sldId id="390" r:id="rId30"/>
    <p:sldId id="391" r:id="rId31"/>
    <p:sldId id="392" r:id="rId32"/>
    <p:sldId id="318" r:id="rId33"/>
    <p:sldId id="319" r:id="rId34"/>
    <p:sldId id="338" r:id="rId35"/>
    <p:sldId id="322" r:id="rId36"/>
    <p:sldId id="339" r:id="rId37"/>
    <p:sldId id="393" r:id="rId38"/>
    <p:sldId id="394" r:id="rId39"/>
    <p:sldId id="340" r:id="rId40"/>
    <p:sldId id="323" r:id="rId41"/>
    <p:sldId id="324" r:id="rId42"/>
    <p:sldId id="325" r:id="rId43"/>
    <p:sldId id="326" r:id="rId44"/>
    <p:sldId id="341" r:id="rId45"/>
    <p:sldId id="342" r:id="rId46"/>
    <p:sldId id="395" r:id="rId47"/>
    <p:sldId id="396" r:id="rId48"/>
    <p:sldId id="418" r:id="rId49"/>
    <p:sldId id="356" r:id="rId50"/>
    <p:sldId id="357" r:id="rId51"/>
    <p:sldId id="422" r:id="rId52"/>
    <p:sldId id="423" r:id="rId53"/>
    <p:sldId id="424" r:id="rId54"/>
    <p:sldId id="397" r:id="rId55"/>
    <p:sldId id="398" r:id="rId56"/>
    <p:sldId id="358" r:id="rId57"/>
    <p:sldId id="359" r:id="rId58"/>
    <p:sldId id="399" r:id="rId59"/>
    <p:sldId id="400" r:id="rId60"/>
    <p:sldId id="401" r:id="rId61"/>
    <p:sldId id="360" r:id="rId62"/>
    <p:sldId id="362" r:id="rId63"/>
    <p:sldId id="363" r:id="rId64"/>
    <p:sldId id="361" r:id="rId65"/>
    <p:sldId id="364" r:id="rId66"/>
    <p:sldId id="365" r:id="rId67"/>
    <p:sldId id="366" r:id="rId68"/>
    <p:sldId id="367" r:id="rId69"/>
    <p:sldId id="368" r:id="rId70"/>
    <p:sldId id="369" r:id="rId71"/>
    <p:sldId id="370" r:id="rId72"/>
    <p:sldId id="371" r:id="rId73"/>
    <p:sldId id="372" r:id="rId74"/>
    <p:sldId id="373" r:id="rId75"/>
    <p:sldId id="374" r:id="rId76"/>
    <p:sldId id="383" r:id="rId77"/>
    <p:sldId id="384" r:id="rId78"/>
    <p:sldId id="385" r:id="rId79"/>
    <p:sldId id="375" r:id="rId80"/>
    <p:sldId id="403" r:id="rId81"/>
    <p:sldId id="404" r:id="rId82"/>
    <p:sldId id="405" r:id="rId83"/>
    <p:sldId id="406" r:id="rId84"/>
    <p:sldId id="407" r:id="rId85"/>
    <p:sldId id="376" r:id="rId86"/>
    <p:sldId id="408" r:id="rId87"/>
    <p:sldId id="409" r:id="rId88"/>
    <p:sldId id="410" r:id="rId89"/>
    <p:sldId id="411" r:id="rId90"/>
    <p:sldId id="412" r:id="rId91"/>
    <p:sldId id="413" r:id="rId92"/>
    <p:sldId id="377" r:id="rId93"/>
    <p:sldId id="378" r:id="rId94"/>
    <p:sldId id="379" r:id="rId95"/>
    <p:sldId id="414" r:id="rId96"/>
    <p:sldId id="415" r:id="rId97"/>
    <p:sldId id="416" r:id="rId98"/>
    <p:sldId id="417" r:id="rId99"/>
    <p:sldId id="380" r:id="rId100"/>
    <p:sldId id="381" r:id="rId101"/>
    <p:sldId id="386" r:id="rId102"/>
    <p:sldId id="387" r:id="rId103"/>
    <p:sldId id="402" r:id="rId104"/>
    <p:sldId id="425"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39F733-7C09-4FDE-B7EF-27B2D2BFDDC2}" v="108" dt="2025-07-16T05:20:46.253"/>
  </p1510:revLst>
</p1510:revInfo>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67487" autoAdjust="0"/>
  </p:normalViewPr>
  <p:slideViewPr>
    <p:cSldViewPr snapToGrid="0">
      <p:cViewPr varScale="1">
        <p:scale>
          <a:sx n="74" d="100"/>
          <a:sy n="74" d="100"/>
        </p:scale>
        <p:origin x="260" y="56"/>
      </p:cViewPr>
      <p:guideLst/>
    </p:cSldViewPr>
  </p:slideViewPr>
  <p:notesTextViewPr>
    <p:cViewPr>
      <p:scale>
        <a:sx n="1" d="1"/>
        <a:sy n="1" d="1"/>
      </p:scale>
      <p:origin x="0" y="0"/>
    </p:cViewPr>
  </p:notesTextViewPr>
  <p:notesViewPr>
    <p:cSldViewPr snapToGrid="0">
      <p:cViewPr varScale="1">
        <p:scale>
          <a:sx n="60" d="100"/>
          <a:sy n="60" d="100"/>
        </p:scale>
        <p:origin x="1670"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microsoft.com/office/2016/11/relationships/changesInfo" Target="changesInfos/changesInfo1.xml"/><Relationship Id="rId16" Type="http://schemas.openxmlformats.org/officeDocument/2006/relationships/slide" Target="slides/slide12.xml"/><Relationship Id="rId107" Type="http://schemas.openxmlformats.org/officeDocument/2006/relationships/handoutMaster" Target="handoutMasters/handoutMaster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microsoft.com/office/2015/10/relationships/revisionInfo" Target="revisionInfo.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presProps" Target="pres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viewProps" Target="viewProp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endra Kc" userId="880eb05b-cc72-4250-920b-6630e35cf82c" providerId="ADAL" clId="{7E39F733-7C09-4FDE-B7EF-27B2D2BFDDC2}"/>
    <pc:docChg chg="undo custSel addSld delSld modSld sldOrd">
      <pc:chgData name="Surendra Kc" userId="880eb05b-cc72-4250-920b-6630e35cf82c" providerId="ADAL" clId="{7E39F733-7C09-4FDE-B7EF-27B2D2BFDDC2}" dt="2025-07-16T12:13:13.936" v="905" actId="47"/>
      <pc:docMkLst>
        <pc:docMk/>
      </pc:docMkLst>
      <pc:sldChg chg="del">
        <pc:chgData name="Surendra Kc" userId="880eb05b-cc72-4250-920b-6630e35cf82c" providerId="ADAL" clId="{7E39F733-7C09-4FDE-B7EF-27B2D2BFDDC2}" dt="2025-07-13T02:23:12.977" v="218" actId="2696"/>
        <pc:sldMkLst>
          <pc:docMk/>
          <pc:sldMk cId="1604330846" sldId="317"/>
        </pc:sldMkLst>
      </pc:sldChg>
      <pc:sldChg chg="add setBg">
        <pc:chgData name="Surendra Kc" userId="880eb05b-cc72-4250-920b-6630e35cf82c" providerId="ADAL" clId="{7E39F733-7C09-4FDE-B7EF-27B2D2BFDDC2}" dt="2025-07-13T02:23:18.799" v="219"/>
        <pc:sldMkLst>
          <pc:docMk/>
          <pc:sldMk cId="2859801085" sldId="317"/>
        </pc:sldMkLst>
      </pc:sldChg>
      <pc:sldChg chg="del">
        <pc:chgData name="Surendra Kc" userId="880eb05b-cc72-4250-920b-6630e35cf82c" providerId="ADAL" clId="{7E39F733-7C09-4FDE-B7EF-27B2D2BFDDC2}" dt="2025-07-13T02:23:31.160" v="220" actId="47"/>
        <pc:sldMkLst>
          <pc:docMk/>
          <pc:sldMk cId="651004991" sldId="320"/>
        </pc:sldMkLst>
      </pc:sldChg>
      <pc:sldChg chg="del">
        <pc:chgData name="Surendra Kc" userId="880eb05b-cc72-4250-920b-6630e35cf82c" providerId="ADAL" clId="{7E39F733-7C09-4FDE-B7EF-27B2D2BFDDC2}" dt="2025-07-13T02:23:32.474" v="221" actId="47"/>
        <pc:sldMkLst>
          <pc:docMk/>
          <pc:sldMk cId="482678637" sldId="321"/>
        </pc:sldMkLst>
      </pc:sldChg>
      <pc:sldChg chg="add setBg">
        <pc:chgData name="Surendra Kc" userId="880eb05b-cc72-4250-920b-6630e35cf82c" providerId="ADAL" clId="{7E39F733-7C09-4FDE-B7EF-27B2D2BFDDC2}" dt="2025-07-16T04:39:11.929" v="410"/>
        <pc:sldMkLst>
          <pc:docMk/>
          <pc:sldMk cId="315296113" sldId="327"/>
        </pc:sldMkLst>
      </pc:sldChg>
      <pc:sldChg chg="del">
        <pc:chgData name="Surendra Kc" userId="880eb05b-cc72-4250-920b-6630e35cf82c" providerId="ADAL" clId="{7E39F733-7C09-4FDE-B7EF-27B2D2BFDDC2}" dt="2025-07-16T04:39:05.847" v="409" actId="2696"/>
        <pc:sldMkLst>
          <pc:docMk/>
          <pc:sldMk cId="400842644" sldId="327"/>
        </pc:sldMkLst>
      </pc:sldChg>
      <pc:sldChg chg="del">
        <pc:chgData name="Surendra Kc" userId="880eb05b-cc72-4250-920b-6630e35cf82c" providerId="ADAL" clId="{7E39F733-7C09-4FDE-B7EF-27B2D2BFDDC2}" dt="2025-07-16T04:39:05.847" v="409" actId="2696"/>
        <pc:sldMkLst>
          <pc:docMk/>
          <pc:sldMk cId="124082381" sldId="328"/>
        </pc:sldMkLst>
      </pc:sldChg>
      <pc:sldChg chg="add setBg">
        <pc:chgData name="Surendra Kc" userId="880eb05b-cc72-4250-920b-6630e35cf82c" providerId="ADAL" clId="{7E39F733-7C09-4FDE-B7EF-27B2D2BFDDC2}" dt="2025-07-16T04:39:11.929" v="410"/>
        <pc:sldMkLst>
          <pc:docMk/>
          <pc:sldMk cId="4117617340" sldId="328"/>
        </pc:sldMkLst>
      </pc:sldChg>
      <pc:sldChg chg="addSp modSp mod setBg">
        <pc:chgData name="Surendra Kc" userId="880eb05b-cc72-4250-920b-6630e35cf82c" providerId="ADAL" clId="{7E39F733-7C09-4FDE-B7EF-27B2D2BFDDC2}" dt="2025-07-11T11:40:22.404" v="44" actId="26606"/>
        <pc:sldMkLst>
          <pc:docMk/>
          <pc:sldMk cId="2885063670" sldId="338"/>
        </pc:sldMkLst>
        <pc:spChg chg="mod">
          <ac:chgData name="Surendra Kc" userId="880eb05b-cc72-4250-920b-6630e35cf82c" providerId="ADAL" clId="{7E39F733-7C09-4FDE-B7EF-27B2D2BFDDC2}" dt="2025-07-11T11:40:22.404" v="44" actId="26606"/>
          <ac:spMkLst>
            <pc:docMk/>
            <pc:sldMk cId="2885063670" sldId="338"/>
            <ac:spMk id="2" creationId="{13108055-2E16-7246-B0F3-BEB4E1E57C4C}"/>
          </ac:spMkLst>
        </pc:spChg>
        <pc:spChg chg="mod">
          <ac:chgData name="Surendra Kc" userId="880eb05b-cc72-4250-920b-6630e35cf82c" providerId="ADAL" clId="{7E39F733-7C09-4FDE-B7EF-27B2D2BFDDC2}" dt="2025-07-11T11:40:22.404" v="44" actId="26606"/>
          <ac:spMkLst>
            <pc:docMk/>
            <pc:sldMk cId="2885063670" sldId="338"/>
            <ac:spMk id="3" creationId="{48E82E6C-DD50-8014-B606-FC943207960E}"/>
          </ac:spMkLst>
        </pc:spChg>
        <pc:spChg chg="add">
          <ac:chgData name="Surendra Kc" userId="880eb05b-cc72-4250-920b-6630e35cf82c" providerId="ADAL" clId="{7E39F733-7C09-4FDE-B7EF-27B2D2BFDDC2}" dt="2025-07-11T11:40:22.404" v="44" actId="26606"/>
          <ac:spMkLst>
            <pc:docMk/>
            <pc:sldMk cId="2885063670" sldId="338"/>
            <ac:spMk id="8" creationId="{100EDD19-6802-4EC3-95CE-CFFAB042CFD6}"/>
          </ac:spMkLst>
        </pc:spChg>
        <pc:spChg chg="add">
          <ac:chgData name="Surendra Kc" userId="880eb05b-cc72-4250-920b-6630e35cf82c" providerId="ADAL" clId="{7E39F733-7C09-4FDE-B7EF-27B2D2BFDDC2}" dt="2025-07-11T11:40:22.404" v="44" actId="26606"/>
          <ac:spMkLst>
            <pc:docMk/>
            <pc:sldMk cId="2885063670" sldId="338"/>
            <ac:spMk id="10" creationId="{DB17E863-922E-4C26-BD64-E8FD41D28661}"/>
          </ac:spMkLst>
        </pc:spChg>
      </pc:sldChg>
      <pc:sldChg chg="addSp modSp mod setBg">
        <pc:chgData name="Surendra Kc" userId="880eb05b-cc72-4250-920b-6630e35cf82c" providerId="ADAL" clId="{7E39F733-7C09-4FDE-B7EF-27B2D2BFDDC2}" dt="2025-07-11T11:40:27.786" v="45" actId="26606"/>
        <pc:sldMkLst>
          <pc:docMk/>
          <pc:sldMk cId="4290288079" sldId="339"/>
        </pc:sldMkLst>
        <pc:spChg chg="mod">
          <ac:chgData name="Surendra Kc" userId="880eb05b-cc72-4250-920b-6630e35cf82c" providerId="ADAL" clId="{7E39F733-7C09-4FDE-B7EF-27B2D2BFDDC2}" dt="2025-07-11T11:40:27.786" v="45" actId="26606"/>
          <ac:spMkLst>
            <pc:docMk/>
            <pc:sldMk cId="4290288079" sldId="339"/>
            <ac:spMk id="2" creationId="{88C0B9DD-4256-8410-3331-623F3F81FA84}"/>
          </ac:spMkLst>
        </pc:spChg>
        <pc:spChg chg="mod">
          <ac:chgData name="Surendra Kc" userId="880eb05b-cc72-4250-920b-6630e35cf82c" providerId="ADAL" clId="{7E39F733-7C09-4FDE-B7EF-27B2D2BFDDC2}" dt="2025-07-11T11:40:27.786" v="45" actId="26606"/>
          <ac:spMkLst>
            <pc:docMk/>
            <pc:sldMk cId="4290288079" sldId="339"/>
            <ac:spMk id="3" creationId="{C9B2B43E-5FC7-3965-9F03-F2616D3457AC}"/>
          </ac:spMkLst>
        </pc:spChg>
        <pc:spChg chg="add">
          <ac:chgData name="Surendra Kc" userId="880eb05b-cc72-4250-920b-6630e35cf82c" providerId="ADAL" clId="{7E39F733-7C09-4FDE-B7EF-27B2D2BFDDC2}" dt="2025-07-11T11:40:27.786" v="45" actId="26606"/>
          <ac:spMkLst>
            <pc:docMk/>
            <pc:sldMk cId="4290288079" sldId="339"/>
            <ac:spMk id="8" creationId="{100EDD19-6802-4EC3-95CE-CFFAB042CFD6}"/>
          </ac:spMkLst>
        </pc:spChg>
        <pc:spChg chg="add">
          <ac:chgData name="Surendra Kc" userId="880eb05b-cc72-4250-920b-6630e35cf82c" providerId="ADAL" clId="{7E39F733-7C09-4FDE-B7EF-27B2D2BFDDC2}" dt="2025-07-11T11:40:27.786" v="45" actId="26606"/>
          <ac:spMkLst>
            <pc:docMk/>
            <pc:sldMk cId="4290288079" sldId="339"/>
            <ac:spMk id="10" creationId="{DB17E863-922E-4C26-BD64-E8FD41D28661}"/>
          </ac:spMkLst>
        </pc:spChg>
      </pc:sldChg>
      <pc:sldChg chg="addSp modSp mod setBg">
        <pc:chgData name="Surendra Kc" userId="880eb05b-cc72-4250-920b-6630e35cf82c" providerId="ADAL" clId="{7E39F733-7C09-4FDE-B7EF-27B2D2BFDDC2}" dt="2025-07-16T11:47:20.760" v="879" actId="5793"/>
        <pc:sldMkLst>
          <pc:docMk/>
          <pc:sldMk cId="57427519" sldId="341"/>
        </pc:sldMkLst>
        <pc:spChg chg="mod">
          <ac:chgData name="Surendra Kc" userId="880eb05b-cc72-4250-920b-6630e35cf82c" providerId="ADAL" clId="{7E39F733-7C09-4FDE-B7EF-27B2D2BFDDC2}" dt="2025-07-11T11:40:33.333" v="46" actId="26606"/>
          <ac:spMkLst>
            <pc:docMk/>
            <pc:sldMk cId="57427519" sldId="341"/>
            <ac:spMk id="2" creationId="{A746FF8A-94D6-88DF-CB0B-E22277F33F87}"/>
          </ac:spMkLst>
        </pc:spChg>
        <pc:spChg chg="mod">
          <ac:chgData name="Surendra Kc" userId="880eb05b-cc72-4250-920b-6630e35cf82c" providerId="ADAL" clId="{7E39F733-7C09-4FDE-B7EF-27B2D2BFDDC2}" dt="2025-07-16T11:47:20.760" v="879" actId="5793"/>
          <ac:spMkLst>
            <pc:docMk/>
            <pc:sldMk cId="57427519" sldId="341"/>
            <ac:spMk id="3" creationId="{D400D2FD-7F57-B2BC-E1CB-32014B8ED096}"/>
          </ac:spMkLst>
        </pc:spChg>
        <pc:spChg chg="add">
          <ac:chgData name="Surendra Kc" userId="880eb05b-cc72-4250-920b-6630e35cf82c" providerId="ADAL" clId="{7E39F733-7C09-4FDE-B7EF-27B2D2BFDDC2}" dt="2025-07-11T11:40:33.333" v="46" actId="26606"/>
          <ac:spMkLst>
            <pc:docMk/>
            <pc:sldMk cId="57427519" sldId="341"/>
            <ac:spMk id="8" creationId="{100EDD19-6802-4EC3-95CE-CFFAB042CFD6}"/>
          </ac:spMkLst>
        </pc:spChg>
        <pc:spChg chg="add">
          <ac:chgData name="Surendra Kc" userId="880eb05b-cc72-4250-920b-6630e35cf82c" providerId="ADAL" clId="{7E39F733-7C09-4FDE-B7EF-27B2D2BFDDC2}" dt="2025-07-11T11:40:33.333" v="46" actId="26606"/>
          <ac:spMkLst>
            <pc:docMk/>
            <pc:sldMk cId="57427519" sldId="341"/>
            <ac:spMk id="10" creationId="{DB17E863-922E-4C26-BD64-E8FD41D28661}"/>
          </ac:spMkLst>
        </pc:spChg>
      </pc:sldChg>
      <pc:sldChg chg="addSp modSp mod setBg">
        <pc:chgData name="Surendra Kc" userId="880eb05b-cc72-4250-920b-6630e35cf82c" providerId="ADAL" clId="{7E39F733-7C09-4FDE-B7EF-27B2D2BFDDC2}" dt="2025-07-11T11:40:38.559" v="47" actId="26606"/>
        <pc:sldMkLst>
          <pc:docMk/>
          <pc:sldMk cId="3950264831" sldId="342"/>
        </pc:sldMkLst>
        <pc:spChg chg="mod">
          <ac:chgData name="Surendra Kc" userId="880eb05b-cc72-4250-920b-6630e35cf82c" providerId="ADAL" clId="{7E39F733-7C09-4FDE-B7EF-27B2D2BFDDC2}" dt="2025-07-11T11:40:38.559" v="47" actId="26606"/>
          <ac:spMkLst>
            <pc:docMk/>
            <pc:sldMk cId="3950264831" sldId="342"/>
            <ac:spMk id="2" creationId="{0F22DC1C-7A64-96DD-D36C-123022CD72D3}"/>
          </ac:spMkLst>
        </pc:spChg>
        <pc:spChg chg="mod">
          <ac:chgData name="Surendra Kc" userId="880eb05b-cc72-4250-920b-6630e35cf82c" providerId="ADAL" clId="{7E39F733-7C09-4FDE-B7EF-27B2D2BFDDC2}" dt="2025-07-11T11:40:38.559" v="47" actId="26606"/>
          <ac:spMkLst>
            <pc:docMk/>
            <pc:sldMk cId="3950264831" sldId="342"/>
            <ac:spMk id="3" creationId="{B334EC74-D298-EFF7-1CDB-2C49FB331C4A}"/>
          </ac:spMkLst>
        </pc:spChg>
        <pc:spChg chg="add">
          <ac:chgData name="Surendra Kc" userId="880eb05b-cc72-4250-920b-6630e35cf82c" providerId="ADAL" clId="{7E39F733-7C09-4FDE-B7EF-27B2D2BFDDC2}" dt="2025-07-11T11:40:38.559" v="47" actId="26606"/>
          <ac:spMkLst>
            <pc:docMk/>
            <pc:sldMk cId="3950264831" sldId="342"/>
            <ac:spMk id="8" creationId="{100EDD19-6802-4EC3-95CE-CFFAB042CFD6}"/>
          </ac:spMkLst>
        </pc:spChg>
        <pc:spChg chg="add">
          <ac:chgData name="Surendra Kc" userId="880eb05b-cc72-4250-920b-6630e35cf82c" providerId="ADAL" clId="{7E39F733-7C09-4FDE-B7EF-27B2D2BFDDC2}" dt="2025-07-11T11:40:38.559" v="47" actId="26606"/>
          <ac:spMkLst>
            <pc:docMk/>
            <pc:sldMk cId="3950264831" sldId="342"/>
            <ac:spMk id="10" creationId="{DB17E863-922E-4C26-BD64-E8FD41D28661}"/>
          </ac:spMkLst>
        </pc:spChg>
      </pc:sldChg>
      <pc:sldChg chg="addSp delSp modSp mod setBg">
        <pc:chgData name="Surendra Kc" userId="880eb05b-cc72-4250-920b-6630e35cf82c" providerId="ADAL" clId="{7E39F733-7C09-4FDE-B7EF-27B2D2BFDDC2}" dt="2025-07-11T11:39:52.226" v="42" actId="26606"/>
        <pc:sldMkLst>
          <pc:docMk/>
          <pc:sldMk cId="1138277097" sldId="349"/>
        </pc:sldMkLst>
        <pc:spChg chg="mod">
          <ac:chgData name="Surendra Kc" userId="880eb05b-cc72-4250-920b-6630e35cf82c" providerId="ADAL" clId="{7E39F733-7C09-4FDE-B7EF-27B2D2BFDDC2}" dt="2025-07-11T11:39:52.226" v="42" actId="26606"/>
          <ac:spMkLst>
            <pc:docMk/>
            <pc:sldMk cId="1138277097" sldId="349"/>
            <ac:spMk id="2" creationId="{F37EA8EB-902A-5297-ABCE-1FDFDEF0D50B}"/>
          </ac:spMkLst>
        </pc:spChg>
        <pc:spChg chg="add">
          <ac:chgData name="Surendra Kc" userId="880eb05b-cc72-4250-920b-6630e35cf82c" providerId="ADAL" clId="{7E39F733-7C09-4FDE-B7EF-27B2D2BFDDC2}" dt="2025-07-11T11:39:52.226" v="42" actId="26606"/>
          <ac:spMkLst>
            <pc:docMk/>
            <pc:sldMk cId="1138277097" sldId="349"/>
            <ac:spMk id="14" creationId="{B6CDA21F-E7AF-4C75-8395-33F58D5B0E45}"/>
          </ac:spMkLst>
        </pc:spChg>
        <pc:spChg chg="add">
          <ac:chgData name="Surendra Kc" userId="880eb05b-cc72-4250-920b-6630e35cf82c" providerId="ADAL" clId="{7E39F733-7C09-4FDE-B7EF-27B2D2BFDDC2}" dt="2025-07-11T11:39:52.226" v="42" actId="26606"/>
          <ac:spMkLst>
            <pc:docMk/>
            <pc:sldMk cId="1138277097" sldId="349"/>
            <ac:spMk id="15" creationId="{D5B0017B-2ECA-49AF-B397-DC140825DF8D}"/>
          </ac:spMkLst>
        </pc:spChg>
        <pc:spChg chg="add">
          <ac:chgData name="Surendra Kc" userId="880eb05b-cc72-4250-920b-6630e35cf82c" providerId="ADAL" clId="{7E39F733-7C09-4FDE-B7EF-27B2D2BFDDC2}" dt="2025-07-11T11:39:52.226" v="42" actId="26606"/>
          <ac:spMkLst>
            <pc:docMk/>
            <pc:sldMk cId="1138277097" sldId="349"/>
            <ac:spMk id="18" creationId="{5B37D68C-726C-EF92-0691-A955CA7FF4B5}"/>
          </ac:spMkLst>
        </pc:spChg>
        <pc:grpChg chg="add">
          <ac:chgData name="Surendra Kc" userId="880eb05b-cc72-4250-920b-6630e35cf82c" providerId="ADAL" clId="{7E39F733-7C09-4FDE-B7EF-27B2D2BFDDC2}" dt="2025-07-11T11:39:52.226" v="42" actId="26606"/>
          <ac:grpSpMkLst>
            <pc:docMk/>
            <pc:sldMk cId="1138277097" sldId="349"/>
            <ac:grpSpMk id="16" creationId="{AE1C45F0-260A-458C-96ED-C1F6D2151219}"/>
          </ac:grpSpMkLst>
        </pc:grpChg>
        <pc:cxnChg chg="add">
          <ac:chgData name="Surendra Kc" userId="880eb05b-cc72-4250-920b-6630e35cf82c" providerId="ADAL" clId="{7E39F733-7C09-4FDE-B7EF-27B2D2BFDDC2}" dt="2025-07-11T11:39:52.226" v="42" actId="26606"/>
          <ac:cxnSpMkLst>
            <pc:docMk/>
            <pc:sldMk cId="1138277097" sldId="349"/>
            <ac:cxnSpMk id="17" creationId="{6CF1BAF6-AD41-4082-B212-8A1F9A2E8779}"/>
          </ac:cxnSpMkLst>
        </pc:cxnChg>
      </pc:sldChg>
      <pc:sldChg chg="addSp modSp mod setBg">
        <pc:chgData name="Surendra Kc" userId="880eb05b-cc72-4250-920b-6630e35cf82c" providerId="ADAL" clId="{7E39F733-7C09-4FDE-B7EF-27B2D2BFDDC2}" dt="2025-07-11T11:40:14.439" v="43" actId="26606"/>
        <pc:sldMkLst>
          <pc:docMk/>
          <pc:sldMk cId="4254736853" sldId="350"/>
        </pc:sldMkLst>
        <pc:spChg chg="mod">
          <ac:chgData name="Surendra Kc" userId="880eb05b-cc72-4250-920b-6630e35cf82c" providerId="ADAL" clId="{7E39F733-7C09-4FDE-B7EF-27B2D2BFDDC2}" dt="2025-07-11T11:40:14.439" v="43" actId="26606"/>
          <ac:spMkLst>
            <pc:docMk/>
            <pc:sldMk cId="4254736853" sldId="350"/>
            <ac:spMk id="2" creationId="{911FB3FE-ADBB-DD20-3257-431BA1F359EA}"/>
          </ac:spMkLst>
        </pc:spChg>
        <pc:spChg chg="mod">
          <ac:chgData name="Surendra Kc" userId="880eb05b-cc72-4250-920b-6630e35cf82c" providerId="ADAL" clId="{7E39F733-7C09-4FDE-B7EF-27B2D2BFDDC2}" dt="2025-07-11T11:40:14.439" v="43" actId="26606"/>
          <ac:spMkLst>
            <pc:docMk/>
            <pc:sldMk cId="4254736853" sldId="350"/>
            <ac:spMk id="3" creationId="{CAF78E88-4438-C24A-B013-A28A0D9FB582}"/>
          </ac:spMkLst>
        </pc:spChg>
        <pc:spChg chg="add">
          <ac:chgData name="Surendra Kc" userId="880eb05b-cc72-4250-920b-6630e35cf82c" providerId="ADAL" clId="{7E39F733-7C09-4FDE-B7EF-27B2D2BFDDC2}" dt="2025-07-11T11:40:14.439" v="43" actId="26606"/>
          <ac:spMkLst>
            <pc:docMk/>
            <pc:sldMk cId="4254736853" sldId="350"/>
            <ac:spMk id="8" creationId="{100EDD19-6802-4EC3-95CE-CFFAB042CFD6}"/>
          </ac:spMkLst>
        </pc:spChg>
        <pc:spChg chg="add">
          <ac:chgData name="Surendra Kc" userId="880eb05b-cc72-4250-920b-6630e35cf82c" providerId="ADAL" clId="{7E39F733-7C09-4FDE-B7EF-27B2D2BFDDC2}" dt="2025-07-11T11:40:14.439" v="43" actId="26606"/>
          <ac:spMkLst>
            <pc:docMk/>
            <pc:sldMk cId="4254736853" sldId="350"/>
            <ac:spMk id="10" creationId="{DB17E863-922E-4C26-BD64-E8FD41D28661}"/>
          </ac:spMkLst>
        </pc:spChg>
      </pc:sldChg>
      <pc:sldChg chg="del">
        <pc:chgData name="Surendra Kc" userId="880eb05b-cc72-4250-920b-6630e35cf82c" providerId="ADAL" clId="{7E39F733-7C09-4FDE-B7EF-27B2D2BFDDC2}" dt="2025-07-16T04:27:24.043" v="314" actId="47"/>
        <pc:sldMkLst>
          <pc:docMk/>
          <pc:sldMk cId="461619876" sldId="351"/>
        </pc:sldMkLst>
      </pc:sldChg>
      <pc:sldChg chg="del">
        <pc:chgData name="Surendra Kc" userId="880eb05b-cc72-4250-920b-6630e35cf82c" providerId="ADAL" clId="{7E39F733-7C09-4FDE-B7EF-27B2D2BFDDC2}" dt="2025-07-16T04:27:26.920" v="315" actId="47"/>
        <pc:sldMkLst>
          <pc:docMk/>
          <pc:sldMk cId="1244503859" sldId="352"/>
        </pc:sldMkLst>
      </pc:sldChg>
      <pc:sldChg chg="del">
        <pc:chgData name="Surendra Kc" userId="880eb05b-cc72-4250-920b-6630e35cf82c" providerId="ADAL" clId="{7E39F733-7C09-4FDE-B7EF-27B2D2BFDDC2}" dt="2025-07-16T04:27:29.653" v="316" actId="47"/>
        <pc:sldMkLst>
          <pc:docMk/>
          <pc:sldMk cId="4005660831" sldId="353"/>
        </pc:sldMkLst>
      </pc:sldChg>
      <pc:sldChg chg="del">
        <pc:chgData name="Surendra Kc" userId="880eb05b-cc72-4250-920b-6630e35cf82c" providerId="ADAL" clId="{7E39F733-7C09-4FDE-B7EF-27B2D2BFDDC2}" dt="2025-07-16T04:27:32.470" v="317" actId="47"/>
        <pc:sldMkLst>
          <pc:docMk/>
          <pc:sldMk cId="1092893615" sldId="354"/>
        </pc:sldMkLst>
      </pc:sldChg>
      <pc:sldChg chg="del">
        <pc:chgData name="Surendra Kc" userId="880eb05b-cc72-4250-920b-6630e35cf82c" providerId="ADAL" clId="{7E39F733-7C09-4FDE-B7EF-27B2D2BFDDC2}" dt="2025-07-16T04:50:29.339" v="453" actId="47"/>
        <pc:sldMkLst>
          <pc:docMk/>
          <pc:sldMk cId="3644990410" sldId="355"/>
        </pc:sldMkLst>
      </pc:sldChg>
      <pc:sldChg chg="addSp modSp mod setBg">
        <pc:chgData name="Surendra Kc" userId="880eb05b-cc72-4250-920b-6630e35cf82c" providerId="ADAL" clId="{7E39F733-7C09-4FDE-B7EF-27B2D2BFDDC2}" dt="2025-07-16T04:50:13.867" v="448" actId="5793"/>
        <pc:sldMkLst>
          <pc:docMk/>
          <pc:sldMk cId="3778959963" sldId="356"/>
        </pc:sldMkLst>
        <pc:spChg chg="mod">
          <ac:chgData name="Surendra Kc" userId="880eb05b-cc72-4250-920b-6630e35cf82c" providerId="ADAL" clId="{7E39F733-7C09-4FDE-B7EF-27B2D2BFDDC2}" dt="2025-07-11T11:40:46.611" v="48" actId="26606"/>
          <ac:spMkLst>
            <pc:docMk/>
            <pc:sldMk cId="3778959963" sldId="356"/>
            <ac:spMk id="2" creationId="{E571A30E-F0F2-D3D4-1548-003C676A95DF}"/>
          </ac:spMkLst>
        </pc:spChg>
        <pc:spChg chg="mod">
          <ac:chgData name="Surendra Kc" userId="880eb05b-cc72-4250-920b-6630e35cf82c" providerId="ADAL" clId="{7E39F733-7C09-4FDE-B7EF-27B2D2BFDDC2}" dt="2025-07-16T04:50:13.867" v="448" actId="5793"/>
          <ac:spMkLst>
            <pc:docMk/>
            <pc:sldMk cId="3778959963" sldId="356"/>
            <ac:spMk id="3" creationId="{77B0486E-0AEC-AF76-0F04-67D5B155B287}"/>
          </ac:spMkLst>
        </pc:spChg>
        <pc:spChg chg="add">
          <ac:chgData name="Surendra Kc" userId="880eb05b-cc72-4250-920b-6630e35cf82c" providerId="ADAL" clId="{7E39F733-7C09-4FDE-B7EF-27B2D2BFDDC2}" dt="2025-07-11T11:40:46.611" v="48" actId="26606"/>
          <ac:spMkLst>
            <pc:docMk/>
            <pc:sldMk cId="3778959963" sldId="356"/>
            <ac:spMk id="8" creationId="{100EDD19-6802-4EC3-95CE-CFFAB042CFD6}"/>
          </ac:spMkLst>
        </pc:spChg>
        <pc:spChg chg="add">
          <ac:chgData name="Surendra Kc" userId="880eb05b-cc72-4250-920b-6630e35cf82c" providerId="ADAL" clId="{7E39F733-7C09-4FDE-B7EF-27B2D2BFDDC2}" dt="2025-07-11T11:40:46.611" v="48" actId="26606"/>
          <ac:spMkLst>
            <pc:docMk/>
            <pc:sldMk cId="3778959963" sldId="356"/>
            <ac:spMk id="10" creationId="{DB17E863-922E-4C26-BD64-E8FD41D28661}"/>
          </ac:spMkLst>
        </pc:spChg>
      </pc:sldChg>
      <pc:sldChg chg="addSp modSp mod setBg">
        <pc:chgData name="Surendra Kc" userId="880eb05b-cc72-4250-920b-6630e35cf82c" providerId="ADAL" clId="{7E39F733-7C09-4FDE-B7EF-27B2D2BFDDC2}" dt="2025-07-16T04:50:23.030" v="452" actId="5793"/>
        <pc:sldMkLst>
          <pc:docMk/>
          <pc:sldMk cId="2211794187" sldId="357"/>
        </pc:sldMkLst>
        <pc:spChg chg="mod">
          <ac:chgData name="Surendra Kc" userId="880eb05b-cc72-4250-920b-6630e35cf82c" providerId="ADAL" clId="{7E39F733-7C09-4FDE-B7EF-27B2D2BFDDC2}" dt="2025-07-11T11:40:50.799" v="49" actId="26606"/>
          <ac:spMkLst>
            <pc:docMk/>
            <pc:sldMk cId="2211794187" sldId="357"/>
            <ac:spMk id="2" creationId="{6DA935C3-EFD9-12DA-9180-3F98EE3690D6}"/>
          </ac:spMkLst>
        </pc:spChg>
        <pc:spChg chg="mod">
          <ac:chgData name="Surendra Kc" userId="880eb05b-cc72-4250-920b-6630e35cf82c" providerId="ADAL" clId="{7E39F733-7C09-4FDE-B7EF-27B2D2BFDDC2}" dt="2025-07-16T04:50:23.030" v="452" actId="5793"/>
          <ac:spMkLst>
            <pc:docMk/>
            <pc:sldMk cId="2211794187" sldId="357"/>
            <ac:spMk id="3" creationId="{AD82E218-352F-52B6-9525-DC050DF84318}"/>
          </ac:spMkLst>
        </pc:spChg>
        <pc:spChg chg="add">
          <ac:chgData name="Surendra Kc" userId="880eb05b-cc72-4250-920b-6630e35cf82c" providerId="ADAL" clId="{7E39F733-7C09-4FDE-B7EF-27B2D2BFDDC2}" dt="2025-07-11T11:40:50.799" v="49" actId="26606"/>
          <ac:spMkLst>
            <pc:docMk/>
            <pc:sldMk cId="2211794187" sldId="357"/>
            <ac:spMk id="8" creationId="{100EDD19-6802-4EC3-95CE-CFFAB042CFD6}"/>
          </ac:spMkLst>
        </pc:spChg>
        <pc:spChg chg="add">
          <ac:chgData name="Surendra Kc" userId="880eb05b-cc72-4250-920b-6630e35cf82c" providerId="ADAL" clId="{7E39F733-7C09-4FDE-B7EF-27B2D2BFDDC2}" dt="2025-07-11T11:40:50.799" v="49" actId="26606"/>
          <ac:spMkLst>
            <pc:docMk/>
            <pc:sldMk cId="2211794187" sldId="357"/>
            <ac:spMk id="10" creationId="{DB17E863-922E-4C26-BD64-E8FD41D28661}"/>
          </ac:spMkLst>
        </pc:spChg>
      </pc:sldChg>
      <pc:sldChg chg="addSp modSp mod setBg">
        <pc:chgData name="Surendra Kc" userId="880eb05b-cc72-4250-920b-6630e35cf82c" providerId="ADAL" clId="{7E39F733-7C09-4FDE-B7EF-27B2D2BFDDC2}" dt="2025-07-11T11:40:55.405" v="50" actId="26606"/>
        <pc:sldMkLst>
          <pc:docMk/>
          <pc:sldMk cId="3002144861" sldId="358"/>
        </pc:sldMkLst>
        <pc:spChg chg="mod">
          <ac:chgData name="Surendra Kc" userId="880eb05b-cc72-4250-920b-6630e35cf82c" providerId="ADAL" clId="{7E39F733-7C09-4FDE-B7EF-27B2D2BFDDC2}" dt="2025-07-11T11:40:55.405" v="50" actId="26606"/>
          <ac:spMkLst>
            <pc:docMk/>
            <pc:sldMk cId="3002144861" sldId="358"/>
            <ac:spMk id="2" creationId="{8242CF8E-BAA0-5351-151F-53079B73F837}"/>
          </ac:spMkLst>
        </pc:spChg>
        <pc:spChg chg="mod">
          <ac:chgData name="Surendra Kc" userId="880eb05b-cc72-4250-920b-6630e35cf82c" providerId="ADAL" clId="{7E39F733-7C09-4FDE-B7EF-27B2D2BFDDC2}" dt="2025-07-11T11:40:55.405" v="50" actId="26606"/>
          <ac:spMkLst>
            <pc:docMk/>
            <pc:sldMk cId="3002144861" sldId="358"/>
            <ac:spMk id="3" creationId="{296A2D7E-0651-513F-6EB7-45B09DFF2C0A}"/>
          </ac:spMkLst>
        </pc:spChg>
        <pc:spChg chg="add">
          <ac:chgData name="Surendra Kc" userId="880eb05b-cc72-4250-920b-6630e35cf82c" providerId="ADAL" clId="{7E39F733-7C09-4FDE-B7EF-27B2D2BFDDC2}" dt="2025-07-11T11:40:55.405" v="50" actId="26606"/>
          <ac:spMkLst>
            <pc:docMk/>
            <pc:sldMk cId="3002144861" sldId="358"/>
            <ac:spMk id="8" creationId="{100EDD19-6802-4EC3-95CE-CFFAB042CFD6}"/>
          </ac:spMkLst>
        </pc:spChg>
        <pc:spChg chg="add">
          <ac:chgData name="Surendra Kc" userId="880eb05b-cc72-4250-920b-6630e35cf82c" providerId="ADAL" clId="{7E39F733-7C09-4FDE-B7EF-27B2D2BFDDC2}" dt="2025-07-11T11:40:55.405" v="50" actId="26606"/>
          <ac:spMkLst>
            <pc:docMk/>
            <pc:sldMk cId="3002144861" sldId="358"/>
            <ac:spMk id="10" creationId="{DB17E863-922E-4C26-BD64-E8FD41D28661}"/>
          </ac:spMkLst>
        </pc:spChg>
      </pc:sldChg>
      <pc:sldChg chg="addSp modSp mod setBg">
        <pc:chgData name="Surendra Kc" userId="880eb05b-cc72-4250-920b-6630e35cf82c" providerId="ADAL" clId="{7E39F733-7C09-4FDE-B7EF-27B2D2BFDDC2}" dt="2025-07-11T11:41:00.360" v="51" actId="26606"/>
        <pc:sldMkLst>
          <pc:docMk/>
          <pc:sldMk cId="2227161805" sldId="359"/>
        </pc:sldMkLst>
        <pc:spChg chg="mod">
          <ac:chgData name="Surendra Kc" userId="880eb05b-cc72-4250-920b-6630e35cf82c" providerId="ADAL" clId="{7E39F733-7C09-4FDE-B7EF-27B2D2BFDDC2}" dt="2025-07-11T11:41:00.360" v="51" actId="26606"/>
          <ac:spMkLst>
            <pc:docMk/>
            <pc:sldMk cId="2227161805" sldId="359"/>
            <ac:spMk id="2" creationId="{54051872-084A-C8E8-146C-76E3AF8A506A}"/>
          </ac:spMkLst>
        </pc:spChg>
        <pc:spChg chg="mod">
          <ac:chgData name="Surendra Kc" userId="880eb05b-cc72-4250-920b-6630e35cf82c" providerId="ADAL" clId="{7E39F733-7C09-4FDE-B7EF-27B2D2BFDDC2}" dt="2025-07-11T11:41:00.360" v="51" actId="26606"/>
          <ac:spMkLst>
            <pc:docMk/>
            <pc:sldMk cId="2227161805" sldId="359"/>
            <ac:spMk id="3" creationId="{1AF06BEE-ABE4-861E-25CF-7EE5081AB01D}"/>
          </ac:spMkLst>
        </pc:spChg>
        <pc:spChg chg="add">
          <ac:chgData name="Surendra Kc" userId="880eb05b-cc72-4250-920b-6630e35cf82c" providerId="ADAL" clId="{7E39F733-7C09-4FDE-B7EF-27B2D2BFDDC2}" dt="2025-07-11T11:41:00.360" v="51" actId="26606"/>
          <ac:spMkLst>
            <pc:docMk/>
            <pc:sldMk cId="2227161805" sldId="359"/>
            <ac:spMk id="8" creationId="{100EDD19-6802-4EC3-95CE-CFFAB042CFD6}"/>
          </ac:spMkLst>
        </pc:spChg>
        <pc:spChg chg="add">
          <ac:chgData name="Surendra Kc" userId="880eb05b-cc72-4250-920b-6630e35cf82c" providerId="ADAL" clId="{7E39F733-7C09-4FDE-B7EF-27B2D2BFDDC2}" dt="2025-07-11T11:41:00.360" v="51" actId="26606"/>
          <ac:spMkLst>
            <pc:docMk/>
            <pc:sldMk cId="2227161805" sldId="359"/>
            <ac:spMk id="10" creationId="{DB17E863-922E-4C26-BD64-E8FD41D28661}"/>
          </ac:spMkLst>
        </pc:spChg>
      </pc:sldChg>
      <pc:sldChg chg="addSp modSp mod setBg">
        <pc:chgData name="Surendra Kc" userId="880eb05b-cc72-4250-920b-6630e35cf82c" providerId="ADAL" clId="{7E39F733-7C09-4FDE-B7EF-27B2D2BFDDC2}" dt="2025-07-11T11:41:05.101" v="52" actId="26606"/>
        <pc:sldMkLst>
          <pc:docMk/>
          <pc:sldMk cId="2716844666" sldId="360"/>
        </pc:sldMkLst>
        <pc:spChg chg="mod">
          <ac:chgData name="Surendra Kc" userId="880eb05b-cc72-4250-920b-6630e35cf82c" providerId="ADAL" clId="{7E39F733-7C09-4FDE-B7EF-27B2D2BFDDC2}" dt="2025-07-11T11:41:05.101" v="52" actId="26606"/>
          <ac:spMkLst>
            <pc:docMk/>
            <pc:sldMk cId="2716844666" sldId="360"/>
            <ac:spMk id="2" creationId="{62DE0D13-BC61-BA81-13DB-77FBFCAE95ED}"/>
          </ac:spMkLst>
        </pc:spChg>
        <pc:spChg chg="mod">
          <ac:chgData name="Surendra Kc" userId="880eb05b-cc72-4250-920b-6630e35cf82c" providerId="ADAL" clId="{7E39F733-7C09-4FDE-B7EF-27B2D2BFDDC2}" dt="2025-07-11T11:41:05.101" v="52" actId="26606"/>
          <ac:spMkLst>
            <pc:docMk/>
            <pc:sldMk cId="2716844666" sldId="360"/>
            <ac:spMk id="3" creationId="{B2761375-69BD-CDAA-3613-8D05FAC19544}"/>
          </ac:spMkLst>
        </pc:spChg>
        <pc:spChg chg="add">
          <ac:chgData name="Surendra Kc" userId="880eb05b-cc72-4250-920b-6630e35cf82c" providerId="ADAL" clId="{7E39F733-7C09-4FDE-B7EF-27B2D2BFDDC2}" dt="2025-07-11T11:41:05.101" v="52" actId="26606"/>
          <ac:spMkLst>
            <pc:docMk/>
            <pc:sldMk cId="2716844666" sldId="360"/>
            <ac:spMk id="8" creationId="{100EDD19-6802-4EC3-95CE-CFFAB042CFD6}"/>
          </ac:spMkLst>
        </pc:spChg>
        <pc:spChg chg="add">
          <ac:chgData name="Surendra Kc" userId="880eb05b-cc72-4250-920b-6630e35cf82c" providerId="ADAL" clId="{7E39F733-7C09-4FDE-B7EF-27B2D2BFDDC2}" dt="2025-07-11T11:41:05.101" v="52" actId="26606"/>
          <ac:spMkLst>
            <pc:docMk/>
            <pc:sldMk cId="2716844666" sldId="360"/>
            <ac:spMk id="10" creationId="{DB17E863-922E-4C26-BD64-E8FD41D28661}"/>
          </ac:spMkLst>
        </pc:spChg>
      </pc:sldChg>
      <pc:sldChg chg="addSp modSp mod setBg">
        <pc:chgData name="Surendra Kc" userId="880eb05b-cc72-4250-920b-6630e35cf82c" providerId="ADAL" clId="{7E39F733-7C09-4FDE-B7EF-27B2D2BFDDC2}" dt="2025-07-11T11:41:26.367" v="55" actId="26606"/>
        <pc:sldMkLst>
          <pc:docMk/>
          <pc:sldMk cId="1318080702" sldId="361"/>
        </pc:sldMkLst>
        <pc:spChg chg="mod">
          <ac:chgData name="Surendra Kc" userId="880eb05b-cc72-4250-920b-6630e35cf82c" providerId="ADAL" clId="{7E39F733-7C09-4FDE-B7EF-27B2D2BFDDC2}" dt="2025-07-11T11:41:26.367" v="55" actId="26606"/>
          <ac:spMkLst>
            <pc:docMk/>
            <pc:sldMk cId="1318080702" sldId="361"/>
            <ac:spMk id="2" creationId="{4685CF22-C428-AAC0-09D3-7360EADCAA91}"/>
          </ac:spMkLst>
        </pc:spChg>
        <pc:spChg chg="mod">
          <ac:chgData name="Surendra Kc" userId="880eb05b-cc72-4250-920b-6630e35cf82c" providerId="ADAL" clId="{7E39F733-7C09-4FDE-B7EF-27B2D2BFDDC2}" dt="2025-07-11T11:41:26.367" v="55" actId="26606"/>
          <ac:spMkLst>
            <pc:docMk/>
            <pc:sldMk cId="1318080702" sldId="361"/>
            <ac:spMk id="3" creationId="{0672E226-39C3-46D9-80D1-F188F9FB3C79}"/>
          </ac:spMkLst>
        </pc:spChg>
        <pc:spChg chg="add">
          <ac:chgData name="Surendra Kc" userId="880eb05b-cc72-4250-920b-6630e35cf82c" providerId="ADAL" clId="{7E39F733-7C09-4FDE-B7EF-27B2D2BFDDC2}" dt="2025-07-11T11:41:26.367" v="55" actId="26606"/>
          <ac:spMkLst>
            <pc:docMk/>
            <pc:sldMk cId="1318080702" sldId="361"/>
            <ac:spMk id="8" creationId="{DBF61EA3-B236-439E-9C0B-340980D56BEE}"/>
          </ac:spMkLst>
        </pc:spChg>
        <pc:spChg chg="add">
          <ac:chgData name="Surendra Kc" userId="880eb05b-cc72-4250-920b-6630e35cf82c" providerId="ADAL" clId="{7E39F733-7C09-4FDE-B7EF-27B2D2BFDDC2}" dt="2025-07-11T11:41:26.367" v="55" actId="26606"/>
          <ac:spMkLst>
            <pc:docMk/>
            <pc:sldMk cId="1318080702" sldId="361"/>
            <ac:spMk id="14" creationId="{E659831F-0D9A-4C63-9EBB-8435B85A440F}"/>
          </ac:spMkLst>
        </pc:spChg>
        <pc:grpChg chg="add">
          <ac:chgData name="Surendra Kc" userId="880eb05b-cc72-4250-920b-6630e35cf82c" providerId="ADAL" clId="{7E39F733-7C09-4FDE-B7EF-27B2D2BFDDC2}" dt="2025-07-11T11:41:26.367" v="55" actId="26606"/>
          <ac:grpSpMkLst>
            <pc:docMk/>
            <pc:sldMk cId="1318080702" sldId="361"/>
            <ac:grpSpMk id="10" creationId="{28FAF094-D087-493F-8DF9-A486C2D6BBAA}"/>
          </ac:grpSpMkLst>
        </pc:grpChg>
      </pc:sldChg>
      <pc:sldChg chg="addSp modSp mod setBg">
        <pc:chgData name="Surendra Kc" userId="880eb05b-cc72-4250-920b-6630e35cf82c" providerId="ADAL" clId="{7E39F733-7C09-4FDE-B7EF-27B2D2BFDDC2}" dt="2025-07-11T11:41:08.722" v="53" actId="26606"/>
        <pc:sldMkLst>
          <pc:docMk/>
          <pc:sldMk cId="2862715182" sldId="362"/>
        </pc:sldMkLst>
        <pc:spChg chg="mod">
          <ac:chgData name="Surendra Kc" userId="880eb05b-cc72-4250-920b-6630e35cf82c" providerId="ADAL" clId="{7E39F733-7C09-4FDE-B7EF-27B2D2BFDDC2}" dt="2025-07-11T11:41:08.722" v="53" actId="26606"/>
          <ac:spMkLst>
            <pc:docMk/>
            <pc:sldMk cId="2862715182" sldId="362"/>
            <ac:spMk id="2" creationId="{E737D96B-E9CE-E4C3-DFD4-132E7E7DAC1B}"/>
          </ac:spMkLst>
        </pc:spChg>
        <pc:spChg chg="mod">
          <ac:chgData name="Surendra Kc" userId="880eb05b-cc72-4250-920b-6630e35cf82c" providerId="ADAL" clId="{7E39F733-7C09-4FDE-B7EF-27B2D2BFDDC2}" dt="2025-07-11T11:41:08.722" v="53" actId="26606"/>
          <ac:spMkLst>
            <pc:docMk/>
            <pc:sldMk cId="2862715182" sldId="362"/>
            <ac:spMk id="3" creationId="{CA8067E8-D4B4-9AF7-1E2A-7DF81EB53EB3}"/>
          </ac:spMkLst>
        </pc:spChg>
        <pc:spChg chg="add">
          <ac:chgData name="Surendra Kc" userId="880eb05b-cc72-4250-920b-6630e35cf82c" providerId="ADAL" clId="{7E39F733-7C09-4FDE-B7EF-27B2D2BFDDC2}" dt="2025-07-11T11:41:08.722" v="53" actId="26606"/>
          <ac:spMkLst>
            <pc:docMk/>
            <pc:sldMk cId="2862715182" sldId="362"/>
            <ac:spMk id="8" creationId="{100EDD19-6802-4EC3-95CE-CFFAB042CFD6}"/>
          </ac:spMkLst>
        </pc:spChg>
        <pc:spChg chg="add">
          <ac:chgData name="Surendra Kc" userId="880eb05b-cc72-4250-920b-6630e35cf82c" providerId="ADAL" clId="{7E39F733-7C09-4FDE-B7EF-27B2D2BFDDC2}" dt="2025-07-11T11:41:08.722" v="53" actId="26606"/>
          <ac:spMkLst>
            <pc:docMk/>
            <pc:sldMk cId="2862715182" sldId="362"/>
            <ac:spMk id="10" creationId="{DB17E863-922E-4C26-BD64-E8FD41D28661}"/>
          </ac:spMkLst>
        </pc:spChg>
      </pc:sldChg>
      <pc:sldChg chg="addSp delSp modSp mod">
        <pc:chgData name="Surendra Kc" userId="880eb05b-cc72-4250-920b-6630e35cf82c" providerId="ADAL" clId="{7E39F733-7C09-4FDE-B7EF-27B2D2BFDDC2}" dt="2025-07-11T11:41:20.269" v="54" actId="26606"/>
        <pc:sldMkLst>
          <pc:docMk/>
          <pc:sldMk cId="1427947728" sldId="363"/>
        </pc:sldMkLst>
        <pc:spChg chg="mod">
          <ac:chgData name="Surendra Kc" userId="880eb05b-cc72-4250-920b-6630e35cf82c" providerId="ADAL" clId="{7E39F733-7C09-4FDE-B7EF-27B2D2BFDDC2}" dt="2025-07-11T11:41:20.269" v="54" actId="26606"/>
          <ac:spMkLst>
            <pc:docMk/>
            <pc:sldMk cId="1427947728" sldId="363"/>
            <ac:spMk id="2" creationId="{229748A2-A321-A334-8D04-43480DB3A4F6}"/>
          </ac:spMkLst>
        </pc:spChg>
        <pc:spChg chg="mod">
          <ac:chgData name="Surendra Kc" userId="880eb05b-cc72-4250-920b-6630e35cf82c" providerId="ADAL" clId="{7E39F733-7C09-4FDE-B7EF-27B2D2BFDDC2}" dt="2025-07-11T11:41:20.269" v="54" actId="26606"/>
          <ac:spMkLst>
            <pc:docMk/>
            <pc:sldMk cId="1427947728" sldId="363"/>
            <ac:spMk id="5" creationId="{610268B2-8589-5F89-B9C5-FD874FFA9F75}"/>
          </ac:spMkLst>
        </pc:spChg>
        <pc:spChg chg="add">
          <ac:chgData name="Surendra Kc" userId="880eb05b-cc72-4250-920b-6630e35cf82c" providerId="ADAL" clId="{7E39F733-7C09-4FDE-B7EF-27B2D2BFDDC2}" dt="2025-07-11T11:41:20.269" v="54" actId="26606"/>
          <ac:spMkLst>
            <pc:docMk/>
            <pc:sldMk cId="1427947728" sldId="363"/>
            <ac:spMk id="23" creationId="{743AA782-23D1-4521-8CAD-47662984AA08}"/>
          </ac:spMkLst>
        </pc:spChg>
        <pc:spChg chg="add">
          <ac:chgData name="Surendra Kc" userId="880eb05b-cc72-4250-920b-6630e35cf82c" providerId="ADAL" clId="{7E39F733-7C09-4FDE-B7EF-27B2D2BFDDC2}" dt="2025-07-11T11:41:20.269" v="54" actId="26606"/>
          <ac:spMkLst>
            <pc:docMk/>
            <pc:sldMk cId="1427947728" sldId="363"/>
            <ac:spMk id="25" creationId="{71877DBC-BB60-40F0-AC93-2ACDBAAE60CE}"/>
          </ac:spMkLst>
        </pc:spChg>
        <pc:graphicFrameChg chg="mod modGraphic">
          <ac:chgData name="Surendra Kc" userId="880eb05b-cc72-4250-920b-6630e35cf82c" providerId="ADAL" clId="{7E39F733-7C09-4FDE-B7EF-27B2D2BFDDC2}" dt="2025-07-11T11:41:20.269" v="54" actId="26606"/>
          <ac:graphicFrameMkLst>
            <pc:docMk/>
            <pc:sldMk cId="1427947728" sldId="363"/>
            <ac:graphicFrameMk id="4" creationId="{D2E869DB-3D89-DC22-77B2-2A7787910482}"/>
          </ac:graphicFrameMkLst>
        </pc:graphicFrameChg>
      </pc:sldChg>
      <pc:sldChg chg="addSp delSp modSp mod">
        <pc:chgData name="Surendra Kc" userId="880eb05b-cc72-4250-920b-6630e35cf82c" providerId="ADAL" clId="{7E39F733-7C09-4FDE-B7EF-27B2D2BFDDC2}" dt="2025-07-11T11:41:34.429" v="56" actId="26606"/>
        <pc:sldMkLst>
          <pc:docMk/>
          <pc:sldMk cId="2935070490" sldId="364"/>
        </pc:sldMkLst>
        <pc:spChg chg="mod">
          <ac:chgData name="Surendra Kc" userId="880eb05b-cc72-4250-920b-6630e35cf82c" providerId="ADAL" clId="{7E39F733-7C09-4FDE-B7EF-27B2D2BFDDC2}" dt="2025-07-11T11:41:34.429" v="56" actId="26606"/>
          <ac:spMkLst>
            <pc:docMk/>
            <pc:sldMk cId="2935070490" sldId="364"/>
            <ac:spMk id="2" creationId="{40457397-AA58-FA4F-B940-8A5019C7DB3E}"/>
          </ac:spMkLst>
        </pc:spChg>
        <pc:spChg chg="add">
          <ac:chgData name="Surendra Kc" userId="880eb05b-cc72-4250-920b-6630e35cf82c" providerId="ADAL" clId="{7E39F733-7C09-4FDE-B7EF-27B2D2BFDDC2}" dt="2025-07-11T11:41:34.429" v="56" actId="26606"/>
          <ac:spMkLst>
            <pc:docMk/>
            <pc:sldMk cId="2935070490" sldId="364"/>
            <ac:spMk id="21" creationId="{56E9B3E6-E277-4D68-BA48-9CB43FFBD6E2}"/>
          </ac:spMkLst>
        </pc:spChg>
        <pc:spChg chg="add">
          <ac:chgData name="Surendra Kc" userId="880eb05b-cc72-4250-920b-6630e35cf82c" providerId="ADAL" clId="{7E39F733-7C09-4FDE-B7EF-27B2D2BFDDC2}" dt="2025-07-11T11:41:34.429" v="56" actId="26606"/>
          <ac:spMkLst>
            <pc:docMk/>
            <pc:sldMk cId="2935070490" sldId="364"/>
            <ac:spMk id="28" creationId="{D5B0017B-2ECA-49AF-B397-DC140825DF8D}"/>
          </ac:spMkLst>
        </pc:spChg>
        <pc:grpChg chg="add">
          <ac:chgData name="Surendra Kc" userId="880eb05b-cc72-4250-920b-6630e35cf82c" providerId="ADAL" clId="{7E39F733-7C09-4FDE-B7EF-27B2D2BFDDC2}" dt="2025-07-11T11:41:34.429" v="56" actId="26606"/>
          <ac:grpSpMkLst>
            <pc:docMk/>
            <pc:sldMk cId="2935070490" sldId="364"/>
            <ac:grpSpMk id="23" creationId="{AE1C45F0-260A-458C-96ED-C1F6D2151219}"/>
          </ac:grpSpMkLst>
        </pc:grpChg>
        <pc:graphicFrameChg chg="add mod">
          <ac:chgData name="Surendra Kc" userId="880eb05b-cc72-4250-920b-6630e35cf82c" providerId="ADAL" clId="{7E39F733-7C09-4FDE-B7EF-27B2D2BFDDC2}" dt="2025-07-11T11:41:34.429" v="56" actId="26606"/>
          <ac:graphicFrameMkLst>
            <pc:docMk/>
            <pc:sldMk cId="2935070490" sldId="364"/>
            <ac:graphicFrameMk id="4" creationId="{3723D2ED-6B1F-DFA6-5BA7-EFEBE8D21E9A}"/>
          </ac:graphicFrameMkLst>
        </pc:graphicFrameChg>
        <pc:cxnChg chg="add">
          <ac:chgData name="Surendra Kc" userId="880eb05b-cc72-4250-920b-6630e35cf82c" providerId="ADAL" clId="{7E39F733-7C09-4FDE-B7EF-27B2D2BFDDC2}" dt="2025-07-11T11:41:34.429" v="56" actId="26606"/>
          <ac:cxnSpMkLst>
            <pc:docMk/>
            <pc:sldMk cId="2935070490" sldId="364"/>
            <ac:cxnSpMk id="30" creationId="{6CF1BAF6-AD41-4082-B212-8A1F9A2E8779}"/>
          </ac:cxnSpMkLst>
        </pc:cxnChg>
      </pc:sldChg>
      <pc:sldChg chg="addSp delSp modSp mod setBg">
        <pc:chgData name="Surendra Kc" userId="880eb05b-cc72-4250-920b-6630e35cf82c" providerId="ADAL" clId="{7E39F733-7C09-4FDE-B7EF-27B2D2BFDDC2}" dt="2025-07-11T11:41:59.247" v="71" actId="26606"/>
        <pc:sldMkLst>
          <pc:docMk/>
          <pc:sldMk cId="3805486799" sldId="365"/>
        </pc:sldMkLst>
        <pc:spChg chg="mod">
          <ac:chgData name="Surendra Kc" userId="880eb05b-cc72-4250-920b-6630e35cf82c" providerId="ADAL" clId="{7E39F733-7C09-4FDE-B7EF-27B2D2BFDDC2}" dt="2025-07-11T11:41:59.247" v="71" actId="26606"/>
          <ac:spMkLst>
            <pc:docMk/>
            <pc:sldMk cId="3805486799" sldId="365"/>
            <ac:spMk id="2" creationId="{F84A4D0D-6412-DC88-546A-D6F2B6B238BE}"/>
          </ac:spMkLst>
        </pc:spChg>
        <pc:spChg chg="add">
          <ac:chgData name="Surendra Kc" userId="880eb05b-cc72-4250-920b-6630e35cf82c" providerId="ADAL" clId="{7E39F733-7C09-4FDE-B7EF-27B2D2BFDDC2}" dt="2025-07-11T11:41:59.247" v="71" actId="26606"/>
          <ac:spMkLst>
            <pc:docMk/>
            <pc:sldMk cId="3805486799" sldId="365"/>
            <ac:spMk id="10" creationId="{B50AB553-2A96-4A92-96F2-93548E096954}"/>
          </ac:spMkLst>
        </pc:spChg>
        <pc:graphicFrameChg chg="add">
          <ac:chgData name="Surendra Kc" userId="880eb05b-cc72-4250-920b-6630e35cf82c" providerId="ADAL" clId="{7E39F733-7C09-4FDE-B7EF-27B2D2BFDDC2}" dt="2025-07-11T11:41:59.247" v="71" actId="26606"/>
          <ac:graphicFrameMkLst>
            <pc:docMk/>
            <pc:sldMk cId="3805486799" sldId="365"/>
            <ac:graphicFrameMk id="20" creationId="{541FC4C0-9DDB-7E52-40D8-DCCF059DEF55}"/>
          </ac:graphicFrameMkLst>
        </pc:graphicFrameChg>
        <pc:picChg chg="add">
          <ac:chgData name="Surendra Kc" userId="880eb05b-cc72-4250-920b-6630e35cf82c" providerId="ADAL" clId="{7E39F733-7C09-4FDE-B7EF-27B2D2BFDDC2}" dt="2025-07-11T11:41:59.247" v="71" actId="26606"/>
          <ac:picMkLst>
            <pc:docMk/>
            <pc:sldMk cId="3805486799" sldId="365"/>
            <ac:picMk id="6" creationId="{175577D0-B1A8-C460-4A63-5D0981215EAC}"/>
          </ac:picMkLst>
        </pc:picChg>
      </pc:sldChg>
      <pc:sldChg chg="addSp delSp modSp mod">
        <pc:chgData name="Surendra Kc" userId="880eb05b-cc72-4250-920b-6630e35cf82c" providerId="ADAL" clId="{7E39F733-7C09-4FDE-B7EF-27B2D2BFDDC2}" dt="2025-07-11T11:42:48.976" v="89" actId="26606"/>
        <pc:sldMkLst>
          <pc:docMk/>
          <pc:sldMk cId="1618963729" sldId="366"/>
        </pc:sldMkLst>
        <pc:graphicFrameChg chg="add">
          <ac:chgData name="Surendra Kc" userId="880eb05b-cc72-4250-920b-6630e35cf82c" providerId="ADAL" clId="{7E39F733-7C09-4FDE-B7EF-27B2D2BFDDC2}" dt="2025-07-11T11:42:48.976" v="89" actId="26606"/>
          <ac:graphicFrameMkLst>
            <pc:docMk/>
            <pc:sldMk cId="1618963729" sldId="366"/>
            <ac:graphicFrameMk id="5" creationId="{18351B48-0CE2-67E0-001A-8FD69269E43D}"/>
          </ac:graphicFrameMkLst>
        </pc:graphicFrameChg>
      </pc:sldChg>
      <pc:sldChg chg="addSp delSp modSp mod setBg">
        <pc:chgData name="Surendra Kc" userId="880eb05b-cc72-4250-920b-6630e35cf82c" providerId="ADAL" clId="{7E39F733-7C09-4FDE-B7EF-27B2D2BFDDC2}" dt="2025-07-11T11:43:12.756" v="102" actId="26606"/>
        <pc:sldMkLst>
          <pc:docMk/>
          <pc:sldMk cId="4230974150" sldId="367"/>
        </pc:sldMkLst>
        <pc:spChg chg="mod">
          <ac:chgData name="Surendra Kc" userId="880eb05b-cc72-4250-920b-6630e35cf82c" providerId="ADAL" clId="{7E39F733-7C09-4FDE-B7EF-27B2D2BFDDC2}" dt="2025-07-11T11:43:12.756" v="102" actId="26606"/>
          <ac:spMkLst>
            <pc:docMk/>
            <pc:sldMk cId="4230974150" sldId="367"/>
            <ac:spMk id="2" creationId="{32D93202-0C5F-B641-511A-EE50ECD8124C}"/>
          </ac:spMkLst>
        </pc:spChg>
        <pc:spChg chg="add">
          <ac:chgData name="Surendra Kc" userId="880eb05b-cc72-4250-920b-6630e35cf82c" providerId="ADAL" clId="{7E39F733-7C09-4FDE-B7EF-27B2D2BFDDC2}" dt="2025-07-11T11:43:12.756" v="102" actId="26606"/>
          <ac:spMkLst>
            <pc:docMk/>
            <pc:sldMk cId="4230974150" sldId="367"/>
            <ac:spMk id="9" creationId="{738F59A4-4431-460D-8E49-6E65C189A566}"/>
          </ac:spMkLst>
        </pc:spChg>
        <pc:grpChg chg="add">
          <ac:chgData name="Surendra Kc" userId="880eb05b-cc72-4250-920b-6630e35cf82c" providerId="ADAL" clId="{7E39F733-7C09-4FDE-B7EF-27B2D2BFDDC2}" dt="2025-07-11T11:43:12.756" v="102" actId="26606"/>
          <ac:grpSpMkLst>
            <pc:docMk/>
            <pc:sldMk cId="4230974150" sldId="367"/>
            <ac:grpSpMk id="11" creationId="{8A919B9C-5C01-47E4-B2F2-45F589208ABF}"/>
          </ac:grpSpMkLst>
        </pc:grpChg>
        <pc:graphicFrameChg chg="add">
          <ac:chgData name="Surendra Kc" userId="880eb05b-cc72-4250-920b-6630e35cf82c" providerId="ADAL" clId="{7E39F733-7C09-4FDE-B7EF-27B2D2BFDDC2}" dt="2025-07-11T11:43:12.756" v="102" actId="26606"/>
          <ac:graphicFrameMkLst>
            <pc:docMk/>
            <pc:sldMk cId="4230974150" sldId="367"/>
            <ac:graphicFrameMk id="5" creationId="{E2C12940-0747-BBF0-508B-CB357BD61C6F}"/>
          </ac:graphicFrameMkLst>
        </pc:graphicFrameChg>
      </pc:sldChg>
      <pc:sldChg chg="addSp delSp modSp mod setBg">
        <pc:chgData name="Surendra Kc" userId="880eb05b-cc72-4250-920b-6630e35cf82c" providerId="ADAL" clId="{7E39F733-7C09-4FDE-B7EF-27B2D2BFDDC2}" dt="2025-07-11T11:43:37.800" v="119" actId="26606"/>
        <pc:sldMkLst>
          <pc:docMk/>
          <pc:sldMk cId="1750660675" sldId="368"/>
        </pc:sldMkLst>
        <pc:spChg chg="mod">
          <ac:chgData name="Surendra Kc" userId="880eb05b-cc72-4250-920b-6630e35cf82c" providerId="ADAL" clId="{7E39F733-7C09-4FDE-B7EF-27B2D2BFDDC2}" dt="2025-07-11T11:43:37.800" v="119" actId="26606"/>
          <ac:spMkLst>
            <pc:docMk/>
            <pc:sldMk cId="1750660675" sldId="368"/>
            <ac:spMk id="2" creationId="{411D4AC6-FC51-526D-343B-C8CA4D816331}"/>
          </ac:spMkLst>
        </pc:spChg>
        <pc:spChg chg="add">
          <ac:chgData name="Surendra Kc" userId="880eb05b-cc72-4250-920b-6630e35cf82c" providerId="ADAL" clId="{7E39F733-7C09-4FDE-B7EF-27B2D2BFDDC2}" dt="2025-07-11T11:43:37.800" v="119" actId="26606"/>
          <ac:spMkLst>
            <pc:docMk/>
            <pc:sldMk cId="1750660675" sldId="368"/>
            <ac:spMk id="9" creationId="{738F59A4-4431-460D-8E49-6E65C189A566}"/>
          </ac:spMkLst>
        </pc:spChg>
        <pc:grpChg chg="add">
          <ac:chgData name="Surendra Kc" userId="880eb05b-cc72-4250-920b-6630e35cf82c" providerId="ADAL" clId="{7E39F733-7C09-4FDE-B7EF-27B2D2BFDDC2}" dt="2025-07-11T11:43:37.800" v="119" actId="26606"/>
          <ac:grpSpMkLst>
            <pc:docMk/>
            <pc:sldMk cId="1750660675" sldId="368"/>
            <ac:grpSpMk id="11" creationId="{8A919B9C-5C01-47E4-B2F2-45F589208ABF}"/>
          </ac:grpSpMkLst>
        </pc:grpChg>
        <pc:graphicFrameChg chg="add">
          <ac:chgData name="Surendra Kc" userId="880eb05b-cc72-4250-920b-6630e35cf82c" providerId="ADAL" clId="{7E39F733-7C09-4FDE-B7EF-27B2D2BFDDC2}" dt="2025-07-11T11:43:37.800" v="119" actId="26606"/>
          <ac:graphicFrameMkLst>
            <pc:docMk/>
            <pc:sldMk cId="1750660675" sldId="368"/>
            <ac:graphicFrameMk id="5" creationId="{B4316B10-033A-E8DF-9FAF-ACAFE1E8A89C}"/>
          </ac:graphicFrameMkLst>
        </pc:graphicFrameChg>
      </pc:sldChg>
      <pc:sldChg chg="addSp delSp modSp mod setBg">
        <pc:chgData name="Surendra Kc" userId="880eb05b-cc72-4250-920b-6630e35cf82c" providerId="ADAL" clId="{7E39F733-7C09-4FDE-B7EF-27B2D2BFDDC2}" dt="2025-07-11T11:34:53.251" v="3" actId="26606"/>
        <pc:sldMkLst>
          <pc:docMk/>
          <pc:sldMk cId="2234388192" sldId="372"/>
        </pc:sldMkLst>
        <pc:spChg chg="mod">
          <ac:chgData name="Surendra Kc" userId="880eb05b-cc72-4250-920b-6630e35cf82c" providerId="ADAL" clId="{7E39F733-7C09-4FDE-B7EF-27B2D2BFDDC2}" dt="2025-07-11T11:34:53.251" v="3" actId="26606"/>
          <ac:spMkLst>
            <pc:docMk/>
            <pc:sldMk cId="2234388192" sldId="372"/>
            <ac:spMk id="2" creationId="{1CF250C5-174E-4813-9998-5EBB9D419F1E}"/>
          </ac:spMkLst>
        </pc:spChg>
        <pc:spChg chg="add">
          <ac:chgData name="Surendra Kc" userId="880eb05b-cc72-4250-920b-6630e35cf82c" providerId="ADAL" clId="{7E39F733-7C09-4FDE-B7EF-27B2D2BFDDC2}" dt="2025-07-11T11:34:53.251" v="3" actId="26606"/>
          <ac:spMkLst>
            <pc:docMk/>
            <pc:sldMk cId="2234388192" sldId="372"/>
            <ac:spMk id="9" creationId="{89A320C9-9735-4D13-8279-C1C674841392}"/>
          </ac:spMkLst>
        </pc:spChg>
        <pc:spChg chg="add">
          <ac:chgData name="Surendra Kc" userId="880eb05b-cc72-4250-920b-6630e35cf82c" providerId="ADAL" clId="{7E39F733-7C09-4FDE-B7EF-27B2D2BFDDC2}" dt="2025-07-11T11:34:53.251" v="3" actId="26606"/>
          <ac:spMkLst>
            <pc:docMk/>
            <pc:sldMk cId="2234388192" sldId="372"/>
            <ac:spMk id="11" creationId="{92544CF4-9B52-4A7B-A4B3-88C72729B77D}"/>
          </ac:spMkLst>
        </pc:spChg>
        <pc:spChg chg="add">
          <ac:chgData name="Surendra Kc" userId="880eb05b-cc72-4250-920b-6630e35cf82c" providerId="ADAL" clId="{7E39F733-7C09-4FDE-B7EF-27B2D2BFDDC2}" dt="2025-07-11T11:34:53.251" v="3" actId="26606"/>
          <ac:spMkLst>
            <pc:docMk/>
            <pc:sldMk cId="2234388192" sldId="372"/>
            <ac:spMk id="13" creationId="{E75862C5-5C00-4421-BC7B-9B7B86DBC80D}"/>
          </ac:spMkLst>
        </pc:spChg>
        <pc:spChg chg="add">
          <ac:chgData name="Surendra Kc" userId="880eb05b-cc72-4250-920b-6630e35cf82c" providerId="ADAL" clId="{7E39F733-7C09-4FDE-B7EF-27B2D2BFDDC2}" dt="2025-07-11T11:34:53.251" v="3" actId="26606"/>
          <ac:spMkLst>
            <pc:docMk/>
            <pc:sldMk cId="2234388192" sldId="372"/>
            <ac:spMk id="15" creationId="{089440EF-9BE9-4AE9-8C28-00B02296CDB6}"/>
          </ac:spMkLst>
        </pc:spChg>
        <pc:graphicFrameChg chg="add">
          <ac:chgData name="Surendra Kc" userId="880eb05b-cc72-4250-920b-6630e35cf82c" providerId="ADAL" clId="{7E39F733-7C09-4FDE-B7EF-27B2D2BFDDC2}" dt="2025-07-11T11:34:53.251" v="3" actId="26606"/>
          <ac:graphicFrameMkLst>
            <pc:docMk/>
            <pc:sldMk cId="2234388192" sldId="372"/>
            <ac:graphicFrameMk id="5" creationId="{28252981-EE23-1D3F-6E93-8CA13A0BEBF1}"/>
          </ac:graphicFrameMkLst>
        </pc:graphicFrameChg>
      </pc:sldChg>
      <pc:sldChg chg="addSp delSp modSp mod setBg">
        <pc:chgData name="Surendra Kc" userId="880eb05b-cc72-4250-920b-6630e35cf82c" providerId="ADAL" clId="{7E39F733-7C09-4FDE-B7EF-27B2D2BFDDC2}" dt="2025-07-11T11:35:07.749" v="7" actId="26606"/>
        <pc:sldMkLst>
          <pc:docMk/>
          <pc:sldMk cId="475979183" sldId="373"/>
        </pc:sldMkLst>
        <pc:spChg chg="mod">
          <ac:chgData name="Surendra Kc" userId="880eb05b-cc72-4250-920b-6630e35cf82c" providerId="ADAL" clId="{7E39F733-7C09-4FDE-B7EF-27B2D2BFDDC2}" dt="2025-07-11T11:35:07.749" v="7" actId="26606"/>
          <ac:spMkLst>
            <pc:docMk/>
            <pc:sldMk cId="475979183" sldId="373"/>
            <ac:spMk id="2" creationId="{67B49784-A0A7-7D75-B178-E151A8B78CE9}"/>
          </ac:spMkLst>
        </pc:spChg>
        <pc:spChg chg="add">
          <ac:chgData name="Surendra Kc" userId="880eb05b-cc72-4250-920b-6630e35cf82c" providerId="ADAL" clId="{7E39F733-7C09-4FDE-B7EF-27B2D2BFDDC2}" dt="2025-07-11T11:35:07.749" v="7" actId="26606"/>
          <ac:spMkLst>
            <pc:docMk/>
            <pc:sldMk cId="475979183" sldId="373"/>
            <ac:spMk id="9" creationId="{89A320C9-9735-4D13-8279-C1C674841392}"/>
          </ac:spMkLst>
        </pc:spChg>
        <pc:spChg chg="add">
          <ac:chgData name="Surendra Kc" userId="880eb05b-cc72-4250-920b-6630e35cf82c" providerId="ADAL" clId="{7E39F733-7C09-4FDE-B7EF-27B2D2BFDDC2}" dt="2025-07-11T11:35:07.749" v="7" actId="26606"/>
          <ac:spMkLst>
            <pc:docMk/>
            <pc:sldMk cId="475979183" sldId="373"/>
            <ac:spMk id="11" creationId="{92544CF4-9B52-4A7B-A4B3-88C72729B77D}"/>
          </ac:spMkLst>
        </pc:spChg>
        <pc:spChg chg="add">
          <ac:chgData name="Surendra Kc" userId="880eb05b-cc72-4250-920b-6630e35cf82c" providerId="ADAL" clId="{7E39F733-7C09-4FDE-B7EF-27B2D2BFDDC2}" dt="2025-07-11T11:35:07.749" v="7" actId="26606"/>
          <ac:spMkLst>
            <pc:docMk/>
            <pc:sldMk cId="475979183" sldId="373"/>
            <ac:spMk id="13" creationId="{E75862C5-5C00-4421-BC7B-9B7B86DBC80D}"/>
          </ac:spMkLst>
        </pc:spChg>
        <pc:spChg chg="add">
          <ac:chgData name="Surendra Kc" userId="880eb05b-cc72-4250-920b-6630e35cf82c" providerId="ADAL" clId="{7E39F733-7C09-4FDE-B7EF-27B2D2BFDDC2}" dt="2025-07-11T11:35:07.749" v="7" actId="26606"/>
          <ac:spMkLst>
            <pc:docMk/>
            <pc:sldMk cId="475979183" sldId="373"/>
            <ac:spMk id="15" creationId="{089440EF-9BE9-4AE9-8C28-00B02296CDB6}"/>
          </ac:spMkLst>
        </pc:spChg>
        <pc:graphicFrameChg chg="add">
          <ac:chgData name="Surendra Kc" userId="880eb05b-cc72-4250-920b-6630e35cf82c" providerId="ADAL" clId="{7E39F733-7C09-4FDE-B7EF-27B2D2BFDDC2}" dt="2025-07-11T11:35:07.749" v="7" actId="26606"/>
          <ac:graphicFrameMkLst>
            <pc:docMk/>
            <pc:sldMk cId="475979183" sldId="373"/>
            <ac:graphicFrameMk id="5" creationId="{EAEE05E0-DD2B-F01E-6014-9EDDE15B53FB}"/>
          </ac:graphicFrameMkLst>
        </pc:graphicFrameChg>
      </pc:sldChg>
      <pc:sldChg chg="addSp delSp modSp mod setBg">
        <pc:chgData name="Surendra Kc" userId="880eb05b-cc72-4250-920b-6630e35cf82c" providerId="ADAL" clId="{7E39F733-7C09-4FDE-B7EF-27B2D2BFDDC2}" dt="2025-07-11T11:35:24.915" v="12" actId="26606"/>
        <pc:sldMkLst>
          <pc:docMk/>
          <pc:sldMk cId="2042867856" sldId="374"/>
        </pc:sldMkLst>
        <pc:spChg chg="mod">
          <ac:chgData name="Surendra Kc" userId="880eb05b-cc72-4250-920b-6630e35cf82c" providerId="ADAL" clId="{7E39F733-7C09-4FDE-B7EF-27B2D2BFDDC2}" dt="2025-07-11T11:35:24.915" v="12" actId="26606"/>
          <ac:spMkLst>
            <pc:docMk/>
            <pc:sldMk cId="2042867856" sldId="374"/>
            <ac:spMk id="2" creationId="{5C916DA5-6EC9-D7A2-B517-A1F5821C8436}"/>
          </ac:spMkLst>
        </pc:spChg>
        <pc:spChg chg="add">
          <ac:chgData name="Surendra Kc" userId="880eb05b-cc72-4250-920b-6630e35cf82c" providerId="ADAL" clId="{7E39F733-7C09-4FDE-B7EF-27B2D2BFDDC2}" dt="2025-07-11T11:35:24.915" v="12" actId="26606"/>
          <ac:spMkLst>
            <pc:docMk/>
            <pc:sldMk cId="2042867856" sldId="374"/>
            <ac:spMk id="9" creationId="{89A320C9-9735-4D13-8279-C1C674841392}"/>
          </ac:spMkLst>
        </pc:spChg>
        <pc:spChg chg="add">
          <ac:chgData name="Surendra Kc" userId="880eb05b-cc72-4250-920b-6630e35cf82c" providerId="ADAL" clId="{7E39F733-7C09-4FDE-B7EF-27B2D2BFDDC2}" dt="2025-07-11T11:35:24.915" v="12" actId="26606"/>
          <ac:spMkLst>
            <pc:docMk/>
            <pc:sldMk cId="2042867856" sldId="374"/>
            <ac:spMk id="11" creationId="{92544CF4-9B52-4A7B-A4B3-88C72729B77D}"/>
          </ac:spMkLst>
        </pc:spChg>
        <pc:spChg chg="add">
          <ac:chgData name="Surendra Kc" userId="880eb05b-cc72-4250-920b-6630e35cf82c" providerId="ADAL" clId="{7E39F733-7C09-4FDE-B7EF-27B2D2BFDDC2}" dt="2025-07-11T11:35:24.915" v="12" actId="26606"/>
          <ac:spMkLst>
            <pc:docMk/>
            <pc:sldMk cId="2042867856" sldId="374"/>
            <ac:spMk id="13" creationId="{E75862C5-5C00-4421-BC7B-9B7B86DBC80D}"/>
          </ac:spMkLst>
        </pc:spChg>
        <pc:spChg chg="add">
          <ac:chgData name="Surendra Kc" userId="880eb05b-cc72-4250-920b-6630e35cf82c" providerId="ADAL" clId="{7E39F733-7C09-4FDE-B7EF-27B2D2BFDDC2}" dt="2025-07-11T11:35:24.915" v="12" actId="26606"/>
          <ac:spMkLst>
            <pc:docMk/>
            <pc:sldMk cId="2042867856" sldId="374"/>
            <ac:spMk id="15" creationId="{089440EF-9BE9-4AE9-8C28-00B02296CDB6}"/>
          </ac:spMkLst>
        </pc:spChg>
        <pc:graphicFrameChg chg="add">
          <ac:chgData name="Surendra Kc" userId="880eb05b-cc72-4250-920b-6630e35cf82c" providerId="ADAL" clId="{7E39F733-7C09-4FDE-B7EF-27B2D2BFDDC2}" dt="2025-07-11T11:35:24.915" v="12" actId="26606"/>
          <ac:graphicFrameMkLst>
            <pc:docMk/>
            <pc:sldMk cId="2042867856" sldId="374"/>
            <ac:graphicFrameMk id="5" creationId="{AFA51538-C07C-399D-B60A-DECC4592DD24}"/>
          </ac:graphicFrameMkLst>
        </pc:graphicFrameChg>
      </pc:sldChg>
      <pc:sldChg chg="addSp delSp modSp mod setBg">
        <pc:chgData name="Surendra Kc" userId="880eb05b-cc72-4250-920b-6630e35cf82c" providerId="ADAL" clId="{7E39F733-7C09-4FDE-B7EF-27B2D2BFDDC2}" dt="2025-07-11T11:35:46.667" v="15" actId="26606"/>
        <pc:sldMkLst>
          <pc:docMk/>
          <pc:sldMk cId="534942313" sldId="376"/>
        </pc:sldMkLst>
        <pc:spChg chg="mod">
          <ac:chgData name="Surendra Kc" userId="880eb05b-cc72-4250-920b-6630e35cf82c" providerId="ADAL" clId="{7E39F733-7C09-4FDE-B7EF-27B2D2BFDDC2}" dt="2025-07-11T11:35:46.667" v="15" actId="26606"/>
          <ac:spMkLst>
            <pc:docMk/>
            <pc:sldMk cId="534942313" sldId="376"/>
            <ac:spMk id="2" creationId="{2E3D4ED0-B4A3-F303-BB01-8C754E355F6F}"/>
          </ac:spMkLst>
        </pc:spChg>
        <pc:spChg chg="mod">
          <ac:chgData name="Surendra Kc" userId="880eb05b-cc72-4250-920b-6630e35cf82c" providerId="ADAL" clId="{7E39F733-7C09-4FDE-B7EF-27B2D2BFDDC2}" dt="2025-07-11T11:35:46.667" v="15" actId="26606"/>
          <ac:spMkLst>
            <pc:docMk/>
            <pc:sldMk cId="534942313" sldId="376"/>
            <ac:spMk id="3" creationId="{C0F09516-33AB-FE7B-F4F6-D62597A364D8}"/>
          </ac:spMkLst>
        </pc:spChg>
        <pc:spChg chg="add">
          <ac:chgData name="Surendra Kc" userId="880eb05b-cc72-4250-920b-6630e35cf82c" providerId="ADAL" clId="{7E39F733-7C09-4FDE-B7EF-27B2D2BFDDC2}" dt="2025-07-11T11:35:46.667" v="15" actId="26606"/>
          <ac:spMkLst>
            <pc:docMk/>
            <pc:sldMk cId="534942313" sldId="376"/>
            <ac:spMk id="14" creationId="{907EF6B7-1338-4443-8C46-6A318D952DFD}"/>
          </ac:spMkLst>
        </pc:spChg>
        <pc:spChg chg="add">
          <ac:chgData name="Surendra Kc" userId="880eb05b-cc72-4250-920b-6630e35cf82c" providerId="ADAL" clId="{7E39F733-7C09-4FDE-B7EF-27B2D2BFDDC2}" dt="2025-07-11T11:35:46.667" v="15" actId="26606"/>
          <ac:spMkLst>
            <pc:docMk/>
            <pc:sldMk cId="534942313" sldId="376"/>
            <ac:spMk id="15" creationId="{DAAE4CDD-124C-4DCF-9584-B6033B545DD5}"/>
          </ac:spMkLst>
        </pc:spChg>
        <pc:spChg chg="add">
          <ac:chgData name="Surendra Kc" userId="880eb05b-cc72-4250-920b-6630e35cf82c" providerId="ADAL" clId="{7E39F733-7C09-4FDE-B7EF-27B2D2BFDDC2}" dt="2025-07-11T11:35:46.667" v="15" actId="26606"/>
          <ac:spMkLst>
            <pc:docMk/>
            <pc:sldMk cId="534942313" sldId="376"/>
            <ac:spMk id="16" creationId="{081E4A58-353D-44AE-B2FC-2A74E2E400F7}"/>
          </ac:spMkLst>
        </pc:spChg>
      </pc:sldChg>
      <pc:sldChg chg="addSp modSp mod setBg">
        <pc:chgData name="Surendra Kc" userId="880eb05b-cc72-4250-920b-6630e35cf82c" providerId="ADAL" clId="{7E39F733-7C09-4FDE-B7EF-27B2D2BFDDC2}" dt="2025-07-11T11:38:31.441" v="25" actId="20577"/>
        <pc:sldMkLst>
          <pc:docMk/>
          <pc:sldMk cId="1898241954" sldId="377"/>
        </pc:sldMkLst>
        <pc:spChg chg="mod">
          <ac:chgData name="Surendra Kc" userId="880eb05b-cc72-4250-920b-6630e35cf82c" providerId="ADAL" clId="{7E39F733-7C09-4FDE-B7EF-27B2D2BFDDC2}" dt="2025-07-11T11:35:51.788" v="16" actId="26606"/>
          <ac:spMkLst>
            <pc:docMk/>
            <pc:sldMk cId="1898241954" sldId="377"/>
            <ac:spMk id="2" creationId="{BEDC18E7-7A11-AFCE-FC2B-D1D9FDD7F3BA}"/>
          </ac:spMkLst>
        </pc:spChg>
        <pc:spChg chg="mod">
          <ac:chgData name="Surendra Kc" userId="880eb05b-cc72-4250-920b-6630e35cf82c" providerId="ADAL" clId="{7E39F733-7C09-4FDE-B7EF-27B2D2BFDDC2}" dt="2025-07-11T11:38:31.441" v="25" actId="20577"/>
          <ac:spMkLst>
            <pc:docMk/>
            <pc:sldMk cId="1898241954" sldId="377"/>
            <ac:spMk id="3" creationId="{5CB4F4DF-2A84-AFC5-C607-42A431B54AD3}"/>
          </ac:spMkLst>
        </pc:spChg>
        <pc:spChg chg="add">
          <ac:chgData name="Surendra Kc" userId="880eb05b-cc72-4250-920b-6630e35cf82c" providerId="ADAL" clId="{7E39F733-7C09-4FDE-B7EF-27B2D2BFDDC2}" dt="2025-07-11T11:35:51.788" v="16" actId="26606"/>
          <ac:spMkLst>
            <pc:docMk/>
            <pc:sldMk cId="1898241954" sldId="377"/>
            <ac:spMk id="8" creationId="{907EF6B7-1338-4443-8C46-6A318D952DFD}"/>
          </ac:spMkLst>
        </pc:spChg>
        <pc:spChg chg="add">
          <ac:chgData name="Surendra Kc" userId="880eb05b-cc72-4250-920b-6630e35cf82c" providerId="ADAL" clId="{7E39F733-7C09-4FDE-B7EF-27B2D2BFDDC2}" dt="2025-07-11T11:35:51.788" v="16" actId="26606"/>
          <ac:spMkLst>
            <pc:docMk/>
            <pc:sldMk cId="1898241954" sldId="377"/>
            <ac:spMk id="10" creationId="{DAAE4CDD-124C-4DCF-9584-B6033B545DD5}"/>
          </ac:spMkLst>
        </pc:spChg>
        <pc:spChg chg="add">
          <ac:chgData name="Surendra Kc" userId="880eb05b-cc72-4250-920b-6630e35cf82c" providerId="ADAL" clId="{7E39F733-7C09-4FDE-B7EF-27B2D2BFDDC2}" dt="2025-07-11T11:35:51.788" v="16" actId="26606"/>
          <ac:spMkLst>
            <pc:docMk/>
            <pc:sldMk cId="1898241954" sldId="377"/>
            <ac:spMk id="12" creationId="{081E4A58-353D-44AE-B2FC-2A74E2E400F7}"/>
          </ac:spMkLst>
        </pc:spChg>
      </pc:sldChg>
      <pc:sldChg chg="addSp modSp mod setBg">
        <pc:chgData name="Surendra Kc" userId="880eb05b-cc72-4250-920b-6630e35cf82c" providerId="ADAL" clId="{7E39F733-7C09-4FDE-B7EF-27B2D2BFDDC2}" dt="2025-07-16T05:17:03.508" v="825" actId="20577"/>
        <pc:sldMkLst>
          <pc:docMk/>
          <pc:sldMk cId="2488862769" sldId="378"/>
        </pc:sldMkLst>
        <pc:spChg chg="mod">
          <ac:chgData name="Surendra Kc" userId="880eb05b-cc72-4250-920b-6630e35cf82c" providerId="ADAL" clId="{7E39F733-7C09-4FDE-B7EF-27B2D2BFDDC2}" dt="2025-07-11T11:38:36.431" v="26" actId="26606"/>
          <ac:spMkLst>
            <pc:docMk/>
            <pc:sldMk cId="2488862769" sldId="378"/>
            <ac:spMk id="2" creationId="{4821A465-D47E-AFB1-B483-08EBE180038C}"/>
          </ac:spMkLst>
        </pc:spChg>
        <pc:spChg chg="mod">
          <ac:chgData name="Surendra Kc" userId="880eb05b-cc72-4250-920b-6630e35cf82c" providerId="ADAL" clId="{7E39F733-7C09-4FDE-B7EF-27B2D2BFDDC2}" dt="2025-07-16T05:17:03.508" v="825" actId="20577"/>
          <ac:spMkLst>
            <pc:docMk/>
            <pc:sldMk cId="2488862769" sldId="378"/>
            <ac:spMk id="3" creationId="{F6865034-F4DD-D01B-642F-3199F5CE047E}"/>
          </ac:spMkLst>
        </pc:spChg>
        <pc:spChg chg="add">
          <ac:chgData name="Surendra Kc" userId="880eb05b-cc72-4250-920b-6630e35cf82c" providerId="ADAL" clId="{7E39F733-7C09-4FDE-B7EF-27B2D2BFDDC2}" dt="2025-07-11T11:38:36.431" v="26" actId="26606"/>
          <ac:spMkLst>
            <pc:docMk/>
            <pc:sldMk cId="2488862769" sldId="378"/>
            <ac:spMk id="8" creationId="{907EF6B7-1338-4443-8C46-6A318D952DFD}"/>
          </ac:spMkLst>
        </pc:spChg>
        <pc:spChg chg="add">
          <ac:chgData name="Surendra Kc" userId="880eb05b-cc72-4250-920b-6630e35cf82c" providerId="ADAL" clId="{7E39F733-7C09-4FDE-B7EF-27B2D2BFDDC2}" dt="2025-07-11T11:38:36.431" v="26" actId="26606"/>
          <ac:spMkLst>
            <pc:docMk/>
            <pc:sldMk cId="2488862769" sldId="378"/>
            <ac:spMk id="10" creationId="{DAAE4CDD-124C-4DCF-9584-B6033B545DD5}"/>
          </ac:spMkLst>
        </pc:spChg>
        <pc:spChg chg="add">
          <ac:chgData name="Surendra Kc" userId="880eb05b-cc72-4250-920b-6630e35cf82c" providerId="ADAL" clId="{7E39F733-7C09-4FDE-B7EF-27B2D2BFDDC2}" dt="2025-07-11T11:38:36.431" v="26" actId="26606"/>
          <ac:spMkLst>
            <pc:docMk/>
            <pc:sldMk cId="2488862769" sldId="378"/>
            <ac:spMk id="12" creationId="{081E4A58-353D-44AE-B2FC-2A74E2E400F7}"/>
          </ac:spMkLst>
        </pc:spChg>
      </pc:sldChg>
      <pc:sldChg chg="ord">
        <pc:chgData name="Surendra Kc" userId="880eb05b-cc72-4250-920b-6630e35cf82c" providerId="ADAL" clId="{7E39F733-7C09-4FDE-B7EF-27B2D2BFDDC2}" dt="2025-07-16T05:16:47.852" v="819"/>
        <pc:sldMkLst>
          <pc:docMk/>
          <pc:sldMk cId="2115531907" sldId="379"/>
        </pc:sldMkLst>
      </pc:sldChg>
      <pc:sldChg chg="addSp modSp mod setBg">
        <pc:chgData name="Surendra Kc" userId="880eb05b-cc72-4250-920b-6630e35cf82c" providerId="ADAL" clId="{7E39F733-7C09-4FDE-B7EF-27B2D2BFDDC2}" dt="2025-07-11T11:38:57.674" v="36" actId="26606"/>
        <pc:sldMkLst>
          <pc:docMk/>
          <pc:sldMk cId="3867938160" sldId="380"/>
        </pc:sldMkLst>
        <pc:spChg chg="mod">
          <ac:chgData name="Surendra Kc" userId="880eb05b-cc72-4250-920b-6630e35cf82c" providerId="ADAL" clId="{7E39F733-7C09-4FDE-B7EF-27B2D2BFDDC2}" dt="2025-07-11T11:38:57.674" v="36" actId="26606"/>
          <ac:spMkLst>
            <pc:docMk/>
            <pc:sldMk cId="3867938160" sldId="380"/>
            <ac:spMk id="2" creationId="{E9D4D376-3773-8EAC-0AFB-DCD927B83ED3}"/>
          </ac:spMkLst>
        </pc:spChg>
        <pc:spChg chg="mod">
          <ac:chgData name="Surendra Kc" userId="880eb05b-cc72-4250-920b-6630e35cf82c" providerId="ADAL" clId="{7E39F733-7C09-4FDE-B7EF-27B2D2BFDDC2}" dt="2025-07-11T11:38:57.674" v="36" actId="26606"/>
          <ac:spMkLst>
            <pc:docMk/>
            <pc:sldMk cId="3867938160" sldId="380"/>
            <ac:spMk id="3" creationId="{BE79450E-7201-1B96-6EFE-76858F1936C1}"/>
          </ac:spMkLst>
        </pc:spChg>
        <pc:spChg chg="add">
          <ac:chgData name="Surendra Kc" userId="880eb05b-cc72-4250-920b-6630e35cf82c" providerId="ADAL" clId="{7E39F733-7C09-4FDE-B7EF-27B2D2BFDDC2}" dt="2025-07-11T11:38:57.674" v="36" actId="26606"/>
          <ac:spMkLst>
            <pc:docMk/>
            <pc:sldMk cId="3867938160" sldId="380"/>
            <ac:spMk id="8" creationId="{907EF6B7-1338-4443-8C46-6A318D952DFD}"/>
          </ac:spMkLst>
        </pc:spChg>
        <pc:spChg chg="add">
          <ac:chgData name="Surendra Kc" userId="880eb05b-cc72-4250-920b-6630e35cf82c" providerId="ADAL" clId="{7E39F733-7C09-4FDE-B7EF-27B2D2BFDDC2}" dt="2025-07-11T11:38:57.674" v="36" actId="26606"/>
          <ac:spMkLst>
            <pc:docMk/>
            <pc:sldMk cId="3867938160" sldId="380"/>
            <ac:spMk id="10" creationId="{DAAE4CDD-124C-4DCF-9584-B6033B545DD5}"/>
          </ac:spMkLst>
        </pc:spChg>
        <pc:spChg chg="add">
          <ac:chgData name="Surendra Kc" userId="880eb05b-cc72-4250-920b-6630e35cf82c" providerId="ADAL" clId="{7E39F733-7C09-4FDE-B7EF-27B2D2BFDDC2}" dt="2025-07-11T11:38:57.674" v="36" actId="26606"/>
          <ac:spMkLst>
            <pc:docMk/>
            <pc:sldMk cId="3867938160" sldId="380"/>
            <ac:spMk id="12" creationId="{081E4A58-353D-44AE-B2FC-2A74E2E400F7}"/>
          </ac:spMkLst>
        </pc:spChg>
      </pc:sldChg>
      <pc:sldChg chg="addSp modSp mod setBg">
        <pc:chgData name="Surendra Kc" userId="880eb05b-cc72-4250-920b-6630e35cf82c" providerId="ADAL" clId="{7E39F733-7C09-4FDE-B7EF-27B2D2BFDDC2}" dt="2025-07-11T11:39:03.627" v="37" actId="26606"/>
        <pc:sldMkLst>
          <pc:docMk/>
          <pc:sldMk cId="2099904824" sldId="381"/>
        </pc:sldMkLst>
        <pc:spChg chg="mod">
          <ac:chgData name="Surendra Kc" userId="880eb05b-cc72-4250-920b-6630e35cf82c" providerId="ADAL" clId="{7E39F733-7C09-4FDE-B7EF-27B2D2BFDDC2}" dt="2025-07-11T11:39:03.627" v="37" actId="26606"/>
          <ac:spMkLst>
            <pc:docMk/>
            <pc:sldMk cId="2099904824" sldId="381"/>
            <ac:spMk id="2" creationId="{E309D3A7-9A96-4DE9-2E38-6F94DD1D0295}"/>
          </ac:spMkLst>
        </pc:spChg>
        <pc:spChg chg="mod">
          <ac:chgData name="Surendra Kc" userId="880eb05b-cc72-4250-920b-6630e35cf82c" providerId="ADAL" clId="{7E39F733-7C09-4FDE-B7EF-27B2D2BFDDC2}" dt="2025-07-11T11:39:03.627" v="37" actId="26606"/>
          <ac:spMkLst>
            <pc:docMk/>
            <pc:sldMk cId="2099904824" sldId="381"/>
            <ac:spMk id="3" creationId="{2BDF5364-B131-2AF1-EB70-FC995FEE3EBB}"/>
          </ac:spMkLst>
        </pc:spChg>
        <pc:spChg chg="add">
          <ac:chgData name="Surendra Kc" userId="880eb05b-cc72-4250-920b-6630e35cf82c" providerId="ADAL" clId="{7E39F733-7C09-4FDE-B7EF-27B2D2BFDDC2}" dt="2025-07-11T11:39:03.627" v="37" actId="26606"/>
          <ac:spMkLst>
            <pc:docMk/>
            <pc:sldMk cId="2099904824" sldId="381"/>
            <ac:spMk id="8" creationId="{907EF6B7-1338-4443-8C46-6A318D952DFD}"/>
          </ac:spMkLst>
        </pc:spChg>
        <pc:spChg chg="add">
          <ac:chgData name="Surendra Kc" userId="880eb05b-cc72-4250-920b-6630e35cf82c" providerId="ADAL" clId="{7E39F733-7C09-4FDE-B7EF-27B2D2BFDDC2}" dt="2025-07-11T11:39:03.627" v="37" actId="26606"/>
          <ac:spMkLst>
            <pc:docMk/>
            <pc:sldMk cId="2099904824" sldId="381"/>
            <ac:spMk id="10" creationId="{DAAE4CDD-124C-4DCF-9584-B6033B545DD5}"/>
          </ac:spMkLst>
        </pc:spChg>
        <pc:spChg chg="add">
          <ac:chgData name="Surendra Kc" userId="880eb05b-cc72-4250-920b-6630e35cf82c" providerId="ADAL" clId="{7E39F733-7C09-4FDE-B7EF-27B2D2BFDDC2}" dt="2025-07-11T11:39:03.627" v="37" actId="26606"/>
          <ac:spMkLst>
            <pc:docMk/>
            <pc:sldMk cId="2099904824" sldId="381"/>
            <ac:spMk id="12" creationId="{081E4A58-353D-44AE-B2FC-2A74E2E400F7}"/>
          </ac:spMkLst>
        </pc:spChg>
      </pc:sldChg>
      <pc:sldChg chg="addSp delSp modSp new mod setBg">
        <pc:chgData name="Surendra Kc" userId="880eb05b-cc72-4250-920b-6630e35cf82c" providerId="ADAL" clId="{7E39F733-7C09-4FDE-B7EF-27B2D2BFDDC2}" dt="2025-07-13T02:11:16.069" v="122" actId="26606"/>
        <pc:sldMkLst>
          <pc:docMk/>
          <pc:sldMk cId="3952490044" sldId="382"/>
        </pc:sldMkLst>
        <pc:spChg chg="add">
          <ac:chgData name="Surendra Kc" userId="880eb05b-cc72-4250-920b-6630e35cf82c" providerId="ADAL" clId="{7E39F733-7C09-4FDE-B7EF-27B2D2BFDDC2}" dt="2025-07-13T02:11:16.069" v="122" actId="26606"/>
          <ac:spMkLst>
            <pc:docMk/>
            <pc:sldMk cId="3952490044" sldId="382"/>
            <ac:spMk id="9223" creationId="{42A4FC2C-047E-45A5-965D-8E1E3BF09BC6}"/>
          </ac:spMkLst>
        </pc:spChg>
        <pc:picChg chg="add mod">
          <ac:chgData name="Surendra Kc" userId="880eb05b-cc72-4250-920b-6630e35cf82c" providerId="ADAL" clId="{7E39F733-7C09-4FDE-B7EF-27B2D2BFDDC2}" dt="2025-07-13T02:11:16.069" v="122" actId="26606"/>
          <ac:picMkLst>
            <pc:docMk/>
            <pc:sldMk cId="3952490044" sldId="382"/>
            <ac:picMk id="9218" creationId="{F2237B3F-81EB-AF9C-E7C9-F1871A9E78AE}"/>
          </ac:picMkLst>
        </pc:picChg>
      </pc:sldChg>
      <pc:sldChg chg="addSp delSp modSp new mod setBg">
        <pc:chgData name="Surendra Kc" userId="880eb05b-cc72-4250-920b-6630e35cf82c" providerId="ADAL" clId="{7E39F733-7C09-4FDE-B7EF-27B2D2BFDDC2}" dt="2025-07-13T02:26:47.501" v="272" actId="26606"/>
        <pc:sldMkLst>
          <pc:docMk/>
          <pc:sldMk cId="407320064" sldId="383"/>
        </pc:sldMkLst>
        <pc:spChg chg="mod">
          <ac:chgData name="Surendra Kc" userId="880eb05b-cc72-4250-920b-6630e35cf82c" providerId="ADAL" clId="{7E39F733-7C09-4FDE-B7EF-27B2D2BFDDC2}" dt="2025-07-13T02:26:47.501" v="272" actId="26606"/>
          <ac:spMkLst>
            <pc:docMk/>
            <pc:sldMk cId="407320064" sldId="383"/>
            <ac:spMk id="2" creationId="{AB1B347C-61F4-DEC4-5DCD-46C63B2099E0}"/>
          </ac:spMkLst>
        </pc:spChg>
        <pc:spChg chg="add">
          <ac:chgData name="Surendra Kc" userId="880eb05b-cc72-4250-920b-6630e35cf82c" providerId="ADAL" clId="{7E39F733-7C09-4FDE-B7EF-27B2D2BFDDC2}" dt="2025-07-13T02:26:47.501" v="272" actId="26606"/>
          <ac:spMkLst>
            <pc:docMk/>
            <pc:sldMk cId="407320064" sldId="383"/>
            <ac:spMk id="10" creationId="{B50AB553-2A96-4A92-96F2-93548E096954}"/>
          </ac:spMkLst>
        </pc:spChg>
        <pc:graphicFrameChg chg="add">
          <ac:chgData name="Surendra Kc" userId="880eb05b-cc72-4250-920b-6630e35cf82c" providerId="ADAL" clId="{7E39F733-7C09-4FDE-B7EF-27B2D2BFDDC2}" dt="2025-07-13T02:26:47.501" v="272" actId="26606"/>
          <ac:graphicFrameMkLst>
            <pc:docMk/>
            <pc:sldMk cId="407320064" sldId="383"/>
            <ac:graphicFrameMk id="5" creationId="{E85DBF55-E8E3-31C6-A74D-426E67CE56A7}"/>
          </ac:graphicFrameMkLst>
        </pc:graphicFrameChg>
        <pc:picChg chg="add">
          <ac:chgData name="Surendra Kc" userId="880eb05b-cc72-4250-920b-6630e35cf82c" providerId="ADAL" clId="{7E39F733-7C09-4FDE-B7EF-27B2D2BFDDC2}" dt="2025-07-13T02:26:47.501" v="272" actId="26606"/>
          <ac:picMkLst>
            <pc:docMk/>
            <pc:sldMk cId="407320064" sldId="383"/>
            <ac:picMk id="6" creationId="{648E1778-C123-5099-1490-76AF7B8942B9}"/>
          </ac:picMkLst>
        </pc:picChg>
      </pc:sldChg>
      <pc:sldChg chg="addSp delSp modSp add mod setBg">
        <pc:chgData name="Surendra Kc" userId="880eb05b-cc72-4250-920b-6630e35cf82c" providerId="ADAL" clId="{7E39F733-7C09-4FDE-B7EF-27B2D2BFDDC2}" dt="2025-07-13T02:27:01.216" v="273" actId="26606"/>
        <pc:sldMkLst>
          <pc:docMk/>
          <pc:sldMk cId="1311143751" sldId="384"/>
        </pc:sldMkLst>
        <pc:spChg chg="mod">
          <ac:chgData name="Surendra Kc" userId="880eb05b-cc72-4250-920b-6630e35cf82c" providerId="ADAL" clId="{7E39F733-7C09-4FDE-B7EF-27B2D2BFDDC2}" dt="2025-07-13T02:27:01.216" v="273" actId="26606"/>
          <ac:spMkLst>
            <pc:docMk/>
            <pc:sldMk cId="1311143751" sldId="384"/>
            <ac:spMk id="2" creationId="{C7B3CA4C-A221-AD90-DF6F-603DDF2F3ED5}"/>
          </ac:spMkLst>
        </pc:spChg>
        <pc:spChg chg="add">
          <ac:chgData name="Surendra Kc" userId="880eb05b-cc72-4250-920b-6630e35cf82c" providerId="ADAL" clId="{7E39F733-7C09-4FDE-B7EF-27B2D2BFDDC2}" dt="2025-07-13T02:27:01.216" v="273" actId="26606"/>
          <ac:spMkLst>
            <pc:docMk/>
            <pc:sldMk cId="1311143751" sldId="384"/>
            <ac:spMk id="9" creationId="{7517A47C-B2E5-4B79-8061-D74B1311AF6E}"/>
          </ac:spMkLst>
        </pc:spChg>
        <pc:spChg chg="add">
          <ac:chgData name="Surendra Kc" userId="880eb05b-cc72-4250-920b-6630e35cf82c" providerId="ADAL" clId="{7E39F733-7C09-4FDE-B7EF-27B2D2BFDDC2}" dt="2025-07-13T02:27:01.216" v="273" actId="26606"/>
          <ac:spMkLst>
            <pc:docMk/>
            <pc:sldMk cId="1311143751" sldId="384"/>
            <ac:spMk id="11" creationId="{C505E780-2083-4CB5-A42A-5E0E2908ECC3}"/>
          </ac:spMkLst>
        </pc:spChg>
        <pc:spChg chg="add">
          <ac:chgData name="Surendra Kc" userId="880eb05b-cc72-4250-920b-6630e35cf82c" providerId="ADAL" clId="{7E39F733-7C09-4FDE-B7EF-27B2D2BFDDC2}" dt="2025-07-13T02:27:01.216" v="273" actId="26606"/>
          <ac:spMkLst>
            <pc:docMk/>
            <pc:sldMk cId="1311143751" sldId="384"/>
            <ac:spMk id="13" creationId="{D2C0AE1C-0118-41AE-8A10-7CDCBF10E96F}"/>
          </ac:spMkLst>
        </pc:spChg>
        <pc:spChg chg="add">
          <ac:chgData name="Surendra Kc" userId="880eb05b-cc72-4250-920b-6630e35cf82c" providerId="ADAL" clId="{7E39F733-7C09-4FDE-B7EF-27B2D2BFDDC2}" dt="2025-07-13T02:27:01.216" v="273" actId="26606"/>
          <ac:spMkLst>
            <pc:docMk/>
            <pc:sldMk cId="1311143751" sldId="384"/>
            <ac:spMk id="15" creationId="{463EEC44-1BA3-44ED-81FC-A644B04B2A44}"/>
          </ac:spMkLst>
        </pc:spChg>
        <pc:graphicFrameChg chg="add">
          <ac:chgData name="Surendra Kc" userId="880eb05b-cc72-4250-920b-6630e35cf82c" providerId="ADAL" clId="{7E39F733-7C09-4FDE-B7EF-27B2D2BFDDC2}" dt="2025-07-13T02:27:01.216" v="273" actId="26606"/>
          <ac:graphicFrameMkLst>
            <pc:docMk/>
            <pc:sldMk cId="1311143751" sldId="384"/>
            <ac:graphicFrameMk id="5" creationId="{2D83BD71-1CAF-DD68-2286-D831548A5004}"/>
          </ac:graphicFrameMkLst>
        </pc:graphicFrameChg>
      </pc:sldChg>
      <pc:sldChg chg="addSp delSp modSp add mod setBg">
        <pc:chgData name="Surendra Kc" userId="880eb05b-cc72-4250-920b-6630e35cf82c" providerId="ADAL" clId="{7E39F733-7C09-4FDE-B7EF-27B2D2BFDDC2}" dt="2025-07-13T02:27:16.903" v="276" actId="26606"/>
        <pc:sldMkLst>
          <pc:docMk/>
          <pc:sldMk cId="1027952993" sldId="385"/>
        </pc:sldMkLst>
        <pc:spChg chg="mod">
          <ac:chgData name="Surendra Kc" userId="880eb05b-cc72-4250-920b-6630e35cf82c" providerId="ADAL" clId="{7E39F733-7C09-4FDE-B7EF-27B2D2BFDDC2}" dt="2025-07-13T02:27:16.903" v="276" actId="26606"/>
          <ac:spMkLst>
            <pc:docMk/>
            <pc:sldMk cId="1027952993" sldId="385"/>
            <ac:spMk id="2" creationId="{0F2E33B3-AB06-CAF4-5B4A-B99FA196826D}"/>
          </ac:spMkLst>
        </pc:spChg>
        <pc:spChg chg="add">
          <ac:chgData name="Surendra Kc" userId="880eb05b-cc72-4250-920b-6630e35cf82c" providerId="ADAL" clId="{7E39F733-7C09-4FDE-B7EF-27B2D2BFDDC2}" dt="2025-07-13T02:27:16.903" v="276" actId="26606"/>
          <ac:spMkLst>
            <pc:docMk/>
            <pc:sldMk cId="1027952993" sldId="385"/>
            <ac:spMk id="13" creationId="{98DED6BC-9A3E-48D4-AD7C-A56D63F547E8}"/>
          </ac:spMkLst>
        </pc:spChg>
        <pc:spChg chg="add">
          <ac:chgData name="Surendra Kc" userId="880eb05b-cc72-4250-920b-6630e35cf82c" providerId="ADAL" clId="{7E39F733-7C09-4FDE-B7EF-27B2D2BFDDC2}" dt="2025-07-13T02:27:16.903" v="276" actId="26606"/>
          <ac:spMkLst>
            <pc:docMk/>
            <pc:sldMk cId="1027952993" sldId="385"/>
            <ac:spMk id="14" creationId="{6B6E033A-DB2E-49B8-B600-B38E0C280263}"/>
          </ac:spMkLst>
        </pc:spChg>
        <pc:graphicFrameChg chg="add">
          <ac:chgData name="Surendra Kc" userId="880eb05b-cc72-4250-920b-6630e35cf82c" providerId="ADAL" clId="{7E39F733-7C09-4FDE-B7EF-27B2D2BFDDC2}" dt="2025-07-13T02:27:16.903" v="276" actId="26606"/>
          <ac:graphicFrameMkLst>
            <pc:docMk/>
            <pc:sldMk cId="1027952993" sldId="385"/>
            <ac:graphicFrameMk id="15" creationId="{EE877E97-CDD7-2472-D397-43D04428EC4D}"/>
          </ac:graphicFrameMkLst>
        </pc:graphicFrameChg>
      </pc:sldChg>
      <pc:sldChg chg="addSp delSp modSp new mod setBg">
        <pc:chgData name="Surendra Kc" userId="880eb05b-cc72-4250-920b-6630e35cf82c" providerId="ADAL" clId="{7E39F733-7C09-4FDE-B7EF-27B2D2BFDDC2}" dt="2025-07-13T02:26:11.435" v="270" actId="26606"/>
        <pc:sldMkLst>
          <pc:docMk/>
          <pc:sldMk cId="1803955672" sldId="386"/>
        </pc:sldMkLst>
        <pc:spChg chg="mod">
          <ac:chgData name="Surendra Kc" userId="880eb05b-cc72-4250-920b-6630e35cf82c" providerId="ADAL" clId="{7E39F733-7C09-4FDE-B7EF-27B2D2BFDDC2}" dt="2025-07-13T02:26:11.435" v="270" actId="26606"/>
          <ac:spMkLst>
            <pc:docMk/>
            <pc:sldMk cId="1803955672" sldId="386"/>
            <ac:spMk id="2" creationId="{6810DB0A-2ACC-ECC9-383B-9F54BD6A0EC0}"/>
          </ac:spMkLst>
        </pc:spChg>
        <pc:spChg chg="add">
          <ac:chgData name="Surendra Kc" userId="880eb05b-cc72-4250-920b-6630e35cf82c" providerId="ADAL" clId="{7E39F733-7C09-4FDE-B7EF-27B2D2BFDDC2}" dt="2025-07-13T02:26:11.435" v="270" actId="26606"/>
          <ac:spMkLst>
            <pc:docMk/>
            <pc:sldMk cId="1803955672" sldId="386"/>
            <ac:spMk id="9" creationId="{BACC6370-2D7E-4714-9D71-7542949D7D5D}"/>
          </ac:spMkLst>
        </pc:spChg>
        <pc:spChg chg="add">
          <ac:chgData name="Surendra Kc" userId="880eb05b-cc72-4250-920b-6630e35cf82c" providerId="ADAL" clId="{7E39F733-7C09-4FDE-B7EF-27B2D2BFDDC2}" dt="2025-07-13T02:26:11.435" v="270" actId="26606"/>
          <ac:spMkLst>
            <pc:docMk/>
            <pc:sldMk cId="1803955672" sldId="386"/>
            <ac:spMk id="11" creationId="{256B2C21-A230-48C0-8DF1-C46611373C44}"/>
          </ac:spMkLst>
        </pc:spChg>
        <pc:spChg chg="add">
          <ac:chgData name="Surendra Kc" userId="880eb05b-cc72-4250-920b-6630e35cf82c" providerId="ADAL" clId="{7E39F733-7C09-4FDE-B7EF-27B2D2BFDDC2}" dt="2025-07-13T02:26:11.435" v="270" actId="26606"/>
          <ac:spMkLst>
            <pc:docMk/>
            <pc:sldMk cId="1803955672" sldId="386"/>
            <ac:spMk id="13" creationId="{3847E18C-932D-4C95-AABA-FEC7C9499AD7}"/>
          </ac:spMkLst>
        </pc:spChg>
        <pc:spChg chg="add">
          <ac:chgData name="Surendra Kc" userId="880eb05b-cc72-4250-920b-6630e35cf82c" providerId="ADAL" clId="{7E39F733-7C09-4FDE-B7EF-27B2D2BFDDC2}" dt="2025-07-13T02:26:11.435" v="270" actId="26606"/>
          <ac:spMkLst>
            <pc:docMk/>
            <pc:sldMk cId="1803955672" sldId="386"/>
            <ac:spMk id="15" creationId="{3150CB11-0C61-439E-910F-5787759E72A0}"/>
          </ac:spMkLst>
        </pc:spChg>
        <pc:spChg chg="add">
          <ac:chgData name="Surendra Kc" userId="880eb05b-cc72-4250-920b-6630e35cf82c" providerId="ADAL" clId="{7E39F733-7C09-4FDE-B7EF-27B2D2BFDDC2}" dt="2025-07-13T02:26:11.435" v="270" actId="26606"/>
          <ac:spMkLst>
            <pc:docMk/>
            <pc:sldMk cId="1803955672" sldId="386"/>
            <ac:spMk id="17" creationId="{43F8A58B-5155-44CE-A5FF-7647B47D0A7A}"/>
          </ac:spMkLst>
        </pc:spChg>
        <pc:spChg chg="add">
          <ac:chgData name="Surendra Kc" userId="880eb05b-cc72-4250-920b-6630e35cf82c" providerId="ADAL" clId="{7E39F733-7C09-4FDE-B7EF-27B2D2BFDDC2}" dt="2025-07-13T02:26:11.435" v="270" actId="26606"/>
          <ac:spMkLst>
            <pc:docMk/>
            <pc:sldMk cId="1803955672" sldId="386"/>
            <ac:spMk id="19" creationId="{443F2ACA-E6D6-4028-82DD-F03C262D5DE6}"/>
          </ac:spMkLst>
        </pc:spChg>
        <pc:graphicFrameChg chg="add">
          <ac:chgData name="Surendra Kc" userId="880eb05b-cc72-4250-920b-6630e35cf82c" providerId="ADAL" clId="{7E39F733-7C09-4FDE-B7EF-27B2D2BFDDC2}" dt="2025-07-13T02:26:11.435" v="270" actId="26606"/>
          <ac:graphicFrameMkLst>
            <pc:docMk/>
            <pc:sldMk cId="1803955672" sldId="386"/>
            <ac:graphicFrameMk id="5" creationId="{05D03765-143B-7448-5862-F2DAB32F3CCA}"/>
          </ac:graphicFrameMkLst>
        </pc:graphicFrameChg>
      </pc:sldChg>
      <pc:sldChg chg="addSp delSp modSp add mod setBg">
        <pc:chgData name="Surendra Kc" userId="880eb05b-cc72-4250-920b-6630e35cf82c" providerId="ADAL" clId="{7E39F733-7C09-4FDE-B7EF-27B2D2BFDDC2}" dt="2025-07-13T02:26:21.705" v="271" actId="26606"/>
        <pc:sldMkLst>
          <pc:docMk/>
          <pc:sldMk cId="1454516557" sldId="387"/>
        </pc:sldMkLst>
        <pc:spChg chg="mod">
          <ac:chgData name="Surendra Kc" userId="880eb05b-cc72-4250-920b-6630e35cf82c" providerId="ADAL" clId="{7E39F733-7C09-4FDE-B7EF-27B2D2BFDDC2}" dt="2025-07-13T02:26:21.705" v="271" actId="26606"/>
          <ac:spMkLst>
            <pc:docMk/>
            <pc:sldMk cId="1454516557" sldId="387"/>
            <ac:spMk id="2" creationId="{099172CF-8E2C-DAD9-724E-966A8A04CB33}"/>
          </ac:spMkLst>
        </pc:spChg>
        <pc:spChg chg="add">
          <ac:chgData name="Surendra Kc" userId="880eb05b-cc72-4250-920b-6630e35cf82c" providerId="ADAL" clId="{7E39F733-7C09-4FDE-B7EF-27B2D2BFDDC2}" dt="2025-07-13T02:26:21.705" v="271" actId="26606"/>
          <ac:spMkLst>
            <pc:docMk/>
            <pc:sldMk cId="1454516557" sldId="387"/>
            <ac:spMk id="9" creationId="{BACC6370-2D7E-4714-9D71-7542949D7D5D}"/>
          </ac:spMkLst>
        </pc:spChg>
        <pc:spChg chg="add">
          <ac:chgData name="Surendra Kc" userId="880eb05b-cc72-4250-920b-6630e35cf82c" providerId="ADAL" clId="{7E39F733-7C09-4FDE-B7EF-27B2D2BFDDC2}" dt="2025-07-13T02:26:21.705" v="271" actId="26606"/>
          <ac:spMkLst>
            <pc:docMk/>
            <pc:sldMk cId="1454516557" sldId="387"/>
            <ac:spMk id="11" creationId="{256B2C21-A230-48C0-8DF1-C46611373C44}"/>
          </ac:spMkLst>
        </pc:spChg>
        <pc:spChg chg="add">
          <ac:chgData name="Surendra Kc" userId="880eb05b-cc72-4250-920b-6630e35cf82c" providerId="ADAL" clId="{7E39F733-7C09-4FDE-B7EF-27B2D2BFDDC2}" dt="2025-07-13T02:26:21.705" v="271" actId="26606"/>
          <ac:spMkLst>
            <pc:docMk/>
            <pc:sldMk cId="1454516557" sldId="387"/>
            <ac:spMk id="13" creationId="{3847E18C-932D-4C95-AABA-FEC7C9499AD7}"/>
          </ac:spMkLst>
        </pc:spChg>
        <pc:spChg chg="add">
          <ac:chgData name="Surendra Kc" userId="880eb05b-cc72-4250-920b-6630e35cf82c" providerId="ADAL" clId="{7E39F733-7C09-4FDE-B7EF-27B2D2BFDDC2}" dt="2025-07-13T02:26:21.705" v="271" actId="26606"/>
          <ac:spMkLst>
            <pc:docMk/>
            <pc:sldMk cId="1454516557" sldId="387"/>
            <ac:spMk id="15" creationId="{3150CB11-0C61-439E-910F-5787759E72A0}"/>
          </ac:spMkLst>
        </pc:spChg>
        <pc:spChg chg="add">
          <ac:chgData name="Surendra Kc" userId="880eb05b-cc72-4250-920b-6630e35cf82c" providerId="ADAL" clId="{7E39F733-7C09-4FDE-B7EF-27B2D2BFDDC2}" dt="2025-07-13T02:26:21.705" v="271" actId="26606"/>
          <ac:spMkLst>
            <pc:docMk/>
            <pc:sldMk cId="1454516557" sldId="387"/>
            <ac:spMk id="17" creationId="{43F8A58B-5155-44CE-A5FF-7647B47D0A7A}"/>
          </ac:spMkLst>
        </pc:spChg>
        <pc:spChg chg="add">
          <ac:chgData name="Surendra Kc" userId="880eb05b-cc72-4250-920b-6630e35cf82c" providerId="ADAL" clId="{7E39F733-7C09-4FDE-B7EF-27B2D2BFDDC2}" dt="2025-07-13T02:26:21.705" v="271" actId="26606"/>
          <ac:spMkLst>
            <pc:docMk/>
            <pc:sldMk cId="1454516557" sldId="387"/>
            <ac:spMk id="19" creationId="{443F2ACA-E6D6-4028-82DD-F03C262D5DE6}"/>
          </ac:spMkLst>
        </pc:spChg>
        <pc:graphicFrameChg chg="add">
          <ac:chgData name="Surendra Kc" userId="880eb05b-cc72-4250-920b-6630e35cf82c" providerId="ADAL" clId="{7E39F733-7C09-4FDE-B7EF-27B2D2BFDDC2}" dt="2025-07-13T02:26:21.705" v="271" actId="26606"/>
          <ac:graphicFrameMkLst>
            <pc:docMk/>
            <pc:sldMk cId="1454516557" sldId="387"/>
            <ac:graphicFrameMk id="5" creationId="{C5E7F299-C3CA-3DAC-C4C4-8F1E667F50D2}"/>
          </ac:graphicFrameMkLst>
        </pc:graphicFrameChg>
      </pc:sldChg>
      <pc:sldChg chg="modSp new mod">
        <pc:chgData name="Surendra Kc" userId="880eb05b-cc72-4250-920b-6630e35cf82c" providerId="ADAL" clId="{7E39F733-7C09-4FDE-B7EF-27B2D2BFDDC2}" dt="2025-07-16T04:25:20.632" v="297" actId="5793"/>
        <pc:sldMkLst>
          <pc:docMk/>
          <pc:sldMk cId="2569229502" sldId="388"/>
        </pc:sldMkLst>
        <pc:spChg chg="mod">
          <ac:chgData name="Surendra Kc" userId="880eb05b-cc72-4250-920b-6630e35cf82c" providerId="ADAL" clId="{7E39F733-7C09-4FDE-B7EF-27B2D2BFDDC2}" dt="2025-07-16T04:24:30.222" v="282" actId="20577"/>
          <ac:spMkLst>
            <pc:docMk/>
            <pc:sldMk cId="2569229502" sldId="388"/>
            <ac:spMk id="2" creationId="{B2B6B8B5-C56D-AA13-64FE-5D0278A8B06E}"/>
          </ac:spMkLst>
        </pc:spChg>
        <pc:spChg chg="mod">
          <ac:chgData name="Surendra Kc" userId="880eb05b-cc72-4250-920b-6630e35cf82c" providerId="ADAL" clId="{7E39F733-7C09-4FDE-B7EF-27B2D2BFDDC2}" dt="2025-07-16T04:25:20.632" v="297" actId="5793"/>
          <ac:spMkLst>
            <pc:docMk/>
            <pc:sldMk cId="2569229502" sldId="388"/>
            <ac:spMk id="3" creationId="{051954DD-8355-715E-6A9C-28BF576D0BDA}"/>
          </ac:spMkLst>
        </pc:spChg>
      </pc:sldChg>
      <pc:sldChg chg="add del">
        <pc:chgData name="Surendra Kc" userId="880eb05b-cc72-4250-920b-6630e35cf82c" providerId="ADAL" clId="{7E39F733-7C09-4FDE-B7EF-27B2D2BFDDC2}" dt="2025-07-13T02:25:44.924" v="269" actId="47"/>
        <pc:sldMkLst>
          <pc:docMk/>
          <pc:sldMk cId="2787136960" sldId="388"/>
        </pc:sldMkLst>
      </pc:sldChg>
      <pc:sldChg chg="modSp new mod">
        <pc:chgData name="Surendra Kc" userId="880eb05b-cc72-4250-920b-6630e35cf82c" providerId="ADAL" clId="{7E39F733-7C09-4FDE-B7EF-27B2D2BFDDC2}" dt="2025-07-16T04:26:07.829" v="313" actId="15"/>
        <pc:sldMkLst>
          <pc:docMk/>
          <pc:sldMk cId="239713597" sldId="389"/>
        </pc:sldMkLst>
        <pc:spChg chg="mod">
          <ac:chgData name="Surendra Kc" userId="880eb05b-cc72-4250-920b-6630e35cf82c" providerId="ADAL" clId="{7E39F733-7C09-4FDE-B7EF-27B2D2BFDDC2}" dt="2025-07-16T04:25:27.590" v="305" actId="20577"/>
          <ac:spMkLst>
            <pc:docMk/>
            <pc:sldMk cId="239713597" sldId="389"/>
            <ac:spMk id="2" creationId="{1C418560-A0AA-5696-E318-52C97A02512F}"/>
          </ac:spMkLst>
        </pc:spChg>
        <pc:spChg chg="mod">
          <ac:chgData name="Surendra Kc" userId="880eb05b-cc72-4250-920b-6630e35cf82c" providerId="ADAL" clId="{7E39F733-7C09-4FDE-B7EF-27B2D2BFDDC2}" dt="2025-07-16T04:26:07.829" v="313" actId="15"/>
          <ac:spMkLst>
            <pc:docMk/>
            <pc:sldMk cId="239713597" sldId="389"/>
            <ac:spMk id="3" creationId="{80EED451-CFF3-A6FC-04C9-6A61E4F7D14A}"/>
          </ac:spMkLst>
        </pc:spChg>
      </pc:sldChg>
      <pc:sldChg chg="modSp new mod">
        <pc:chgData name="Surendra Kc" userId="880eb05b-cc72-4250-920b-6630e35cf82c" providerId="ADAL" clId="{7E39F733-7C09-4FDE-B7EF-27B2D2BFDDC2}" dt="2025-07-16T04:33:18.250" v="354" actId="27636"/>
        <pc:sldMkLst>
          <pc:docMk/>
          <pc:sldMk cId="1178369550" sldId="390"/>
        </pc:sldMkLst>
        <pc:spChg chg="mod">
          <ac:chgData name="Surendra Kc" userId="880eb05b-cc72-4250-920b-6630e35cf82c" providerId="ADAL" clId="{7E39F733-7C09-4FDE-B7EF-27B2D2BFDDC2}" dt="2025-07-16T04:27:59.415" v="321" actId="20577"/>
          <ac:spMkLst>
            <pc:docMk/>
            <pc:sldMk cId="1178369550" sldId="390"/>
            <ac:spMk id="2" creationId="{FDB3A40E-CA17-AC50-2C98-C781F6D15647}"/>
          </ac:spMkLst>
        </pc:spChg>
        <pc:spChg chg="mod">
          <ac:chgData name="Surendra Kc" userId="880eb05b-cc72-4250-920b-6630e35cf82c" providerId="ADAL" clId="{7E39F733-7C09-4FDE-B7EF-27B2D2BFDDC2}" dt="2025-07-16T04:33:18.250" v="354" actId="27636"/>
          <ac:spMkLst>
            <pc:docMk/>
            <pc:sldMk cId="1178369550" sldId="390"/>
            <ac:spMk id="3" creationId="{57BA1E30-0997-5EA1-264C-5668F8B073AD}"/>
          </ac:spMkLst>
        </pc:spChg>
      </pc:sldChg>
      <pc:sldChg chg="modSp add mod">
        <pc:chgData name="Surendra Kc" userId="880eb05b-cc72-4250-920b-6630e35cf82c" providerId="ADAL" clId="{7E39F733-7C09-4FDE-B7EF-27B2D2BFDDC2}" dt="2025-07-16T04:33:40.674" v="365" actId="27636"/>
        <pc:sldMkLst>
          <pc:docMk/>
          <pc:sldMk cId="1630079476" sldId="391"/>
        </pc:sldMkLst>
        <pc:spChg chg="mod">
          <ac:chgData name="Surendra Kc" userId="880eb05b-cc72-4250-920b-6630e35cf82c" providerId="ADAL" clId="{7E39F733-7C09-4FDE-B7EF-27B2D2BFDDC2}" dt="2025-07-16T04:33:40.674" v="365" actId="27636"/>
          <ac:spMkLst>
            <pc:docMk/>
            <pc:sldMk cId="1630079476" sldId="391"/>
            <ac:spMk id="3" creationId="{B524012C-99A5-5F27-2F2E-32D6C7B3B713}"/>
          </ac:spMkLst>
        </pc:spChg>
      </pc:sldChg>
      <pc:sldChg chg="modSp add mod">
        <pc:chgData name="Surendra Kc" userId="880eb05b-cc72-4250-920b-6630e35cf82c" providerId="ADAL" clId="{7E39F733-7C09-4FDE-B7EF-27B2D2BFDDC2}" dt="2025-07-16T04:34:12.845" v="378" actId="15"/>
        <pc:sldMkLst>
          <pc:docMk/>
          <pc:sldMk cId="3320452908" sldId="392"/>
        </pc:sldMkLst>
        <pc:spChg chg="mod">
          <ac:chgData name="Surendra Kc" userId="880eb05b-cc72-4250-920b-6630e35cf82c" providerId="ADAL" clId="{7E39F733-7C09-4FDE-B7EF-27B2D2BFDDC2}" dt="2025-07-16T04:34:12.845" v="378" actId="15"/>
          <ac:spMkLst>
            <pc:docMk/>
            <pc:sldMk cId="3320452908" sldId="392"/>
            <ac:spMk id="3" creationId="{86B315A0-2CF7-DA6B-DF2E-5B4640EE2A83}"/>
          </ac:spMkLst>
        </pc:spChg>
      </pc:sldChg>
      <pc:sldChg chg="modSp new mod">
        <pc:chgData name="Surendra Kc" userId="880eb05b-cc72-4250-920b-6630e35cf82c" providerId="ADAL" clId="{7E39F733-7C09-4FDE-B7EF-27B2D2BFDDC2}" dt="2025-07-16T04:37:36.118" v="402" actId="27636"/>
        <pc:sldMkLst>
          <pc:docMk/>
          <pc:sldMk cId="3883406003" sldId="393"/>
        </pc:sldMkLst>
        <pc:spChg chg="mod">
          <ac:chgData name="Surendra Kc" userId="880eb05b-cc72-4250-920b-6630e35cf82c" providerId="ADAL" clId="{7E39F733-7C09-4FDE-B7EF-27B2D2BFDDC2}" dt="2025-07-16T04:36:13.480" v="382" actId="20577"/>
          <ac:spMkLst>
            <pc:docMk/>
            <pc:sldMk cId="3883406003" sldId="393"/>
            <ac:spMk id="2" creationId="{068EC294-31E9-CE80-D847-81880F398205}"/>
          </ac:spMkLst>
        </pc:spChg>
        <pc:spChg chg="mod">
          <ac:chgData name="Surendra Kc" userId="880eb05b-cc72-4250-920b-6630e35cf82c" providerId="ADAL" clId="{7E39F733-7C09-4FDE-B7EF-27B2D2BFDDC2}" dt="2025-07-16T04:37:36.118" v="402" actId="27636"/>
          <ac:spMkLst>
            <pc:docMk/>
            <pc:sldMk cId="3883406003" sldId="393"/>
            <ac:spMk id="3" creationId="{B15EAF4C-1560-AF33-C2F3-76E2B4298D0C}"/>
          </ac:spMkLst>
        </pc:spChg>
      </pc:sldChg>
      <pc:sldChg chg="modSp add mod">
        <pc:chgData name="Surendra Kc" userId="880eb05b-cc72-4250-920b-6630e35cf82c" providerId="ADAL" clId="{7E39F733-7C09-4FDE-B7EF-27B2D2BFDDC2}" dt="2025-07-16T04:37:53.587" v="408" actId="15"/>
        <pc:sldMkLst>
          <pc:docMk/>
          <pc:sldMk cId="2312260782" sldId="394"/>
        </pc:sldMkLst>
        <pc:spChg chg="mod">
          <ac:chgData name="Surendra Kc" userId="880eb05b-cc72-4250-920b-6630e35cf82c" providerId="ADAL" clId="{7E39F733-7C09-4FDE-B7EF-27B2D2BFDDC2}" dt="2025-07-16T04:37:53.587" v="408" actId="15"/>
          <ac:spMkLst>
            <pc:docMk/>
            <pc:sldMk cId="2312260782" sldId="394"/>
            <ac:spMk id="3" creationId="{F0D8174E-DDF3-CE07-6906-C47FF8348948}"/>
          </ac:spMkLst>
        </pc:spChg>
      </pc:sldChg>
      <pc:sldChg chg="modSp new mod">
        <pc:chgData name="Surendra Kc" userId="880eb05b-cc72-4250-920b-6630e35cf82c" providerId="ADAL" clId="{7E39F733-7C09-4FDE-B7EF-27B2D2BFDDC2}" dt="2025-07-16T04:48:19.625" v="435" actId="27636"/>
        <pc:sldMkLst>
          <pc:docMk/>
          <pc:sldMk cId="2071572934" sldId="395"/>
        </pc:sldMkLst>
        <pc:spChg chg="mod">
          <ac:chgData name="Surendra Kc" userId="880eb05b-cc72-4250-920b-6630e35cf82c" providerId="ADAL" clId="{7E39F733-7C09-4FDE-B7EF-27B2D2BFDDC2}" dt="2025-07-16T04:39:32.584" v="414" actId="20577"/>
          <ac:spMkLst>
            <pc:docMk/>
            <pc:sldMk cId="2071572934" sldId="395"/>
            <ac:spMk id="2" creationId="{41672315-F891-5910-AB79-A734C88A9118}"/>
          </ac:spMkLst>
        </pc:spChg>
        <pc:spChg chg="mod">
          <ac:chgData name="Surendra Kc" userId="880eb05b-cc72-4250-920b-6630e35cf82c" providerId="ADAL" clId="{7E39F733-7C09-4FDE-B7EF-27B2D2BFDDC2}" dt="2025-07-16T04:48:19.625" v="435" actId="27636"/>
          <ac:spMkLst>
            <pc:docMk/>
            <pc:sldMk cId="2071572934" sldId="395"/>
            <ac:spMk id="3" creationId="{898830AE-7DB1-AE2D-7AED-182B1F026D6E}"/>
          </ac:spMkLst>
        </pc:spChg>
      </pc:sldChg>
      <pc:sldChg chg="modSp add mod">
        <pc:chgData name="Surendra Kc" userId="880eb05b-cc72-4250-920b-6630e35cf82c" providerId="ADAL" clId="{7E39F733-7C09-4FDE-B7EF-27B2D2BFDDC2}" dt="2025-07-16T04:48:32.889" v="442" actId="27636"/>
        <pc:sldMkLst>
          <pc:docMk/>
          <pc:sldMk cId="4024109268" sldId="396"/>
        </pc:sldMkLst>
        <pc:spChg chg="mod">
          <ac:chgData name="Surendra Kc" userId="880eb05b-cc72-4250-920b-6630e35cf82c" providerId="ADAL" clId="{7E39F733-7C09-4FDE-B7EF-27B2D2BFDDC2}" dt="2025-07-16T04:48:32.889" v="442" actId="27636"/>
          <ac:spMkLst>
            <pc:docMk/>
            <pc:sldMk cId="4024109268" sldId="396"/>
            <ac:spMk id="3" creationId="{3B3187CD-1429-CBC0-9D21-FE550C07392B}"/>
          </ac:spMkLst>
        </pc:spChg>
      </pc:sldChg>
      <pc:sldChg chg="modSp new mod">
        <pc:chgData name="Surendra Kc" userId="880eb05b-cc72-4250-920b-6630e35cf82c" providerId="ADAL" clId="{7E39F733-7C09-4FDE-B7EF-27B2D2BFDDC2}" dt="2025-07-16T04:52:40.813" v="480" actId="27636"/>
        <pc:sldMkLst>
          <pc:docMk/>
          <pc:sldMk cId="147116038" sldId="397"/>
        </pc:sldMkLst>
        <pc:spChg chg="mod">
          <ac:chgData name="Surendra Kc" userId="880eb05b-cc72-4250-920b-6630e35cf82c" providerId="ADAL" clId="{7E39F733-7C09-4FDE-B7EF-27B2D2BFDDC2}" dt="2025-07-16T04:51:18.698" v="457" actId="20577"/>
          <ac:spMkLst>
            <pc:docMk/>
            <pc:sldMk cId="147116038" sldId="397"/>
            <ac:spMk id="2" creationId="{BC3CF776-49D6-DA03-8237-A9DC604335ED}"/>
          </ac:spMkLst>
        </pc:spChg>
        <pc:spChg chg="mod">
          <ac:chgData name="Surendra Kc" userId="880eb05b-cc72-4250-920b-6630e35cf82c" providerId="ADAL" clId="{7E39F733-7C09-4FDE-B7EF-27B2D2BFDDC2}" dt="2025-07-16T04:52:40.813" v="480" actId="27636"/>
          <ac:spMkLst>
            <pc:docMk/>
            <pc:sldMk cId="147116038" sldId="397"/>
            <ac:spMk id="3" creationId="{01433FAE-7E3D-448A-5AF4-1C3D2D1CE980}"/>
          </ac:spMkLst>
        </pc:spChg>
      </pc:sldChg>
      <pc:sldChg chg="modSp add mod">
        <pc:chgData name="Surendra Kc" userId="880eb05b-cc72-4250-920b-6630e35cf82c" providerId="ADAL" clId="{7E39F733-7C09-4FDE-B7EF-27B2D2BFDDC2}" dt="2025-07-16T04:52:49.556" v="485" actId="27636"/>
        <pc:sldMkLst>
          <pc:docMk/>
          <pc:sldMk cId="3709370812" sldId="398"/>
        </pc:sldMkLst>
        <pc:spChg chg="mod">
          <ac:chgData name="Surendra Kc" userId="880eb05b-cc72-4250-920b-6630e35cf82c" providerId="ADAL" clId="{7E39F733-7C09-4FDE-B7EF-27B2D2BFDDC2}" dt="2025-07-16T04:52:49.556" v="485" actId="27636"/>
          <ac:spMkLst>
            <pc:docMk/>
            <pc:sldMk cId="3709370812" sldId="398"/>
            <ac:spMk id="3" creationId="{97FD62AA-1732-A338-02DE-2B0F765C31FC}"/>
          </ac:spMkLst>
        </pc:spChg>
      </pc:sldChg>
      <pc:sldChg chg="modSp new mod">
        <pc:chgData name="Surendra Kc" userId="880eb05b-cc72-4250-920b-6630e35cf82c" providerId="ADAL" clId="{7E39F733-7C09-4FDE-B7EF-27B2D2BFDDC2}" dt="2025-07-16T04:55:08.794" v="549" actId="20577"/>
        <pc:sldMkLst>
          <pc:docMk/>
          <pc:sldMk cId="145779688" sldId="399"/>
        </pc:sldMkLst>
        <pc:spChg chg="mod">
          <ac:chgData name="Surendra Kc" userId="880eb05b-cc72-4250-920b-6630e35cf82c" providerId="ADAL" clId="{7E39F733-7C09-4FDE-B7EF-27B2D2BFDDC2}" dt="2025-07-16T04:54:09.450" v="530" actId="20577"/>
          <ac:spMkLst>
            <pc:docMk/>
            <pc:sldMk cId="145779688" sldId="399"/>
            <ac:spMk id="2" creationId="{A384610F-47A4-9AF2-06A2-166D340272B3}"/>
          </ac:spMkLst>
        </pc:spChg>
        <pc:spChg chg="mod">
          <ac:chgData name="Surendra Kc" userId="880eb05b-cc72-4250-920b-6630e35cf82c" providerId="ADAL" clId="{7E39F733-7C09-4FDE-B7EF-27B2D2BFDDC2}" dt="2025-07-16T04:55:08.794" v="549" actId="20577"/>
          <ac:spMkLst>
            <pc:docMk/>
            <pc:sldMk cId="145779688" sldId="399"/>
            <ac:spMk id="3" creationId="{4FD81BD0-975D-66FE-1B6A-5A6E6BCDFC13}"/>
          </ac:spMkLst>
        </pc:spChg>
      </pc:sldChg>
      <pc:sldChg chg="modSp add mod">
        <pc:chgData name="Surendra Kc" userId="880eb05b-cc72-4250-920b-6630e35cf82c" providerId="ADAL" clId="{7E39F733-7C09-4FDE-B7EF-27B2D2BFDDC2}" dt="2025-07-16T04:55:48.459" v="570" actId="15"/>
        <pc:sldMkLst>
          <pc:docMk/>
          <pc:sldMk cId="830795330" sldId="400"/>
        </pc:sldMkLst>
        <pc:spChg chg="mod">
          <ac:chgData name="Surendra Kc" userId="880eb05b-cc72-4250-920b-6630e35cf82c" providerId="ADAL" clId="{7E39F733-7C09-4FDE-B7EF-27B2D2BFDDC2}" dt="2025-07-16T04:55:48.459" v="570" actId="15"/>
          <ac:spMkLst>
            <pc:docMk/>
            <pc:sldMk cId="830795330" sldId="400"/>
            <ac:spMk id="3" creationId="{D01A56CC-1EEE-8E40-817E-10DD9DEFBD68}"/>
          </ac:spMkLst>
        </pc:spChg>
      </pc:sldChg>
      <pc:sldChg chg="modSp add mod">
        <pc:chgData name="Surendra Kc" userId="880eb05b-cc72-4250-920b-6630e35cf82c" providerId="ADAL" clId="{7E39F733-7C09-4FDE-B7EF-27B2D2BFDDC2}" dt="2025-07-16T04:56:18.494" v="591" actId="27636"/>
        <pc:sldMkLst>
          <pc:docMk/>
          <pc:sldMk cId="2590273350" sldId="401"/>
        </pc:sldMkLst>
        <pc:spChg chg="mod">
          <ac:chgData name="Surendra Kc" userId="880eb05b-cc72-4250-920b-6630e35cf82c" providerId="ADAL" clId="{7E39F733-7C09-4FDE-B7EF-27B2D2BFDDC2}" dt="2025-07-16T04:56:18.494" v="591" actId="27636"/>
          <ac:spMkLst>
            <pc:docMk/>
            <pc:sldMk cId="2590273350" sldId="401"/>
            <ac:spMk id="3" creationId="{478A1DCC-A218-A7C8-D9A8-C29B24E8FFBA}"/>
          </ac:spMkLst>
        </pc:spChg>
      </pc:sldChg>
      <pc:sldChg chg="addSp delSp modSp new mod setBg">
        <pc:chgData name="Surendra Kc" userId="880eb05b-cc72-4250-920b-6630e35cf82c" providerId="ADAL" clId="{7E39F733-7C09-4FDE-B7EF-27B2D2BFDDC2}" dt="2025-07-16T05:22:10.846" v="878" actId="962"/>
        <pc:sldMkLst>
          <pc:docMk/>
          <pc:sldMk cId="416600947" sldId="402"/>
        </pc:sldMkLst>
        <pc:spChg chg="del">
          <ac:chgData name="Surendra Kc" userId="880eb05b-cc72-4250-920b-6630e35cf82c" providerId="ADAL" clId="{7E39F733-7C09-4FDE-B7EF-27B2D2BFDDC2}" dt="2025-07-16T05:22:07.318" v="876" actId="26606"/>
          <ac:spMkLst>
            <pc:docMk/>
            <pc:sldMk cId="416600947" sldId="402"/>
            <ac:spMk id="2" creationId="{B5751F60-BDD4-140E-831C-006B8942EDE0}"/>
          </ac:spMkLst>
        </pc:spChg>
        <pc:spChg chg="del">
          <ac:chgData name="Surendra Kc" userId="880eb05b-cc72-4250-920b-6630e35cf82c" providerId="ADAL" clId="{7E39F733-7C09-4FDE-B7EF-27B2D2BFDDC2}" dt="2025-07-16T05:22:07.318" v="876" actId="26606"/>
          <ac:spMkLst>
            <pc:docMk/>
            <pc:sldMk cId="416600947" sldId="402"/>
            <ac:spMk id="3" creationId="{AC6AF163-AD75-1AF8-83BA-D03D9ADCEC13}"/>
          </ac:spMkLst>
        </pc:spChg>
        <pc:picChg chg="add mod">
          <ac:chgData name="Surendra Kc" userId="880eb05b-cc72-4250-920b-6630e35cf82c" providerId="ADAL" clId="{7E39F733-7C09-4FDE-B7EF-27B2D2BFDDC2}" dt="2025-07-16T05:22:10.846" v="878" actId="962"/>
          <ac:picMkLst>
            <pc:docMk/>
            <pc:sldMk cId="416600947" sldId="402"/>
            <ac:picMk id="5" creationId="{04DC1632-9A74-083A-F89D-01743BE44855}"/>
          </ac:picMkLst>
        </pc:picChg>
      </pc:sldChg>
      <pc:sldChg chg="modSp new mod">
        <pc:chgData name="Surendra Kc" userId="880eb05b-cc72-4250-920b-6630e35cf82c" providerId="ADAL" clId="{7E39F733-7C09-4FDE-B7EF-27B2D2BFDDC2}" dt="2025-07-16T05:04:46.319" v="618" actId="15"/>
        <pc:sldMkLst>
          <pc:docMk/>
          <pc:sldMk cId="2861238650" sldId="403"/>
        </pc:sldMkLst>
        <pc:spChg chg="mod">
          <ac:chgData name="Surendra Kc" userId="880eb05b-cc72-4250-920b-6630e35cf82c" providerId="ADAL" clId="{7E39F733-7C09-4FDE-B7EF-27B2D2BFDDC2}" dt="2025-07-16T05:03:17.081" v="597" actId="27636"/>
          <ac:spMkLst>
            <pc:docMk/>
            <pc:sldMk cId="2861238650" sldId="403"/>
            <ac:spMk id="2" creationId="{E8410A64-7ADE-3E89-FF94-8B02F29FCC01}"/>
          </ac:spMkLst>
        </pc:spChg>
        <pc:spChg chg="mod">
          <ac:chgData name="Surendra Kc" userId="880eb05b-cc72-4250-920b-6630e35cf82c" providerId="ADAL" clId="{7E39F733-7C09-4FDE-B7EF-27B2D2BFDDC2}" dt="2025-07-16T05:04:46.319" v="618" actId="15"/>
          <ac:spMkLst>
            <pc:docMk/>
            <pc:sldMk cId="2861238650" sldId="403"/>
            <ac:spMk id="3" creationId="{39B80839-A9C7-BC0B-F7ED-A6042750558C}"/>
          </ac:spMkLst>
        </pc:spChg>
      </pc:sldChg>
      <pc:sldChg chg="modSp new mod">
        <pc:chgData name="Surendra Kc" userId="880eb05b-cc72-4250-920b-6630e35cf82c" providerId="ADAL" clId="{7E39F733-7C09-4FDE-B7EF-27B2D2BFDDC2}" dt="2025-07-16T05:05:53.037" v="646" actId="15"/>
        <pc:sldMkLst>
          <pc:docMk/>
          <pc:sldMk cId="1319003351" sldId="404"/>
        </pc:sldMkLst>
        <pc:spChg chg="mod">
          <ac:chgData name="Surendra Kc" userId="880eb05b-cc72-4250-920b-6630e35cf82c" providerId="ADAL" clId="{7E39F733-7C09-4FDE-B7EF-27B2D2BFDDC2}" dt="2025-07-16T05:05:05.840" v="620"/>
          <ac:spMkLst>
            <pc:docMk/>
            <pc:sldMk cId="1319003351" sldId="404"/>
            <ac:spMk id="2" creationId="{69793150-1397-439D-1E1A-A9B5537162DF}"/>
          </ac:spMkLst>
        </pc:spChg>
        <pc:spChg chg="mod">
          <ac:chgData name="Surendra Kc" userId="880eb05b-cc72-4250-920b-6630e35cf82c" providerId="ADAL" clId="{7E39F733-7C09-4FDE-B7EF-27B2D2BFDDC2}" dt="2025-07-16T05:05:53.037" v="646" actId="15"/>
          <ac:spMkLst>
            <pc:docMk/>
            <pc:sldMk cId="1319003351" sldId="404"/>
            <ac:spMk id="3" creationId="{B18CB688-2FED-243D-DC20-AB3465CCB525}"/>
          </ac:spMkLst>
        </pc:spChg>
      </pc:sldChg>
      <pc:sldChg chg="modSp add mod">
        <pc:chgData name="Surendra Kc" userId="880eb05b-cc72-4250-920b-6630e35cf82c" providerId="ADAL" clId="{7E39F733-7C09-4FDE-B7EF-27B2D2BFDDC2}" dt="2025-07-16T05:06:28.251" v="665" actId="27636"/>
        <pc:sldMkLst>
          <pc:docMk/>
          <pc:sldMk cId="3106578850" sldId="405"/>
        </pc:sldMkLst>
        <pc:spChg chg="mod">
          <ac:chgData name="Surendra Kc" userId="880eb05b-cc72-4250-920b-6630e35cf82c" providerId="ADAL" clId="{7E39F733-7C09-4FDE-B7EF-27B2D2BFDDC2}" dt="2025-07-16T05:06:28.251" v="665" actId="27636"/>
          <ac:spMkLst>
            <pc:docMk/>
            <pc:sldMk cId="3106578850" sldId="405"/>
            <ac:spMk id="3" creationId="{49E1AFD4-AB70-C638-474A-805695B5C1EF}"/>
          </ac:spMkLst>
        </pc:spChg>
      </pc:sldChg>
      <pc:sldChg chg="addSp delSp modSp add mod setBg">
        <pc:chgData name="Surendra Kc" userId="880eb05b-cc72-4250-920b-6630e35cf82c" providerId="ADAL" clId="{7E39F733-7C09-4FDE-B7EF-27B2D2BFDDC2}" dt="2025-07-16T05:06:56.157" v="671" actId="26606"/>
        <pc:sldMkLst>
          <pc:docMk/>
          <pc:sldMk cId="2880917868" sldId="406"/>
        </pc:sldMkLst>
        <pc:spChg chg="mod">
          <ac:chgData name="Surendra Kc" userId="880eb05b-cc72-4250-920b-6630e35cf82c" providerId="ADAL" clId="{7E39F733-7C09-4FDE-B7EF-27B2D2BFDDC2}" dt="2025-07-16T05:06:56.157" v="671" actId="26606"/>
          <ac:spMkLst>
            <pc:docMk/>
            <pc:sldMk cId="2880917868" sldId="406"/>
            <ac:spMk id="2" creationId="{0E16DAD1-FFC2-8A60-33CE-3586E4E6FDEF}"/>
          </ac:spMkLst>
        </pc:spChg>
        <pc:spChg chg="add del mod">
          <ac:chgData name="Surendra Kc" userId="880eb05b-cc72-4250-920b-6630e35cf82c" providerId="ADAL" clId="{7E39F733-7C09-4FDE-B7EF-27B2D2BFDDC2}" dt="2025-07-16T05:06:56.157" v="671" actId="26606"/>
          <ac:spMkLst>
            <pc:docMk/>
            <pc:sldMk cId="2880917868" sldId="406"/>
            <ac:spMk id="3" creationId="{474009FC-D1AC-95CD-2264-2277DE09C3DF}"/>
          </ac:spMkLst>
        </pc:spChg>
        <pc:spChg chg="add">
          <ac:chgData name="Surendra Kc" userId="880eb05b-cc72-4250-920b-6630e35cf82c" providerId="ADAL" clId="{7E39F733-7C09-4FDE-B7EF-27B2D2BFDDC2}" dt="2025-07-16T05:06:56.157" v="671" actId="26606"/>
          <ac:spMkLst>
            <pc:docMk/>
            <pc:sldMk cId="2880917868" sldId="406"/>
            <ac:spMk id="9" creationId="{53F29798-D584-4792-9B62-3F5F5C36D619}"/>
          </ac:spMkLst>
        </pc:spChg>
        <pc:graphicFrameChg chg="add mod">
          <ac:chgData name="Surendra Kc" userId="880eb05b-cc72-4250-920b-6630e35cf82c" providerId="ADAL" clId="{7E39F733-7C09-4FDE-B7EF-27B2D2BFDDC2}" dt="2025-07-16T05:06:50.225" v="670"/>
          <ac:graphicFrameMkLst>
            <pc:docMk/>
            <pc:sldMk cId="2880917868" sldId="406"/>
            <ac:graphicFrameMk id="4" creationId="{AE8F7B0E-7C44-5AB3-A0C0-5B647F30825A}"/>
          </ac:graphicFrameMkLst>
        </pc:graphicFrameChg>
        <pc:graphicFrameChg chg="add">
          <ac:chgData name="Surendra Kc" userId="880eb05b-cc72-4250-920b-6630e35cf82c" providerId="ADAL" clId="{7E39F733-7C09-4FDE-B7EF-27B2D2BFDDC2}" dt="2025-07-16T05:06:56.157" v="671" actId="26606"/>
          <ac:graphicFrameMkLst>
            <pc:docMk/>
            <pc:sldMk cId="2880917868" sldId="406"/>
            <ac:graphicFrameMk id="6" creationId="{AE8F7B0E-7C44-5AB3-A0C0-5B647F30825A}"/>
          </ac:graphicFrameMkLst>
        </pc:graphicFrameChg>
      </pc:sldChg>
      <pc:sldChg chg="modSp new mod">
        <pc:chgData name="Surendra Kc" userId="880eb05b-cc72-4250-920b-6630e35cf82c" providerId="ADAL" clId="{7E39F733-7C09-4FDE-B7EF-27B2D2BFDDC2}" dt="2025-07-16T05:07:19.008" v="677" actId="5793"/>
        <pc:sldMkLst>
          <pc:docMk/>
          <pc:sldMk cId="780075200" sldId="407"/>
        </pc:sldMkLst>
        <pc:spChg chg="mod">
          <ac:chgData name="Surendra Kc" userId="880eb05b-cc72-4250-920b-6630e35cf82c" providerId="ADAL" clId="{7E39F733-7C09-4FDE-B7EF-27B2D2BFDDC2}" dt="2025-07-16T05:07:08.601" v="673"/>
          <ac:spMkLst>
            <pc:docMk/>
            <pc:sldMk cId="780075200" sldId="407"/>
            <ac:spMk id="2" creationId="{744943E8-4BD8-86A2-85CA-73F2EF08201D}"/>
          </ac:spMkLst>
        </pc:spChg>
        <pc:spChg chg="mod">
          <ac:chgData name="Surendra Kc" userId="880eb05b-cc72-4250-920b-6630e35cf82c" providerId="ADAL" clId="{7E39F733-7C09-4FDE-B7EF-27B2D2BFDDC2}" dt="2025-07-16T05:07:19.008" v="677" actId="5793"/>
          <ac:spMkLst>
            <pc:docMk/>
            <pc:sldMk cId="780075200" sldId="407"/>
            <ac:spMk id="3" creationId="{E4EE7989-0F96-01BC-EBA3-84744E67A928}"/>
          </ac:spMkLst>
        </pc:spChg>
      </pc:sldChg>
      <pc:sldChg chg="modSp new mod">
        <pc:chgData name="Surendra Kc" userId="880eb05b-cc72-4250-920b-6630e35cf82c" providerId="ADAL" clId="{7E39F733-7C09-4FDE-B7EF-27B2D2BFDDC2}" dt="2025-07-16T05:09:50.258" v="690" actId="15"/>
        <pc:sldMkLst>
          <pc:docMk/>
          <pc:sldMk cId="1341596047" sldId="408"/>
        </pc:sldMkLst>
        <pc:spChg chg="mod">
          <ac:chgData name="Surendra Kc" userId="880eb05b-cc72-4250-920b-6630e35cf82c" providerId="ADAL" clId="{7E39F733-7C09-4FDE-B7EF-27B2D2BFDDC2}" dt="2025-07-16T05:09:30.613" v="682" actId="27636"/>
          <ac:spMkLst>
            <pc:docMk/>
            <pc:sldMk cId="1341596047" sldId="408"/>
            <ac:spMk id="2" creationId="{CCF4D2F4-3037-D4FB-7187-02869D263AC1}"/>
          </ac:spMkLst>
        </pc:spChg>
        <pc:spChg chg="mod">
          <ac:chgData name="Surendra Kc" userId="880eb05b-cc72-4250-920b-6630e35cf82c" providerId="ADAL" clId="{7E39F733-7C09-4FDE-B7EF-27B2D2BFDDC2}" dt="2025-07-16T05:09:50.258" v="690" actId="15"/>
          <ac:spMkLst>
            <pc:docMk/>
            <pc:sldMk cId="1341596047" sldId="408"/>
            <ac:spMk id="3" creationId="{E32E4F69-ABA5-A735-AA0B-AFCB257A8D12}"/>
          </ac:spMkLst>
        </pc:spChg>
      </pc:sldChg>
      <pc:sldChg chg="modSp add mod">
        <pc:chgData name="Surendra Kc" userId="880eb05b-cc72-4250-920b-6630e35cf82c" providerId="ADAL" clId="{7E39F733-7C09-4FDE-B7EF-27B2D2BFDDC2}" dt="2025-07-16T05:10:10.200" v="697" actId="5793"/>
        <pc:sldMkLst>
          <pc:docMk/>
          <pc:sldMk cId="1224588718" sldId="409"/>
        </pc:sldMkLst>
        <pc:spChg chg="mod">
          <ac:chgData name="Surendra Kc" userId="880eb05b-cc72-4250-920b-6630e35cf82c" providerId="ADAL" clId="{7E39F733-7C09-4FDE-B7EF-27B2D2BFDDC2}" dt="2025-07-16T05:10:10.200" v="697" actId="5793"/>
          <ac:spMkLst>
            <pc:docMk/>
            <pc:sldMk cId="1224588718" sldId="409"/>
            <ac:spMk id="3" creationId="{A88A420D-D1AC-2E2A-4F3D-9A4D9E04BFC9}"/>
          </ac:spMkLst>
        </pc:spChg>
      </pc:sldChg>
      <pc:sldChg chg="addSp modSp add mod">
        <pc:chgData name="Surendra Kc" userId="880eb05b-cc72-4250-920b-6630e35cf82c" providerId="ADAL" clId="{7E39F733-7C09-4FDE-B7EF-27B2D2BFDDC2}" dt="2025-07-16T05:11:04.400" v="719" actId="15"/>
        <pc:sldMkLst>
          <pc:docMk/>
          <pc:sldMk cId="394715967" sldId="410"/>
        </pc:sldMkLst>
        <pc:spChg chg="mod">
          <ac:chgData name="Surendra Kc" userId="880eb05b-cc72-4250-920b-6630e35cf82c" providerId="ADAL" clId="{7E39F733-7C09-4FDE-B7EF-27B2D2BFDDC2}" dt="2025-07-16T05:11:04.400" v="719" actId="15"/>
          <ac:spMkLst>
            <pc:docMk/>
            <pc:sldMk cId="394715967" sldId="410"/>
            <ac:spMk id="3" creationId="{7C9B7F46-7B19-A241-89FD-24839B871578}"/>
          </ac:spMkLst>
        </pc:spChg>
        <pc:spChg chg="add">
          <ac:chgData name="Surendra Kc" userId="880eb05b-cc72-4250-920b-6630e35cf82c" providerId="ADAL" clId="{7E39F733-7C09-4FDE-B7EF-27B2D2BFDDC2}" dt="2025-07-16T05:10:35.139" v="701"/>
          <ac:spMkLst>
            <pc:docMk/>
            <pc:sldMk cId="394715967" sldId="410"/>
            <ac:spMk id="4" creationId="{6C659B2D-26CD-3495-9D90-1EC9289FF1C6}"/>
          </ac:spMkLst>
        </pc:spChg>
        <pc:spChg chg="add">
          <ac:chgData name="Surendra Kc" userId="880eb05b-cc72-4250-920b-6630e35cf82c" providerId="ADAL" clId="{7E39F733-7C09-4FDE-B7EF-27B2D2BFDDC2}" dt="2025-07-16T05:10:35.139" v="701"/>
          <ac:spMkLst>
            <pc:docMk/>
            <pc:sldMk cId="394715967" sldId="410"/>
            <ac:spMk id="5" creationId="{F354F50A-E206-ADCE-A56F-A6A108CA63EC}"/>
          </ac:spMkLst>
        </pc:spChg>
        <pc:spChg chg="add">
          <ac:chgData name="Surendra Kc" userId="880eb05b-cc72-4250-920b-6630e35cf82c" providerId="ADAL" clId="{7E39F733-7C09-4FDE-B7EF-27B2D2BFDDC2}" dt="2025-07-16T05:10:35.139" v="701"/>
          <ac:spMkLst>
            <pc:docMk/>
            <pc:sldMk cId="394715967" sldId="410"/>
            <ac:spMk id="6" creationId="{D3A7A7EA-4F8C-7949-C31A-F98434786091}"/>
          </ac:spMkLst>
        </pc:spChg>
      </pc:sldChg>
      <pc:sldChg chg="modSp add mod">
        <pc:chgData name="Surendra Kc" userId="880eb05b-cc72-4250-920b-6630e35cf82c" providerId="ADAL" clId="{7E39F733-7C09-4FDE-B7EF-27B2D2BFDDC2}" dt="2025-07-16T05:11:45.492" v="738" actId="27636"/>
        <pc:sldMkLst>
          <pc:docMk/>
          <pc:sldMk cId="3015005622" sldId="411"/>
        </pc:sldMkLst>
        <pc:spChg chg="mod">
          <ac:chgData name="Surendra Kc" userId="880eb05b-cc72-4250-920b-6630e35cf82c" providerId="ADAL" clId="{7E39F733-7C09-4FDE-B7EF-27B2D2BFDDC2}" dt="2025-07-16T05:11:45.492" v="738" actId="27636"/>
          <ac:spMkLst>
            <pc:docMk/>
            <pc:sldMk cId="3015005622" sldId="411"/>
            <ac:spMk id="3" creationId="{117681E2-595D-51F6-369A-DA0F7EEE9791}"/>
          </ac:spMkLst>
        </pc:spChg>
      </pc:sldChg>
      <pc:sldChg chg="addSp modSp add mod setBg">
        <pc:chgData name="Surendra Kc" userId="880eb05b-cc72-4250-920b-6630e35cf82c" providerId="ADAL" clId="{7E39F733-7C09-4FDE-B7EF-27B2D2BFDDC2}" dt="2025-07-16T05:12:22.113" v="747" actId="26606"/>
        <pc:sldMkLst>
          <pc:docMk/>
          <pc:sldMk cId="3234601211" sldId="412"/>
        </pc:sldMkLst>
        <pc:spChg chg="mod">
          <ac:chgData name="Surendra Kc" userId="880eb05b-cc72-4250-920b-6630e35cf82c" providerId="ADAL" clId="{7E39F733-7C09-4FDE-B7EF-27B2D2BFDDC2}" dt="2025-07-16T05:12:22.113" v="747" actId="26606"/>
          <ac:spMkLst>
            <pc:docMk/>
            <pc:sldMk cId="3234601211" sldId="412"/>
            <ac:spMk id="2" creationId="{B0952653-86EE-A9F5-D1F0-A4C5F083024D}"/>
          </ac:spMkLst>
        </pc:spChg>
        <pc:spChg chg="mod">
          <ac:chgData name="Surendra Kc" userId="880eb05b-cc72-4250-920b-6630e35cf82c" providerId="ADAL" clId="{7E39F733-7C09-4FDE-B7EF-27B2D2BFDDC2}" dt="2025-07-16T05:12:22.113" v="747" actId="26606"/>
          <ac:spMkLst>
            <pc:docMk/>
            <pc:sldMk cId="3234601211" sldId="412"/>
            <ac:spMk id="3" creationId="{9D796BF3-B39F-9BB6-7915-66DDE07E5BA8}"/>
          </ac:spMkLst>
        </pc:spChg>
        <pc:spChg chg="add mod">
          <ac:chgData name="Surendra Kc" userId="880eb05b-cc72-4250-920b-6630e35cf82c" providerId="ADAL" clId="{7E39F733-7C09-4FDE-B7EF-27B2D2BFDDC2}" dt="2025-07-16T05:12:22.113" v="747" actId="26606"/>
          <ac:spMkLst>
            <pc:docMk/>
            <pc:sldMk cId="3234601211" sldId="412"/>
            <ac:spMk id="5" creationId="{05BF61AE-74A4-1A80-D118-E7B3A8DFF318}"/>
          </ac:spMkLst>
        </pc:spChg>
        <pc:spChg chg="add">
          <ac:chgData name="Surendra Kc" userId="880eb05b-cc72-4250-920b-6630e35cf82c" providerId="ADAL" clId="{7E39F733-7C09-4FDE-B7EF-27B2D2BFDDC2}" dt="2025-07-16T05:12:22.113" v="747" actId="26606"/>
          <ac:spMkLst>
            <pc:docMk/>
            <pc:sldMk cId="3234601211" sldId="412"/>
            <ac:spMk id="10" creationId="{FE1EC756-41E9-4FD6-AD48-EF46A28137B7}"/>
          </ac:spMkLst>
        </pc:spChg>
        <pc:spChg chg="add">
          <ac:chgData name="Surendra Kc" userId="880eb05b-cc72-4250-920b-6630e35cf82c" providerId="ADAL" clId="{7E39F733-7C09-4FDE-B7EF-27B2D2BFDDC2}" dt="2025-07-16T05:12:22.113" v="747" actId="26606"/>
          <ac:spMkLst>
            <pc:docMk/>
            <pc:sldMk cId="3234601211" sldId="412"/>
            <ac:spMk id="12" creationId="{E66F6371-9EA5-9354-29DC-1D07B921F79C}"/>
          </ac:spMkLst>
        </pc:spChg>
        <pc:graphicFrameChg chg="add mod ord">
          <ac:chgData name="Surendra Kc" userId="880eb05b-cc72-4250-920b-6630e35cf82c" providerId="ADAL" clId="{7E39F733-7C09-4FDE-B7EF-27B2D2BFDDC2}" dt="2025-07-16T05:12:22.113" v="747" actId="26606"/>
          <ac:graphicFrameMkLst>
            <pc:docMk/>
            <pc:sldMk cId="3234601211" sldId="412"/>
            <ac:graphicFrameMk id="4" creationId="{D5402B37-0886-D106-055F-BCDE7D5A879B}"/>
          </ac:graphicFrameMkLst>
        </pc:graphicFrameChg>
      </pc:sldChg>
      <pc:sldChg chg="delSp add del setBg delDesignElem">
        <pc:chgData name="Surendra Kc" userId="880eb05b-cc72-4250-920b-6630e35cf82c" providerId="ADAL" clId="{7E39F733-7C09-4FDE-B7EF-27B2D2BFDDC2}" dt="2025-07-16T05:12:35.529" v="750" actId="47"/>
        <pc:sldMkLst>
          <pc:docMk/>
          <pc:sldMk cId="2568808802" sldId="413"/>
        </pc:sldMkLst>
        <pc:spChg chg="del">
          <ac:chgData name="Surendra Kc" userId="880eb05b-cc72-4250-920b-6630e35cf82c" providerId="ADAL" clId="{7E39F733-7C09-4FDE-B7EF-27B2D2BFDDC2}" dt="2025-07-16T05:12:32.422" v="749"/>
          <ac:spMkLst>
            <pc:docMk/>
            <pc:sldMk cId="2568808802" sldId="413"/>
            <ac:spMk id="10" creationId="{D034CE29-D432-2F68-93C2-8E92D5597CCC}"/>
          </ac:spMkLst>
        </pc:spChg>
        <pc:spChg chg="del">
          <ac:chgData name="Surendra Kc" userId="880eb05b-cc72-4250-920b-6630e35cf82c" providerId="ADAL" clId="{7E39F733-7C09-4FDE-B7EF-27B2D2BFDDC2}" dt="2025-07-16T05:12:32.422" v="749"/>
          <ac:spMkLst>
            <pc:docMk/>
            <pc:sldMk cId="2568808802" sldId="413"/>
            <ac:spMk id="12" creationId="{1B474D30-7B48-8D6A-581A-7EF713812EE3}"/>
          </ac:spMkLst>
        </pc:spChg>
      </pc:sldChg>
      <pc:sldChg chg="modSp new mod">
        <pc:chgData name="Surendra Kc" userId="880eb05b-cc72-4250-920b-6630e35cf82c" providerId="ADAL" clId="{7E39F733-7C09-4FDE-B7EF-27B2D2BFDDC2}" dt="2025-07-16T05:12:54.921" v="756" actId="5793"/>
        <pc:sldMkLst>
          <pc:docMk/>
          <pc:sldMk cId="2775925621" sldId="413"/>
        </pc:sldMkLst>
        <pc:spChg chg="mod">
          <ac:chgData name="Surendra Kc" userId="880eb05b-cc72-4250-920b-6630e35cf82c" providerId="ADAL" clId="{7E39F733-7C09-4FDE-B7EF-27B2D2BFDDC2}" dt="2025-07-16T05:12:44.870" v="752"/>
          <ac:spMkLst>
            <pc:docMk/>
            <pc:sldMk cId="2775925621" sldId="413"/>
            <ac:spMk id="2" creationId="{9582CD95-939F-4160-781F-2C989DF64113}"/>
          </ac:spMkLst>
        </pc:spChg>
        <pc:spChg chg="mod">
          <ac:chgData name="Surendra Kc" userId="880eb05b-cc72-4250-920b-6630e35cf82c" providerId="ADAL" clId="{7E39F733-7C09-4FDE-B7EF-27B2D2BFDDC2}" dt="2025-07-16T05:12:54.921" v="756" actId="5793"/>
          <ac:spMkLst>
            <pc:docMk/>
            <pc:sldMk cId="2775925621" sldId="413"/>
            <ac:spMk id="3" creationId="{2C65F99D-3CEC-E0EA-9352-C3B0CB8D6106}"/>
          </ac:spMkLst>
        </pc:spChg>
      </pc:sldChg>
      <pc:sldChg chg="modSp new mod">
        <pc:chgData name="Surendra Kc" userId="880eb05b-cc72-4250-920b-6630e35cf82c" providerId="ADAL" clId="{7E39F733-7C09-4FDE-B7EF-27B2D2BFDDC2}" dt="2025-07-16T05:14:10.801" v="774" actId="5793"/>
        <pc:sldMkLst>
          <pc:docMk/>
          <pc:sldMk cId="658633037" sldId="414"/>
        </pc:sldMkLst>
        <pc:spChg chg="mod">
          <ac:chgData name="Surendra Kc" userId="880eb05b-cc72-4250-920b-6630e35cf82c" providerId="ADAL" clId="{7E39F733-7C09-4FDE-B7EF-27B2D2BFDDC2}" dt="2025-07-16T05:13:40.114" v="762" actId="27636"/>
          <ac:spMkLst>
            <pc:docMk/>
            <pc:sldMk cId="658633037" sldId="414"/>
            <ac:spMk id="2" creationId="{DAC940AC-EB47-CEE9-1E63-3ED5A8422815}"/>
          </ac:spMkLst>
        </pc:spChg>
        <pc:spChg chg="mod">
          <ac:chgData name="Surendra Kc" userId="880eb05b-cc72-4250-920b-6630e35cf82c" providerId="ADAL" clId="{7E39F733-7C09-4FDE-B7EF-27B2D2BFDDC2}" dt="2025-07-16T05:14:10.801" v="774" actId="5793"/>
          <ac:spMkLst>
            <pc:docMk/>
            <pc:sldMk cId="658633037" sldId="414"/>
            <ac:spMk id="3" creationId="{D0DD4ED0-1368-3E8A-C063-14E20C883CC1}"/>
          </ac:spMkLst>
        </pc:spChg>
      </pc:sldChg>
      <pc:sldChg chg="modSp add mod">
        <pc:chgData name="Surendra Kc" userId="880eb05b-cc72-4250-920b-6630e35cf82c" providerId="ADAL" clId="{7E39F733-7C09-4FDE-B7EF-27B2D2BFDDC2}" dt="2025-07-16T05:15:00.912" v="796" actId="27636"/>
        <pc:sldMkLst>
          <pc:docMk/>
          <pc:sldMk cId="62204568" sldId="415"/>
        </pc:sldMkLst>
        <pc:spChg chg="mod">
          <ac:chgData name="Surendra Kc" userId="880eb05b-cc72-4250-920b-6630e35cf82c" providerId="ADAL" clId="{7E39F733-7C09-4FDE-B7EF-27B2D2BFDDC2}" dt="2025-07-16T05:15:00.912" v="796" actId="27636"/>
          <ac:spMkLst>
            <pc:docMk/>
            <pc:sldMk cId="62204568" sldId="415"/>
            <ac:spMk id="3" creationId="{834CDA30-A078-CBAE-3656-A92BCBE80FBC}"/>
          </ac:spMkLst>
        </pc:spChg>
      </pc:sldChg>
      <pc:sldChg chg="addSp modSp new mod setBg">
        <pc:chgData name="Surendra Kc" userId="880eb05b-cc72-4250-920b-6630e35cf82c" providerId="ADAL" clId="{7E39F733-7C09-4FDE-B7EF-27B2D2BFDDC2}" dt="2025-07-16T05:16:29.589" v="817" actId="255"/>
        <pc:sldMkLst>
          <pc:docMk/>
          <pc:sldMk cId="1527140149" sldId="416"/>
        </pc:sldMkLst>
        <pc:spChg chg="mod">
          <ac:chgData name="Surendra Kc" userId="880eb05b-cc72-4250-920b-6630e35cf82c" providerId="ADAL" clId="{7E39F733-7C09-4FDE-B7EF-27B2D2BFDDC2}" dt="2025-07-16T05:15:43.681" v="803" actId="26606"/>
          <ac:spMkLst>
            <pc:docMk/>
            <pc:sldMk cId="1527140149" sldId="416"/>
            <ac:spMk id="2" creationId="{221FB1EF-0759-AC6F-DE5D-AEFC496AE31F}"/>
          </ac:spMkLst>
        </pc:spChg>
        <pc:spChg chg="mod">
          <ac:chgData name="Surendra Kc" userId="880eb05b-cc72-4250-920b-6630e35cf82c" providerId="ADAL" clId="{7E39F733-7C09-4FDE-B7EF-27B2D2BFDDC2}" dt="2025-07-16T05:16:29.589" v="817" actId="255"/>
          <ac:spMkLst>
            <pc:docMk/>
            <pc:sldMk cId="1527140149" sldId="416"/>
            <ac:spMk id="3" creationId="{5A33BF20-74AF-7C02-3B5A-D6A481411B87}"/>
          </ac:spMkLst>
        </pc:spChg>
        <pc:spChg chg="add mod">
          <ac:chgData name="Surendra Kc" userId="880eb05b-cc72-4250-920b-6630e35cf82c" providerId="ADAL" clId="{7E39F733-7C09-4FDE-B7EF-27B2D2BFDDC2}" dt="2025-07-16T05:15:53.233" v="806" actId="20577"/>
          <ac:spMkLst>
            <pc:docMk/>
            <pc:sldMk cId="1527140149" sldId="416"/>
            <ac:spMk id="5" creationId="{9ACE7176-2F13-439E-EE4B-6E5AA144AA9F}"/>
          </ac:spMkLst>
        </pc:spChg>
        <pc:spChg chg="add">
          <ac:chgData name="Surendra Kc" userId="880eb05b-cc72-4250-920b-6630e35cf82c" providerId="ADAL" clId="{7E39F733-7C09-4FDE-B7EF-27B2D2BFDDC2}" dt="2025-07-16T05:15:43.681" v="803" actId="26606"/>
          <ac:spMkLst>
            <pc:docMk/>
            <pc:sldMk cId="1527140149" sldId="416"/>
            <ac:spMk id="10" creationId="{77C59BEC-C4CC-4741-B975-08C543178D3D}"/>
          </ac:spMkLst>
        </pc:spChg>
        <pc:spChg chg="add">
          <ac:chgData name="Surendra Kc" userId="880eb05b-cc72-4250-920b-6630e35cf82c" providerId="ADAL" clId="{7E39F733-7C09-4FDE-B7EF-27B2D2BFDDC2}" dt="2025-07-16T05:15:43.681" v="803" actId="26606"/>
          <ac:spMkLst>
            <pc:docMk/>
            <pc:sldMk cId="1527140149" sldId="416"/>
            <ac:spMk id="12" creationId="{72DEF309-605D-4117-9340-6D589B6C3A34}"/>
          </ac:spMkLst>
        </pc:spChg>
        <pc:spChg chg="add">
          <ac:chgData name="Surendra Kc" userId="880eb05b-cc72-4250-920b-6630e35cf82c" providerId="ADAL" clId="{7E39F733-7C09-4FDE-B7EF-27B2D2BFDDC2}" dt="2025-07-16T05:15:43.681" v="803" actId="26606"/>
          <ac:spMkLst>
            <pc:docMk/>
            <pc:sldMk cId="1527140149" sldId="416"/>
            <ac:spMk id="14" creationId="{A7B99495-F43F-4D80-A44F-2CB4764EB90B}"/>
          </ac:spMkLst>
        </pc:spChg>
        <pc:graphicFrameChg chg="add mod ord modGraphic">
          <ac:chgData name="Surendra Kc" userId="880eb05b-cc72-4250-920b-6630e35cf82c" providerId="ADAL" clId="{7E39F733-7C09-4FDE-B7EF-27B2D2BFDDC2}" dt="2025-07-16T05:16:21.583" v="816" actId="14100"/>
          <ac:graphicFrameMkLst>
            <pc:docMk/>
            <pc:sldMk cId="1527140149" sldId="416"/>
            <ac:graphicFrameMk id="4" creationId="{92523EDA-0137-6F1B-2BAE-CF7EBE61087E}"/>
          </ac:graphicFrameMkLst>
        </pc:graphicFrameChg>
      </pc:sldChg>
      <pc:sldChg chg="modSp new mod">
        <pc:chgData name="Surendra Kc" userId="880eb05b-cc72-4250-920b-6630e35cf82c" providerId="ADAL" clId="{7E39F733-7C09-4FDE-B7EF-27B2D2BFDDC2}" dt="2025-07-16T05:17:31.898" v="832" actId="15"/>
        <pc:sldMkLst>
          <pc:docMk/>
          <pc:sldMk cId="18264866" sldId="417"/>
        </pc:sldMkLst>
        <pc:spChg chg="mod">
          <ac:chgData name="Surendra Kc" userId="880eb05b-cc72-4250-920b-6630e35cf82c" providerId="ADAL" clId="{7E39F733-7C09-4FDE-B7EF-27B2D2BFDDC2}" dt="2025-07-16T05:17:22.322" v="827"/>
          <ac:spMkLst>
            <pc:docMk/>
            <pc:sldMk cId="18264866" sldId="417"/>
            <ac:spMk id="2" creationId="{62C77C8C-6BE0-3C03-E0E2-BDB2CAA8518C}"/>
          </ac:spMkLst>
        </pc:spChg>
        <pc:spChg chg="mod">
          <ac:chgData name="Surendra Kc" userId="880eb05b-cc72-4250-920b-6630e35cf82c" providerId="ADAL" clId="{7E39F733-7C09-4FDE-B7EF-27B2D2BFDDC2}" dt="2025-07-16T05:17:31.898" v="832" actId="15"/>
          <ac:spMkLst>
            <pc:docMk/>
            <pc:sldMk cId="18264866" sldId="417"/>
            <ac:spMk id="3" creationId="{58324554-C95B-CB76-2CEF-D5677688831F}"/>
          </ac:spMkLst>
        </pc:spChg>
      </pc:sldChg>
      <pc:sldChg chg="addSp delSp modSp new mod setBg">
        <pc:chgData name="Surendra Kc" userId="880eb05b-cc72-4250-920b-6630e35cf82c" providerId="ADAL" clId="{7E39F733-7C09-4FDE-B7EF-27B2D2BFDDC2}" dt="2025-07-16T05:19:01.348" v="841" actId="962"/>
        <pc:sldMkLst>
          <pc:docMk/>
          <pc:sldMk cId="3689543022" sldId="418"/>
        </pc:sldMkLst>
        <pc:spChg chg="add del">
          <ac:chgData name="Surendra Kc" userId="880eb05b-cc72-4250-920b-6630e35cf82c" providerId="ADAL" clId="{7E39F733-7C09-4FDE-B7EF-27B2D2BFDDC2}" dt="2025-07-16T05:18:59.084" v="839" actId="26606"/>
          <ac:spMkLst>
            <pc:docMk/>
            <pc:sldMk cId="3689543022" sldId="418"/>
            <ac:spMk id="2" creationId="{98026431-3FE4-8AB2-BEA9-0794D10D2DE7}"/>
          </ac:spMkLst>
        </pc:spChg>
        <pc:spChg chg="add del">
          <ac:chgData name="Surendra Kc" userId="880eb05b-cc72-4250-920b-6630e35cf82c" providerId="ADAL" clId="{7E39F733-7C09-4FDE-B7EF-27B2D2BFDDC2}" dt="2025-07-16T05:18:59.084" v="839" actId="26606"/>
          <ac:spMkLst>
            <pc:docMk/>
            <pc:sldMk cId="3689543022" sldId="418"/>
            <ac:spMk id="3" creationId="{9D765794-38A9-3BE9-FBEF-F74BF8FA7BE7}"/>
          </ac:spMkLst>
        </pc:spChg>
        <pc:spChg chg="add del">
          <ac:chgData name="Surendra Kc" userId="880eb05b-cc72-4250-920b-6630e35cf82c" providerId="ADAL" clId="{7E39F733-7C09-4FDE-B7EF-27B2D2BFDDC2}" dt="2025-07-16T05:18:59.082" v="838" actId="26606"/>
          <ac:spMkLst>
            <pc:docMk/>
            <pc:sldMk cId="3689543022" sldId="418"/>
            <ac:spMk id="10" creationId="{01D0AF59-99C3-4251-AB9A-C966C6AD4400}"/>
          </ac:spMkLst>
        </pc:spChg>
        <pc:spChg chg="add del">
          <ac:chgData name="Surendra Kc" userId="880eb05b-cc72-4250-920b-6630e35cf82c" providerId="ADAL" clId="{7E39F733-7C09-4FDE-B7EF-27B2D2BFDDC2}" dt="2025-07-16T05:18:59.082" v="838" actId="26606"/>
          <ac:spMkLst>
            <pc:docMk/>
            <pc:sldMk cId="3689543022" sldId="418"/>
            <ac:spMk id="12" creationId="{1855405F-37A2-4869-9154-F8BE3BECE6C3}"/>
          </ac:spMkLst>
        </pc:spChg>
        <pc:picChg chg="add mod">
          <ac:chgData name="Surendra Kc" userId="880eb05b-cc72-4250-920b-6630e35cf82c" providerId="ADAL" clId="{7E39F733-7C09-4FDE-B7EF-27B2D2BFDDC2}" dt="2025-07-16T05:19:01.348" v="841" actId="962"/>
          <ac:picMkLst>
            <pc:docMk/>
            <pc:sldMk cId="3689543022" sldId="418"/>
            <ac:picMk id="5" creationId="{27CEFAB1-C3B1-1A51-26CE-704373877E39}"/>
          </ac:picMkLst>
        </pc:picChg>
      </pc:sldChg>
      <pc:sldChg chg="addSp delSp modSp new mod setBg">
        <pc:chgData name="Surendra Kc" userId="880eb05b-cc72-4250-920b-6630e35cf82c" providerId="ADAL" clId="{7E39F733-7C09-4FDE-B7EF-27B2D2BFDDC2}" dt="2025-07-16T05:20:41.032" v="862" actId="26606"/>
        <pc:sldMkLst>
          <pc:docMk/>
          <pc:sldMk cId="1806321861" sldId="419"/>
        </pc:sldMkLst>
        <pc:spChg chg="mod">
          <ac:chgData name="Surendra Kc" userId="880eb05b-cc72-4250-920b-6630e35cf82c" providerId="ADAL" clId="{7E39F733-7C09-4FDE-B7EF-27B2D2BFDDC2}" dt="2025-07-16T05:20:41.032" v="862" actId="26606"/>
          <ac:spMkLst>
            <pc:docMk/>
            <pc:sldMk cId="1806321861" sldId="419"/>
            <ac:spMk id="2" creationId="{D77C3CB3-3572-367A-E7AF-6097C39774B8}"/>
          </ac:spMkLst>
        </pc:spChg>
        <pc:spChg chg="del">
          <ac:chgData name="Surendra Kc" userId="880eb05b-cc72-4250-920b-6630e35cf82c" providerId="ADAL" clId="{7E39F733-7C09-4FDE-B7EF-27B2D2BFDDC2}" dt="2025-07-16T05:20:41.032" v="862" actId="26606"/>
          <ac:spMkLst>
            <pc:docMk/>
            <pc:sldMk cId="1806321861" sldId="419"/>
            <ac:spMk id="3" creationId="{C619A65B-6AF0-E584-451A-AFD0C2BBE383}"/>
          </ac:spMkLst>
        </pc:spChg>
        <pc:spChg chg="add">
          <ac:chgData name="Surendra Kc" userId="880eb05b-cc72-4250-920b-6630e35cf82c" providerId="ADAL" clId="{7E39F733-7C09-4FDE-B7EF-27B2D2BFDDC2}" dt="2025-07-16T05:20:41.032" v="862" actId="26606"/>
          <ac:spMkLst>
            <pc:docMk/>
            <pc:sldMk cId="1806321861" sldId="419"/>
            <ac:spMk id="10" creationId="{665DBBEF-238B-476B-96AB-8AAC3224ECEA}"/>
          </ac:spMkLst>
        </pc:spChg>
        <pc:spChg chg="add">
          <ac:chgData name="Surendra Kc" userId="880eb05b-cc72-4250-920b-6630e35cf82c" providerId="ADAL" clId="{7E39F733-7C09-4FDE-B7EF-27B2D2BFDDC2}" dt="2025-07-16T05:20:41.032" v="862" actId="26606"/>
          <ac:spMkLst>
            <pc:docMk/>
            <pc:sldMk cId="1806321861" sldId="419"/>
            <ac:spMk id="12" creationId="{3FCFB1DE-0B7E-48CC-BA90-B2AB0889F9D6}"/>
          </ac:spMkLst>
        </pc:spChg>
        <pc:picChg chg="add mod">
          <ac:chgData name="Surendra Kc" userId="880eb05b-cc72-4250-920b-6630e35cf82c" providerId="ADAL" clId="{7E39F733-7C09-4FDE-B7EF-27B2D2BFDDC2}" dt="2025-07-16T05:20:41.032" v="862" actId="26606"/>
          <ac:picMkLst>
            <pc:docMk/>
            <pc:sldMk cId="1806321861" sldId="419"/>
            <ac:picMk id="5" creationId="{1BDD42CB-241C-ECBF-8C1E-EA3CEF24AB6E}"/>
          </ac:picMkLst>
        </pc:picChg>
      </pc:sldChg>
      <pc:sldChg chg="addSp delSp modSp add mod setBg delDesignElem">
        <pc:chgData name="Surendra Kc" userId="880eb05b-cc72-4250-920b-6630e35cf82c" providerId="ADAL" clId="{7E39F733-7C09-4FDE-B7EF-27B2D2BFDDC2}" dt="2025-07-16T05:21:02.881" v="869" actId="26606"/>
        <pc:sldMkLst>
          <pc:docMk/>
          <pc:sldMk cId="174375863" sldId="420"/>
        </pc:sldMkLst>
        <pc:spChg chg="add del mod">
          <ac:chgData name="Surendra Kc" userId="880eb05b-cc72-4250-920b-6630e35cf82c" providerId="ADAL" clId="{7E39F733-7C09-4FDE-B7EF-27B2D2BFDDC2}" dt="2025-07-16T05:21:02.881" v="869" actId="26606"/>
          <ac:spMkLst>
            <pc:docMk/>
            <pc:sldMk cId="174375863" sldId="420"/>
            <ac:spMk id="4" creationId="{720CDA9B-78D5-220E-8EE2-32BB0A9B01C7}"/>
          </ac:spMkLst>
        </pc:spChg>
        <pc:spChg chg="add">
          <ac:chgData name="Surendra Kc" userId="880eb05b-cc72-4250-920b-6630e35cf82c" providerId="ADAL" clId="{7E39F733-7C09-4FDE-B7EF-27B2D2BFDDC2}" dt="2025-07-16T05:21:02.881" v="869" actId="26606"/>
          <ac:spMkLst>
            <pc:docMk/>
            <pc:sldMk cId="174375863" sldId="420"/>
            <ac:spMk id="9" creationId="{665DBBEF-238B-476B-96AB-8AAC3224ECEA}"/>
          </ac:spMkLst>
        </pc:spChg>
        <pc:spChg chg="del">
          <ac:chgData name="Surendra Kc" userId="880eb05b-cc72-4250-920b-6630e35cf82c" providerId="ADAL" clId="{7E39F733-7C09-4FDE-B7EF-27B2D2BFDDC2}" dt="2025-07-16T05:20:45.731" v="864"/>
          <ac:spMkLst>
            <pc:docMk/>
            <pc:sldMk cId="174375863" sldId="420"/>
            <ac:spMk id="10" creationId="{B3E3FDA1-2040-8A78-3C46-A2F62B406DFF}"/>
          </ac:spMkLst>
        </pc:spChg>
        <pc:spChg chg="del">
          <ac:chgData name="Surendra Kc" userId="880eb05b-cc72-4250-920b-6630e35cf82c" providerId="ADAL" clId="{7E39F733-7C09-4FDE-B7EF-27B2D2BFDDC2}" dt="2025-07-16T05:20:45.731" v="864"/>
          <ac:spMkLst>
            <pc:docMk/>
            <pc:sldMk cId="174375863" sldId="420"/>
            <ac:spMk id="12" creationId="{EC826D21-E4BA-8AF4-3A37-D63368148FE2}"/>
          </ac:spMkLst>
        </pc:spChg>
        <pc:spChg chg="add">
          <ac:chgData name="Surendra Kc" userId="880eb05b-cc72-4250-920b-6630e35cf82c" providerId="ADAL" clId="{7E39F733-7C09-4FDE-B7EF-27B2D2BFDDC2}" dt="2025-07-16T05:21:02.881" v="869" actId="26606"/>
          <ac:spMkLst>
            <pc:docMk/>
            <pc:sldMk cId="174375863" sldId="420"/>
            <ac:spMk id="14" creationId="{3FCFB1DE-0B7E-48CC-BA90-B2AB0889F9D6}"/>
          </ac:spMkLst>
        </pc:spChg>
        <pc:picChg chg="del">
          <ac:chgData name="Surendra Kc" userId="880eb05b-cc72-4250-920b-6630e35cf82c" providerId="ADAL" clId="{7E39F733-7C09-4FDE-B7EF-27B2D2BFDDC2}" dt="2025-07-16T05:20:49.229" v="867" actId="478"/>
          <ac:picMkLst>
            <pc:docMk/>
            <pc:sldMk cId="174375863" sldId="420"/>
            <ac:picMk id="5" creationId="{71CB91B0-A65B-06A5-FC2C-0CA632B0F5C8}"/>
          </ac:picMkLst>
        </pc:picChg>
        <pc:picChg chg="add mod">
          <ac:chgData name="Surendra Kc" userId="880eb05b-cc72-4250-920b-6630e35cf82c" providerId="ADAL" clId="{7E39F733-7C09-4FDE-B7EF-27B2D2BFDDC2}" dt="2025-07-16T05:21:02.881" v="869" actId="26606"/>
          <ac:picMkLst>
            <pc:docMk/>
            <pc:sldMk cId="174375863" sldId="420"/>
            <ac:picMk id="7" creationId="{4465DB0A-5EC0-3582-8EF1-DD0D890912BD}"/>
          </ac:picMkLst>
        </pc:picChg>
      </pc:sldChg>
      <pc:sldChg chg="addSp delSp modSp add mod setBg delDesignElem">
        <pc:chgData name="Surendra Kc" userId="880eb05b-cc72-4250-920b-6630e35cf82c" providerId="ADAL" clId="{7E39F733-7C09-4FDE-B7EF-27B2D2BFDDC2}" dt="2025-07-16T05:21:27.357" v="874" actId="962"/>
        <pc:sldMkLst>
          <pc:docMk/>
          <pc:sldMk cId="4168708194" sldId="421"/>
        </pc:sldMkLst>
        <pc:spChg chg="add del mod">
          <ac:chgData name="Surendra Kc" userId="880eb05b-cc72-4250-920b-6630e35cf82c" providerId="ADAL" clId="{7E39F733-7C09-4FDE-B7EF-27B2D2BFDDC2}" dt="2025-07-16T05:21:18.941" v="872" actId="26606"/>
          <ac:spMkLst>
            <pc:docMk/>
            <pc:sldMk cId="4168708194" sldId="421"/>
            <ac:spMk id="4" creationId="{9D17D278-AA03-4427-69EE-EC3A06312DEB}"/>
          </ac:spMkLst>
        </pc:spChg>
        <pc:spChg chg="add">
          <ac:chgData name="Surendra Kc" userId="880eb05b-cc72-4250-920b-6630e35cf82c" providerId="ADAL" clId="{7E39F733-7C09-4FDE-B7EF-27B2D2BFDDC2}" dt="2025-07-16T05:21:18.941" v="872" actId="26606"/>
          <ac:spMkLst>
            <pc:docMk/>
            <pc:sldMk cId="4168708194" sldId="421"/>
            <ac:spMk id="9" creationId="{665DBBEF-238B-476B-96AB-8AAC3224ECEA}"/>
          </ac:spMkLst>
        </pc:spChg>
        <pc:spChg chg="del">
          <ac:chgData name="Surendra Kc" userId="880eb05b-cc72-4250-920b-6630e35cf82c" providerId="ADAL" clId="{7E39F733-7C09-4FDE-B7EF-27B2D2BFDDC2}" dt="2025-07-16T05:20:46.252" v="866"/>
          <ac:spMkLst>
            <pc:docMk/>
            <pc:sldMk cId="4168708194" sldId="421"/>
            <ac:spMk id="10" creationId="{0AAC083B-6D40-16DC-061D-A679D610E8A0}"/>
          </ac:spMkLst>
        </pc:spChg>
        <pc:spChg chg="del">
          <ac:chgData name="Surendra Kc" userId="880eb05b-cc72-4250-920b-6630e35cf82c" providerId="ADAL" clId="{7E39F733-7C09-4FDE-B7EF-27B2D2BFDDC2}" dt="2025-07-16T05:20:46.252" v="866"/>
          <ac:spMkLst>
            <pc:docMk/>
            <pc:sldMk cId="4168708194" sldId="421"/>
            <ac:spMk id="12" creationId="{DA16BDE3-0171-6C26-4904-19C7430DB67D}"/>
          </ac:spMkLst>
        </pc:spChg>
        <pc:spChg chg="add">
          <ac:chgData name="Surendra Kc" userId="880eb05b-cc72-4250-920b-6630e35cf82c" providerId="ADAL" clId="{7E39F733-7C09-4FDE-B7EF-27B2D2BFDDC2}" dt="2025-07-16T05:21:18.941" v="872" actId="26606"/>
          <ac:spMkLst>
            <pc:docMk/>
            <pc:sldMk cId="4168708194" sldId="421"/>
            <ac:spMk id="14" creationId="{3FCFB1DE-0B7E-48CC-BA90-B2AB0889F9D6}"/>
          </ac:spMkLst>
        </pc:spChg>
        <pc:picChg chg="del">
          <ac:chgData name="Surendra Kc" userId="880eb05b-cc72-4250-920b-6630e35cf82c" providerId="ADAL" clId="{7E39F733-7C09-4FDE-B7EF-27B2D2BFDDC2}" dt="2025-07-16T05:21:05.883" v="870" actId="478"/>
          <ac:picMkLst>
            <pc:docMk/>
            <pc:sldMk cId="4168708194" sldId="421"/>
            <ac:picMk id="5" creationId="{6016805F-934E-A78A-9DE4-32B046C1E27A}"/>
          </ac:picMkLst>
        </pc:picChg>
        <pc:picChg chg="add mod">
          <ac:chgData name="Surendra Kc" userId="880eb05b-cc72-4250-920b-6630e35cf82c" providerId="ADAL" clId="{7E39F733-7C09-4FDE-B7EF-27B2D2BFDDC2}" dt="2025-07-16T05:21:27.357" v="874" actId="962"/>
          <ac:picMkLst>
            <pc:docMk/>
            <pc:sldMk cId="4168708194" sldId="421"/>
            <ac:picMk id="7" creationId="{4CEE10B7-4709-E8C7-81D0-7F428B0C8334}"/>
          </ac:picMkLst>
        </pc:picChg>
      </pc:sldChg>
      <pc:sldChg chg="addSp delSp modSp new mod setBg">
        <pc:chgData name="Surendra Kc" userId="880eb05b-cc72-4250-920b-6630e35cf82c" providerId="ADAL" clId="{7E39F733-7C09-4FDE-B7EF-27B2D2BFDDC2}" dt="2025-07-16T11:58:26.637" v="882" actId="26606"/>
        <pc:sldMkLst>
          <pc:docMk/>
          <pc:sldMk cId="1378705660" sldId="422"/>
        </pc:sldMkLst>
        <pc:spChg chg="del">
          <ac:chgData name="Surendra Kc" userId="880eb05b-cc72-4250-920b-6630e35cf82c" providerId="ADAL" clId="{7E39F733-7C09-4FDE-B7EF-27B2D2BFDDC2}" dt="2025-07-16T11:58:26.637" v="882" actId="26606"/>
          <ac:spMkLst>
            <pc:docMk/>
            <pc:sldMk cId="1378705660" sldId="422"/>
            <ac:spMk id="2" creationId="{7BBEE84F-D5D0-99EB-A14A-2D3463D86F32}"/>
          </ac:spMkLst>
        </pc:spChg>
        <pc:spChg chg="del">
          <ac:chgData name="Surendra Kc" userId="880eb05b-cc72-4250-920b-6630e35cf82c" providerId="ADAL" clId="{7E39F733-7C09-4FDE-B7EF-27B2D2BFDDC2}" dt="2025-07-16T11:58:26.637" v="882" actId="26606"/>
          <ac:spMkLst>
            <pc:docMk/>
            <pc:sldMk cId="1378705660" sldId="422"/>
            <ac:spMk id="3" creationId="{7E40797E-3723-2A63-9020-918BDF5C8EEA}"/>
          </ac:spMkLst>
        </pc:spChg>
        <pc:picChg chg="add mod">
          <ac:chgData name="Surendra Kc" userId="880eb05b-cc72-4250-920b-6630e35cf82c" providerId="ADAL" clId="{7E39F733-7C09-4FDE-B7EF-27B2D2BFDDC2}" dt="2025-07-16T11:58:26.637" v="882" actId="26606"/>
          <ac:picMkLst>
            <pc:docMk/>
            <pc:sldMk cId="1378705660" sldId="422"/>
            <ac:picMk id="5" creationId="{BBBB92AC-10F6-B22F-C4D9-9F4817F0B8EC}"/>
          </ac:picMkLst>
        </pc:picChg>
      </pc:sldChg>
      <pc:sldChg chg="addSp delSp modSp new mod setBg">
        <pc:chgData name="Surendra Kc" userId="880eb05b-cc72-4250-920b-6630e35cf82c" providerId="ADAL" clId="{7E39F733-7C09-4FDE-B7EF-27B2D2BFDDC2}" dt="2025-07-16T11:58:36.243" v="887" actId="962"/>
        <pc:sldMkLst>
          <pc:docMk/>
          <pc:sldMk cId="1446947391" sldId="423"/>
        </pc:sldMkLst>
        <pc:spChg chg="del">
          <ac:chgData name="Surendra Kc" userId="880eb05b-cc72-4250-920b-6630e35cf82c" providerId="ADAL" clId="{7E39F733-7C09-4FDE-B7EF-27B2D2BFDDC2}" dt="2025-07-16T11:58:32.104" v="885" actId="26606"/>
          <ac:spMkLst>
            <pc:docMk/>
            <pc:sldMk cId="1446947391" sldId="423"/>
            <ac:spMk id="2" creationId="{AA1F0304-10BC-D1FD-870E-9E2CC26F889F}"/>
          </ac:spMkLst>
        </pc:spChg>
        <pc:spChg chg="del">
          <ac:chgData name="Surendra Kc" userId="880eb05b-cc72-4250-920b-6630e35cf82c" providerId="ADAL" clId="{7E39F733-7C09-4FDE-B7EF-27B2D2BFDDC2}" dt="2025-07-16T11:58:32.104" v="885" actId="26606"/>
          <ac:spMkLst>
            <pc:docMk/>
            <pc:sldMk cId="1446947391" sldId="423"/>
            <ac:spMk id="3" creationId="{3C1E5CE1-4FBD-805A-F125-548B6ECE3768}"/>
          </ac:spMkLst>
        </pc:spChg>
        <pc:picChg chg="add mod">
          <ac:chgData name="Surendra Kc" userId="880eb05b-cc72-4250-920b-6630e35cf82c" providerId="ADAL" clId="{7E39F733-7C09-4FDE-B7EF-27B2D2BFDDC2}" dt="2025-07-16T11:58:36.243" v="887" actId="962"/>
          <ac:picMkLst>
            <pc:docMk/>
            <pc:sldMk cId="1446947391" sldId="423"/>
            <ac:picMk id="5" creationId="{A4351F28-FF7D-B22F-2260-1A47DFE16854}"/>
          </ac:picMkLst>
        </pc:picChg>
      </pc:sldChg>
      <pc:sldChg chg="addSp delSp modSp new mod setBg">
        <pc:chgData name="Surendra Kc" userId="880eb05b-cc72-4250-920b-6630e35cf82c" providerId="ADAL" clId="{7E39F733-7C09-4FDE-B7EF-27B2D2BFDDC2}" dt="2025-07-16T11:59:02.503" v="892" actId="962"/>
        <pc:sldMkLst>
          <pc:docMk/>
          <pc:sldMk cId="2640118646" sldId="424"/>
        </pc:sldMkLst>
        <pc:spChg chg="del">
          <ac:chgData name="Surendra Kc" userId="880eb05b-cc72-4250-920b-6630e35cf82c" providerId="ADAL" clId="{7E39F733-7C09-4FDE-B7EF-27B2D2BFDDC2}" dt="2025-07-16T11:59:00.241" v="890" actId="26606"/>
          <ac:spMkLst>
            <pc:docMk/>
            <pc:sldMk cId="2640118646" sldId="424"/>
            <ac:spMk id="2" creationId="{D000A99D-9BF7-0D5E-C8D3-4DD50D6A7087}"/>
          </ac:spMkLst>
        </pc:spChg>
        <pc:spChg chg="del">
          <ac:chgData name="Surendra Kc" userId="880eb05b-cc72-4250-920b-6630e35cf82c" providerId="ADAL" clId="{7E39F733-7C09-4FDE-B7EF-27B2D2BFDDC2}" dt="2025-07-16T11:59:00.241" v="890" actId="26606"/>
          <ac:spMkLst>
            <pc:docMk/>
            <pc:sldMk cId="2640118646" sldId="424"/>
            <ac:spMk id="3" creationId="{96BEA257-B503-C80F-43E7-5A10160E190C}"/>
          </ac:spMkLst>
        </pc:spChg>
        <pc:picChg chg="add mod">
          <ac:chgData name="Surendra Kc" userId="880eb05b-cc72-4250-920b-6630e35cf82c" providerId="ADAL" clId="{7E39F733-7C09-4FDE-B7EF-27B2D2BFDDC2}" dt="2025-07-16T11:59:02.503" v="892" actId="962"/>
          <ac:picMkLst>
            <pc:docMk/>
            <pc:sldMk cId="2640118646" sldId="424"/>
            <ac:picMk id="5" creationId="{3ED89566-2212-DFA2-10DB-36546CD36FD5}"/>
          </ac:picMkLst>
        </pc:picChg>
      </pc:sldChg>
      <pc:sldChg chg="addSp delSp modSp new mod setBg">
        <pc:chgData name="Surendra Kc" userId="880eb05b-cc72-4250-920b-6630e35cf82c" providerId="ADAL" clId="{7E39F733-7C09-4FDE-B7EF-27B2D2BFDDC2}" dt="2025-07-16T12:00:54.893" v="896" actId="27614"/>
        <pc:sldMkLst>
          <pc:docMk/>
          <pc:sldMk cId="474811324" sldId="425"/>
        </pc:sldMkLst>
        <pc:spChg chg="del">
          <ac:chgData name="Surendra Kc" userId="880eb05b-cc72-4250-920b-6630e35cf82c" providerId="ADAL" clId="{7E39F733-7C09-4FDE-B7EF-27B2D2BFDDC2}" dt="2025-07-16T12:00:52.272" v="895" actId="26606"/>
          <ac:spMkLst>
            <pc:docMk/>
            <pc:sldMk cId="474811324" sldId="425"/>
            <ac:spMk id="2" creationId="{75C2BD7F-47CA-6433-677A-4F366BD355A1}"/>
          </ac:spMkLst>
        </pc:spChg>
        <pc:spChg chg="del">
          <ac:chgData name="Surendra Kc" userId="880eb05b-cc72-4250-920b-6630e35cf82c" providerId="ADAL" clId="{7E39F733-7C09-4FDE-B7EF-27B2D2BFDDC2}" dt="2025-07-16T12:00:52.272" v="895" actId="26606"/>
          <ac:spMkLst>
            <pc:docMk/>
            <pc:sldMk cId="474811324" sldId="425"/>
            <ac:spMk id="3" creationId="{C0DD8053-D3B1-B9C2-F0CC-A1D858D5CF7A}"/>
          </ac:spMkLst>
        </pc:spChg>
        <pc:picChg chg="add mod">
          <ac:chgData name="Surendra Kc" userId="880eb05b-cc72-4250-920b-6630e35cf82c" providerId="ADAL" clId="{7E39F733-7C09-4FDE-B7EF-27B2D2BFDDC2}" dt="2025-07-16T12:00:54.893" v="896" actId="27614"/>
          <ac:picMkLst>
            <pc:docMk/>
            <pc:sldMk cId="474811324" sldId="425"/>
            <ac:picMk id="5" creationId="{CA55EB28-35F1-0C7C-D721-DB5646627327}"/>
          </ac:picMkLst>
        </pc:picChg>
      </pc:sldChg>
      <pc:sldChg chg="addSp delSp modSp new mod setBg">
        <pc:chgData name="Surendra Kc" userId="880eb05b-cc72-4250-920b-6630e35cf82c" providerId="ADAL" clId="{7E39F733-7C09-4FDE-B7EF-27B2D2BFDDC2}" dt="2025-07-16T12:13:00.973" v="903" actId="962"/>
        <pc:sldMkLst>
          <pc:docMk/>
          <pc:sldMk cId="2311151248" sldId="426"/>
        </pc:sldMkLst>
        <pc:spChg chg="add del">
          <ac:chgData name="Surendra Kc" userId="880eb05b-cc72-4250-920b-6630e35cf82c" providerId="ADAL" clId="{7E39F733-7C09-4FDE-B7EF-27B2D2BFDDC2}" dt="2025-07-16T12:12:58.791" v="901" actId="26606"/>
          <ac:spMkLst>
            <pc:docMk/>
            <pc:sldMk cId="2311151248" sldId="426"/>
            <ac:spMk id="2" creationId="{8A5B2F94-CD71-D210-AFCA-C8D5CAC07428}"/>
          </ac:spMkLst>
        </pc:spChg>
        <pc:spChg chg="add del">
          <ac:chgData name="Surendra Kc" userId="880eb05b-cc72-4250-920b-6630e35cf82c" providerId="ADAL" clId="{7E39F733-7C09-4FDE-B7EF-27B2D2BFDDC2}" dt="2025-07-16T12:12:58.791" v="901" actId="26606"/>
          <ac:spMkLst>
            <pc:docMk/>
            <pc:sldMk cId="2311151248" sldId="426"/>
            <ac:spMk id="3" creationId="{C03CFD51-A11F-0508-A122-567448326846}"/>
          </ac:spMkLst>
        </pc:spChg>
        <pc:spChg chg="add del">
          <ac:chgData name="Surendra Kc" userId="880eb05b-cc72-4250-920b-6630e35cf82c" providerId="ADAL" clId="{7E39F733-7C09-4FDE-B7EF-27B2D2BFDDC2}" dt="2025-07-16T12:12:58.787" v="900" actId="26606"/>
          <ac:spMkLst>
            <pc:docMk/>
            <pc:sldMk cId="2311151248" sldId="426"/>
            <ac:spMk id="10" creationId="{F3060C83-F051-4F0E-ABAD-AA0DFC48B218}"/>
          </ac:spMkLst>
        </pc:spChg>
        <pc:spChg chg="add del">
          <ac:chgData name="Surendra Kc" userId="880eb05b-cc72-4250-920b-6630e35cf82c" providerId="ADAL" clId="{7E39F733-7C09-4FDE-B7EF-27B2D2BFDDC2}" dt="2025-07-16T12:12:58.787" v="900" actId="26606"/>
          <ac:spMkLst>
            <pc:docMk/>
            <pc:sldMk cId="2311151248" sldId="426"/>
            <ac:spMk id="12" creationId="{83C98ABE-055B-441F-B07E-44F97F083C39}"/>
          </ac:spMkLst>
        </pc:spChg>
        <pc:spChg chg="add del">
          <ac:chgData name="Surendra Kc" userId="880eb05b-cc72-4250-920b-6630e35cf82c" providerId="ADAL" clId="{7E39F733-7C09-4FDE-B7EF-27B2D2BFDDC2}" dt="2025-07-16T12:12:58.787" v="900" actId="26606"/>
          <ac:spMkLst>
            <pc:docMk/>
            <pc:sldMk cId="2311151248" sldId="426"/>
            <ac:spMk id="14" creationId="{29FDB030-9B49-4CED-8CCD-4D99382388AC}"/>
          </ac:spMkLst>
        </pc:spChg>
        <pc:spChg chg="add del">
          <ac:chgData name="Surendra Kc" userId="880eb05b-cc72-4250-920b-6630e35cf82c" providerId="ADAL" clId="{7E39F733-7C09-4FDE-B7EF-27B2D2BFDDC2}" dt="2025-07-16T12:12:58.787" v="900" actId="26606"/>
          <ac:spMkLst>
            <pc:docMk/>
            <pc:sldMk cId="2311151248" sldId="426"/>
            <ac:spMk id="16" creationId="{3783CA14-24A1-485C-8B30-D6A5D87987AD}"/>
          </ac:spMkLst>
        </pc:spChg>
        <pc:spChg chg="add del">
          <ac:chgData name="Surendra Kc" userId="880eb05b-cc72-4250-920b-6630e35cf82c" providerId="ADAL" clId="{7E39F733-7C09-4FDE-B7EF-27B2D2BFDDC2}" dt="2025-07-16T12:12:58.787" v="900" actId="26606"/>
          <ac:spMkLst>
            <pc:docMk/>
            <pc:sldMk cId="2311151248" sldId="426"/>
            <ac:spMk id="18" creationId="{9A97C86A-04D6-40F7-AE84-31AB43E6A846}"/>
          </ac:spMkLst>
        </pc:spChg>
        <pc:spChg chg="add del">
          <ac:chgData name="Surendra Kc" userId="880eb05b-cc72-4250-920b-6630e35cf82c" providerId="ADAL" clId="{7E39F733-7C09-4FDE-B7EF-27B2D2BFDDC2}" dt="2025-07-16T12:12:58.787" v="900" actId="26606"/>
          <ac:spMkLst>
            <pc:docMk/>
            <pc:sldMk cId="2311151248" sldId="426"/>
            <ac:spMk id="20" creationId="{FF9F2414-84E8-453E-B1F3-389FDE8192D9}"/>
          </ac:spMkLst>
        </pc:spChg>
        <pc:spChg chg="add del">
          <ac:chgData name="Surendra Kc" userId="880eb05b-cc72-4250-920b-6630e35cf82c" providerId="ADAL" clId="{7E39F733-7C09-4FDE-B7EF-27B2D2BFDDC2}" dt="2025-07-16T12:12:58.787" v="900" actId="26606"/>
          <ac:spMkLst>
            <pc:docMk/>
            <pc:sldMk cId="2311151248" sldId="426"/>
            <ac:spMk id="22" creationId="{3ECA69A1-7536-43AC-85EF-C7106179F5ED}"/>
          </ac:spMkLst>
        </pc:spChg>
        <pc:picChg chg="add mod">
          <ac:chgData name="Surendra Kc" userId="880eb05b-cc72-4250-920b-6630e35cf82c" providerId="ADAL" clId="{7E39F733-7C09-4FDE-B7EF-27B2D2BFDDC2}" dt="2025-07-16T12:13:00.973" v="903" actId="962"/>
          <ac:picMkLst>
            <pc:docMk/>
            <pc:sldMk cId="2311151248" sldId="426"/>
            <ac:picMk id="5" creationId="{D3FFC7E7-D9EB-23E5-724E-6D49EA302398}"/>
          </ac:picMkLst>
        </pc:picChg>
      </pc:sldChg>
      <pc:sldChg chg="new del">
        <pc:chgData name="Surendra Kc" userId="880eb05b-cc72-4250-920b-6630e35cf82c" providerId="ADAL" clId="{7E39F733-7C09-4FDE-B7EF-27B2D2BFDDC2}" dt="2025-07-16T12:13:13.936" v="905" actId="47"/>
        <pc:sldMkLst>
          <pc:docMk/>
          <pc:sldMk cId="2944374148" sldId="427"/>
        </pc:sldMkLst>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ata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_rels/data4.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ata9.xml.rels><?xml version="1.0" encoding="UTF-8" standalone="yes"?>
<Relationships xmlns="http://schemas.openxmlformats.org/package/2006/relationships"><Relationship Id="rId8" Type="http://schemas.openxmlformats.org/officeDocument/2006/relationships/image" Target="../media/image67.sv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svg"/><Relationship Id="rId2" Type="http://schemas.openxmlformats.org/officeDocument/2006/relationships/image" Target="../media/image61.svg"/><Relationship Id="rId16" Type="http://schemas.openxmlformats.org/officeDocument/2006/relationships/image" Target="../media/image75.svg"/><Relationship Id="rId1" Type="http://schemas.openxmlformats.org/officeDocument/2006/relationships/image" Target="../media/image60.png"/><Relationship Id="rId6" Type="http://schemas.openxmlformats.org/officeDocument/2006/relationships/image" Target="../media/image65.sv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png"/><Relationship Id="rId14" Type="http://schemas.openxmlformats.org/officeDocument/2006/relationships/image" Target="../media/image73.svg"/></Relationships>
</file>

<file path=ppt/diagrams/_rels/data10.xml.rels><?xml version="1.0" encoding="UTF-8" standalone="yes"?>
<Relationships xmlns="http://schemas.openxmlformats.org/package/2006/relationships"><Relationship Id="rId8" Type="http://schemas.openxmlformats.org/officeDocument/2006/relationships/image" Target="../media/image83.svg"/><Relationship Id="rId13" Type="http://schemas.openxmlformats.org/officeDocument/2006/relationships/image" Target="../media/image88.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svg"/><Relationship Id="rId2" Type="http://schemas.openxmlformats.org/officeDocument/2006/relationships/image" Target="../media/image77.svg"/><Relationship Id="rId1" Type="http://schemas.openxmlformats.org/officeDocument/2006/relationships/image" Target="../media/image76.png"/><Relationship Id="rId6" Type="http://schemas.openxmlformats.org/officeDocument/2006/relationships/image" Target="../media/image81.sv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svg"/><Relationship Id="rId4" Type="http://schemas.openxmlformats.org/officeDocument/2006/relationships/image" Target="../media/image79.svg"/><Relationship Id="rId9" Type="http://schemas.openxmlformats.org/officeDocument/2006/relationships/image" Target="../media/image84.png"/><Relationship Id="rId14" Type="http://schemas.openxmlformats.org/officeDocument/2006/relationships/image" Target="../media/image8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_rels/drawing4.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rawing9.xml.rels><?xml version="1.0" encoding="UTF-8" standalone="yes"?>
<Relationships xmlns="http://schemas.openxmlformats.org/package/2006/relationships"><Relationship Id="rId8" Type="http://schemas.openxmlformats.org/officeDocument/2006/relationships/image" Target="../media/image67.sv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svg"/><Relationship Id="rId2" Type="http://schemas.openxmlformats.org/officeDocument/2006/relationships/image" Target="../media/image61.svg"/><Relationship Id="rId16" Type="http://schemas.openxmlformats.org/officeDocument/2006/relationships/image" Target="../media/image75.svg"/><Relationship Id="rId1" Type="http://schemas.openxmlformats.org/officeDocument/2006/relationships/image" Target="../media/image60.png"/><Relationship Id="rId6" Type="http://schemas.openxmlformats.org/officeDocument/2006/relationships/image" Target="../media/image65.sv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png"/><Relationship Id="rId14" Type="http://schemas.openxmlformats.org/officeDocument/2006/relationships/image" Target="../media/image73.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83.svg"/><Relationship Id="rId13" Type="http://schemas.openxmlformats.org/officeDocument/2006/relationships/image" Target="../media/image88.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svg"/><Relationship Id="rId2" Type="http://schemas.openxmlformats.org/officeDocument/2006/relationships/image" Target="../media/image77.svg"/><Relationship Id="rId1" Type="http://schemas.openxmlformats.org/officeDocument/2006/relationships/image" Target="../media/image76.png"/><Relationship Id="rId6" Type="http://schemas.openxmlformats.org/officeDocument/2006/relationships/image" Target="../media/image81.sv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svg"/><Relationship Id="rId4" Type="http://schemas.openxmlformats.org/officeDocument/2006/relationships/image" Target="../media/image79.svg"/><Relationship Id="rId9" Type="http://schemas.openxmlformats.org/officeDocument/2006/relationships/image" Target="../media/image84.png"/><Relationship Id="rId14" Type="http://schemas.openxmlformats.org/officeDocument/2006/relationships/image" Target="../media/image89.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C1E074-B618-4874-A7BE-0ECFF0DBE7A5}" type="doc">
      <dgm:prSet loTypeId="urn:microsoft.com/office/officeart/2016/7/layout/VerticalDownArrowProcess" loCatId="process" qsTypeId="urn:microsoft.com/office/officeart/2005/8/quickstyle/simple5" qsCatId="simple" csTypeId="urn:microsoft.com/office/officeart/2005/8/colors/colorful5" csCatId="colorful"/>
      <dgm:spPr/>
      <dgm:t>
        <a:bodyPr/>
        <a:lstStyle/>
        <a:p>
          <a:endParaRPr lang="en-US"/>
        </a:p>
      </dgm:t>
    </dgm:pt>
    <dgm:pt modelId="{77E18FDB-5ED2-4397-9FE2-4C24488701AB}">
      <dgm:prSet/>
      <dgm:spPr/>
      <dgm:t>
        <a:bodyPr/>
        <a:lstStyle/>
        <a:p>
          <a:r>
            <a:rPr lang="en-US" b="1"/>
            <a:t>Ensures Clear Planning and Direction</a:t>
          </a:r>
          <a:endParaRPr lang="en-US"/>
        </a:p>
      </dgm:t>
    </dgm:pt>
    <dgm:pt modelId="{2616C3DB-655F-4982-81DC-AEFD8A3A7D50}" type="parTrans" cxnId="{E3003257-DA61-4FC2-80FA-DE831C7AFB2A}">
      <dgm:prSet/>
      <dgm:spPr/>
      <dgm:t>
        <a:bodyPr/>
        <a:lstStyle/>
        <a:p>
          <a:endParaRPr lang="en-US"/>
        </a:p>
      </dgm:t>
    </dgm:pt>
    <dgm:pt modelId="{FF4C87A4-C961-4AA0-B83E-B6699F01A90E}" type="sibTrans" cxnId="{E3003257-DA61-4FC2-80FA-DE831C7AFB2A}">
      <dgm:prSet/>
      <dgm:spPr/>
      <dgm:t>
        <a:bodyPr/>
        <a:lstStyle/>
        <a:p>
          <a:endParaRPr lang="en-US"/>
        </a:p>
      </dgm:t>
    </dgm:pt>
    <dgm:pt modelId="{F16A2F10-E56B-4A0E-884C-925874CD5C55}">
      <dgm:prSet/>
      <dgm:spPr/>
      <dgm:t>
        <a:bodyPr/>
        <a:lstStyle/>
        <a:p>
          <a:r>
            <a:rPr lang="en-US"/>
            <a:t>Helps define project goals, scope, timeline, and budget.</a:t>
          </a:r>
        </a:p>
      </dgm:t>
    </dgm:pt>
    <dgm:pt modelId="{3E8B0791-61C1-47A7-B9A6-C70C2166287D}" type="parTrans" cxnId="{98A87C82-BAB8-40EB-BE5F-51197269F27B}">
      <dgm:prSet/>
      <dgm:spPr/>
      <dgm:t>
        <a:bodyPr/>
        <a:lstStyle/>
        <a:p>
          <a:endParaRPr lang="en-US"/>
        </a:p>
      </dgm:t>
    </dgm:pt>
    <dgm:pt modelId="{312AE49B-B4CE-445C-AC52-403BEF04F0CE}" type="sibTrans" cxnId="{98A87C82-BAB8-40EB-BE5F-51197269F27B}">
      <dgm:prSet/>
      <dgm:spPr/>
      <dgm:t>
        <a:bodyPr/>
        <a:lstStyle/>
        <a:p>
          <a:endParaRPr lang="en-US"/>
        </a:p>
      </dgm:t>
    </dgm:pt>
    <dgm:pt modelId="{D6AD8EB3-6FE1-40ED-8BFA-493011B819B1}">
      <dgm:prSet/>
      <dgm:spPr/>
      <dgm:t>
        <a:bodyPr/>
        <a:lstStyle/>
        <a:p>
          <a:r>
            <a:rPr lang="en-US"/>
            <a:t>Avoids confusion and sets expectations for everyone involved.</a:t>
          </a:r>
        </a:p>
      </dgm:t>
    </dgm:pt>
    <dgm:pt modelId="{58B297EF-0FE7-466D-AAB7-C6CD3D60B483}" type="parTrans" cxnId="{EAF007FC-5A71-4F28-B0C3-C41AD9AACC77}">
      <dgm:prSet/>
      <dgm:spPr/>
      <dgm:t>
        <a:bodyPr/>
        <a:lstStyle/>
        <a:p>
          <a:endParaRPr lang="en-US"/>
        </a:p>
      </dgm:t>
    </dgm:pt>
    <dgm:pt modelId="{2EBE1883-03CC-4F43-90F5-32B6BF2F927A}" type="sibTrans" cxnId="{EAF007FC-5A71-4F28-B0C3-C41AD9AACC77}">
      <dgm:prSet/>
      <dgm:spPr/>
      <dgm:t>
        <a:bodyPr/>
        <a:lstStyle/>
        <a:p>
          <a:endParaRPr lang="en-US"/>
        </a:p>
      </dgm:t>
    </dgm:pt>
    <dgm:pt modelId="{DAFCB280-220B-4336-8E84-D64939506928}">
      <dgm:prSet/>
      <dgm:spPr/>
      <dgm:t>
        <a:bodyPr/>
        <a:lstStyle/>
        <a:p>
          <a:r>
            <a:rPr lang="en-US" b="1"/>
            <a:t>Example</a:t>
          </a:r>
          <a:r>
            <a:rPr lang="en-US"/>
            <a:t>: Planning the development of a school management system with clear milestones and deadlines.</a:t>
          </a:r>
        </a:p>
      </dgm:t>
    </dgm:pt>
    <dgm:pt modelId="{93DE85E9-3F88-42F6-84DE-DF06A061975D}" type="parTrans" cxnId="{21F8252D-1B61-4137-A112-8E1821311404}">
      <dgm:prSet/>
      <dgm:spPr/>
      <dgm:t>
        <a:bodyPr/>
        <a:lstStyle/>
        <a:p>
          <a:endParaRPr lang="en-US"/>
        </a:p>
      </dgm:t>
    </dgm:pt>
    <dgm:pt modelId="{F854342F-B27E-452B-90F8-D14B0022ACDD}" type="sibTrans" cxnId="{21F8252D-1B61-4137-A112-8E1821311404}">
      <dgm:prSet/>
      <dgm:spPr/>
      <dgm:t>
        <a:bodyPr/>
        <a:lstStyle/>
        <a:p>
          <a:endParaRPr lang="en-US"/>
        </a:p>
      </dgm:t>
    </dgm:pt>
    <dgm:pt modelId="{698AB0FE-78EF-42A8-80E8-BF9C09B4B6F8}">
      <dgm:prSet/>
      <dgm:spPr/>
      <dgm:t>
        <a:bodyPr/>
        <a:lstStyle/>
        <a:p>
          <a:r>
            <a:rPr lang="en-US" b="1"/>
            <a:t>Improves Resource Management</a:t>
          </a:r>
          <a:endParaRPr lang="en-US"/>
        </a:p>
      </dgm:t>
    </dgm:pt>
    <dgm:pt modelId="{DEB946F6-8C96-4756-90CF-9DF60AB637FB}" type="parTrans" cxnId="{94A90030-2211-40B9-A389-281600D5B25C}">
      <dgm:prSet/>
      <dgm:spPr/>
      <dgm:t>
        <a:bodyPr/>
        <a:lstStyle/>
        <a:p>
          <a:endParaRPr lang="en-US"/>
        </a:p>
      </dgm:t>
    </dgm:pt>
    <dgm:pt modelId="{4709B8A1-2A77-4468-A877-36DD85E63764}" type="sibTrans" cxnId="{94A90030-2211-40B9-A389-281600D5B25C}">
      <dgm:prSet/>
      <dgm:spPr/>
      <dgm:t>
        <a:bodyPr/>
        <a:lstStyle/>
        <a:p>
          <a:endParaRPr lang="en-US"/>
        </a:p>
      </dgm:t>
    </dgm:pt>
    <dgm:pt modelId="{A91E4521-0688-4E4B-B9BD-3EC512253C5C}">
      <dgm:prSet/>
      <dgm:spPr/>
      <dgm:t>
        <a:bodyPr/>
        <a:lstStyle/>
        <a:p>
          <a:r>
            <a:rPr lang="en-US"/>
            <a:t>Allocates developers, designers, testers, and tools effectively.</a:t>
          </a:r>
        </a:p>
      </dgm:t>
    </dgm:pt>
    <dgm:pt modelId="{9AD5717E-C9FD-43E7-9AF2-796CE7DBD0D8}" type="parTrans" cxnId="{18D73180-2F61-4128-8967-96B92E4CD256}">
      <dgm:prSet/>
      <dgm:spPr/>
      <dgm:t>
        <a:bodyPr/>
        <a:lstStyle/>
        <a:p>
          <a:endParaRPr lang="en-US"/>
        </a:p>
      </dgm:t>
    </dgm:pt>
    <dgm:pt modelId="{6506F478-566E-47AA-B4B4-BD969D4945C7}" type="sibTrans" cxnId="{18D73180-2F61-4128-8967-96B92E4CD256}">
      <dgm:prSet/>
      <dgm:spPr/>
      <dgm:t>
        <a:bodyPr/>
        <a:lstStyle/>
        <a:p>
          <a:endParaRPr lang="en-US"/>
        </a:p>
      </dgm:t>
    </dgm:pt>
    <dgm:pt modelId="{4F718908-157A-4021-84A2-02FFC2791068}">
      <dgm:prSet/>
      <dgm:spPr/>
      <dgm:t>
        <a:bodyPr/>
        <a:lstStyle/>
        <a:p>
          <a:r>
            <a:rPr lang="en-US"/>
            <a:t>Prevents overuse or underuse of resources.</a:t>
          </a:r>
        </a:p>
      </dgm:t>
    </dgm:pt>
    <dgm:pt modelId="{53B6798E-DAC6-4F35-9BD5-F5582416ADA5}" type="parTrans" cxnId="{1637AE25-6F13-4179-A231-3554AF16F79C}">
      <dgm:prSet/>
      <dgm:spPr/>
      <dgm:t>
        <a:bodyPr/>
        <a:lstStyle/>
        <a:p>
          <a:endParaRPr lang="en-US"/>
        </a:p>
      </dgm:t>
    </dgm:pt>
    <dgm:pt modelId="{30E724AF-696F-4046-B977-9B2759C29FD7}" type="sibTrans" cxnId="{1637AE25-6F13-4179-A231-3554AF16F79C}">
      <dgm:prSet/>
      <dgm:spPr/>
      <dgm:t>
        <a:bodyPr/>
        <a:lstStyle/>
        <a:p>
          <a:endParaRPr lang="en-US"/>
        </a:p>
      </dgm:t>
    </dgm:pt>
    <dgm:pt modelId="{B43386D9-6A6D-4ED8-8231-CE385C70DBD1}">
      <dgm:prSet/>
      <dgm:spPr/>
      <dgm:t>
        <a:bodyPr/>
        <a:lstStyle/>
        <a:p>
          <a:r>
            <a:rPr lang="en-US" b="1"/>
            <a:t>Example</a:t>
          </a:r>
          <a:r>
            <a:rPr lang="en-US"/>
            <a:t>: Assigning specific tasks to team members based on their skills and availability.</a:t>
          </a:r>
        </a:p>
      </dgm:t>
    </dgm:pt>
    <dgm:pt modelId="{604C68D4-8B1C-48EE-A18C-B1E9F56E3479}" type="parTrans" cxnId="{BA48EE0D-5054-4AF5-BC8C-3C020C1CDB01}">
      <dgm:prSet/>
      <dgm:spPr/>
      <dgm:t>
        <a:bodyPr/>
        <a:lstStyle/>
        <a:p>
          <a:endParaRPr lang="en-US"/>
        </a:p>
      </dgm:t>
    </dgm:pt>
    <dgm:pt modelId="{C1AB139D-06E9-4669-A8FC-B95879359684}" type="sibTrans" cxnId="{BA48EE0D-5054-4AF5-BC8C-3C020C1CDB01}">
      <dgm:prSet/>
      <dgm:spPr/>
      <dgm:t>
        <a:bodyPr/>
        <a:lstStyle/>
        <a:p>
          <a:endParaRPr lang="en-US"/>
        </a:p>
      </dgm:t>
    </dgm:pt>
    <dgm:pt modelId="{5A20A9A3-BACF-43AE-A316-557E5C3ADD0C}">
      <dgm:prSet/>
      <dgm:spPr/>
      <dgm:t>
        <a:bodyPr/>
        <a:lstStyle/>
        <a:p>
          <a:r>
            <a:rPr lang="en-US" b="1"/>
            <a:t>Controls Time and Budget</a:t>
          </a:r>
          <a:endParaRPr lang="en-US"/>
        </a:p>
      </dgm:t>
    </dgm:pt>
    <dgm:pt modelId="{5D4246E1-B95C-467B-AC36-C02707935D88}" type="parTrans" cxnId="{E6C91710-DAB0-4A53-A4ED-A9DB527EC935}">
      <dgm:prSet/>
      <dgm:spPr/>
      <dgm:t>
        <a:bodyPr/>
        <a:lstStyle/>
        <a:p>
          <a:endParaRPr lang="en-US"/>
        </a:p>
      </dgm:t>
    </dgm:pt>
    <dgm:pt modelId="{04F64514-1FDD-499E-AEDB-6E729C18E608}" type="sibTrans" cxnId="{E6C91710-DAB0-4A53-A4ED-A9DB527EC935}">
      <dgm:prSet/>
      <dgm:spPr/>
      <dgm:t>
        <a:bodyPr/>
        <a:lstStyle/>
        <a:p>
          <a:endParaRPr lang="en-US"/>
        </a:p>
      </dgm:t>
    </dgm:pt>
    <dgm:pt modelId="{2E96CEE0-DBE0-47B4-8F94-DBF00613B3BA}">
      <dgm:prSet/>
      <dgm:spPr/>
      <dgm:t>
        <a:bodyPr/>
        <a:lstStyle/>
        <a:p>
          <a:r>
            <a:rPr lang="en-US"/>
            <a:t>Tracks progress to ensure the project stays on schedule and within budget.</a:t>
          </a:r>
        </a:p>
      </dgm:t>
    </dgm:pt>
    <dgm:pt modelId="{76A0E130-B8B2-463D-8D96-32763E9E4675}" type="parTrans" cxnId="{733325E1-DB4D-4108-BE53-E9089048FD97}">
      <dgm:prSet/>
      <dgm:spPr/>
      <dgm:t>
        <a:bodyPr/>
        <a:lstStyle/>
        <a:p>
          <a:endParaRPr lang="en-US"/>
        </a:p>
      </dgm:t>
    </dgm:pt>
    <dgm:pt modelId="{8841EE1B-7B07-4351-AC1C-663D174638C2}" type="sibTrans" cxnId="{733325E1-DB4D-4108-BE53-E9089048FD97}">
      <dgm:prSet/>
      <dgm:spPr/>
      <dgm:t>
        <a:bodyPr/>
        <a:lstStyle/>
        <a:p>
          <a:endParaRPr lang="en-US"/>
        </a:p>
      </dgm:t>
    </dgm:pt>
    <dgm:pt modelId="{AE5D44DC-6CDF-4735-AFD2-1D39067E5606}">
      <dgm:prSet/>
      <dgm:spPr/>
      <dgm:t>
        <a:bodyPr/>
        <a:lstStyle/>
        <a:p>
          <a:r>
            <a:rPr lang="en-US"/>
            <a:t>Identifies delays or overspending early.</a:t>
          </a:r>
        </a:p>
      </dgm:t>
    </dgm:pt>
    <dgm:pt modelId="{9E5B4C41-B016-43F6-B350-7769241B1430}" type="parTrans" cxnId="{4977DE77-5A11-41D9-8B87-67E78119D1E3}">
      <dgm:prSet/>
      <dgm:spPr/>
      <dgm:t>
        <a:bodyPr/>
        <a:lstStyle/>
        <a:p>
          <a:endParaRPr lang="en-US"/>
        </a:p>
      </dgm:t>
    </dgm:pt>
    <dgm:pt modelId="{0C615FC1-989E-4BDB-A345-F5E77F9092E1}" type="sibTrans" cxnId="{4977DE77-5A11-41D9-8B87-67E78119D1E3}">
      <dgm:prSet/>
      <dgm:spPr/>
      <dgm:t>
        <a:bodyPr/>
        <a:lstStyle/>
        <a:p>
          <a:endParaRPr lang="en-US"/>
        </a:p>
      </dgm:t>
    </dgm:pt>
    <dgm:pt modelId="{1E6263A5-3F59-458D-A8CB-37DAE40AC315}">
      <dgm:prSet/>
      <dgm:spPr/>
      <dgm:t>
        <a:bodyPr/>
        <a:lstStyle/>
        <a:p>
          <a:r>
            <a:rPr lang="en-US" b="1"/>
            <a:t>Example</a:t>
          </a:r>
          <a:r>
            <a:rPr lang="en-US"/>
            <a:t>: Using tools like Jira or Trello to monitor task completion and budget usage.</a:t>
          </a:r>
        </a:p>
      </dgm:t>
    </dgm:pt>
    <dgm:pt modelId="{964B072A-9612-4213-9460-8662C38CE972}" type="parTrans" cxnId="{45747C10-E35C-48B6-849E-5203E588728B}">
      <dgm:prSet/>
      <dgm:spPr/>
      <dgm:t>
        <a:bodyPr/>
        <a:lstStyle/>
        <a:p>
          <a:endParaRPr lang="en-US"/>
        </a:p>
      </dgm:t>
    </dgm:pt>
    <dgm:pt modelId="{9160FB31-707A-406F-BC66-1732B3F23BEA}" type="sibTrans" cxnId="{45747C10-E35C-48B6-849E-5203E588728B}">
      <dgm:prSet/>
      <dgm:spPr/>
      <dgm:t>
        <a:bodyPr/>
        <a:lstStyle/>
        <a:p>
          <a:endParaRPr lang="en-US"/>
        </a:p>
      </dgm:t>
    </dgm:pt>
    <dgm:pt modelId="{73C6B991-C988-4D74-A8CF-96A4BA48B9CC}" type="pres">
      <dgm:prSet presAssocID="{4BC1E074-B618-4874-A7BE-0ECFF0DBE7A5}" presName="Name0" presStyleCnt="0">
        <dgm:presLayoutVars>
          <dgm:dir/>
          <dgm:animLvl val="lvl"/>
          <dgm:resizeHandles val="exact"/>
        </dgm:presLayoutVars>
      </dgm:prSet>
      <dgm:spPr/>
    </dgm:pt>
    <dgm:pt modelId="{F5E5F0A5-599E-4E93-8947-8101A13E70A1}" type="pres">
      <dgm:prSet presAssocID="{5A20A9A3-BACF-43AE-A316-557E5C3ADD0C}" presName="boxAndChildren" presStyleCnt="0"/>
      <dgm:spPr/>
    </dgm:pt>
    <dgm:pt modelId="{5BBCC6EB-5A08-4E7A-9E7E-4AD2EB1D57E1}" type="pres">
      <dgm:prSet presAssocID="{5A20A9A3-BACF-43AE-A316-557E5C3ADD0C}" presName="parentTextBox" presStyleLbl="alignNode1" presStyleIdx="0" presStyleCnt="3"/>
      <dgm:spPr/>
    </dgm:pt>
    <dgm:pt modelId="{4655C6DC-0887-440C-BAAE-7642328A86D2}" type="pres">
      <dgm:prSet presAssocID="{5A20A9A3-BACF-43AE-A316-557E5C3ADD0C}" presName="descendantBox" presStyleLbl="bgAccFollowNode1" presStyleIdx="0" presStyleCnt="3"/>
      <dgm:spPr/>
    </dgm:pt>
    <dgm:pt modelId="{9069AD62-16B3-4A0D-9C15-967BCCB1A187}" type="pres">
      <dgm:prSet presAssocID="{4709B8A1-2A77-4468-A877-36DD85E63764}" presName="sp" presStyleCnt="0"/>
      <dgm:spPr/>
    </dgm:pt>
    <dgm:pt modelId="{05AF908B-F083-4616-A430-CA2EA7988D6D}" type="pres">
      <dgm:prSet presAssocID="{698AB0FE-78EF-42A8-80E8-BF9C09B4B6F8}" presName="arrowAndChildren" presStyleCnt="0"/>
      <dgm:spPr/>
    </dgm:pt>
    <dgm:pt modelId="{33863241-7833-4B08-9985-C1FB1D86B273}" type="pres">
      <dgm:prSet presAssocID="{698AB0FE-78EF-42A8-80E8-BF9C09B4B6F8}" presName="parentTextArrow" presStyleLbl="node1" presStyleIdx="0" presStyleCnt="0"/>
      <dgm:spPr/>
    </dgm:pt>
    <dgm:pt modelId="{8F6EB76C-112D-4C94-BB71-D26CF8E99EE0}" type="pres">
      <dgm:prSet presAssocID="{698AB0FE-78EF-42A8-80E8-BF9C09B4B6F8}" presName="arrow" presStyleLbl="alignNode1" presStyleIdx="1" presStyleCnt="3"/>
      <dgm:spPr/>
    </dgm:pt>
    <dgm:pt modelId="{5A4CACF4-434B-4CB6-8856-E4E4EAA7E86A}" type="pres">
      <dgm:prSet presAssocID="{698AB0FE-78EF-42A8-80E8-BF9C09B4B6F8}" presName="descendantArrow" presStyleLbl="bgAccFollowNode1" presStyleIdx="1" presStyleCnt="3"/>
      <dgm:spPr/>
    </dgm:pt>
    <dgm:pt modelId="{775F270B-9300-4054-99AF-5768F669FB1E}" type="pres">
      <dgm:prSet presAssocID="{FF4C87A4-C961-4AA0-B83E-B6699F01A90E}" presName="sp" presStyleCnt="0"/>
      <dgm:spPr/>
    </dgm:pt>
    <dgm:pt modelId="{A1C2B791-5AFC-4F08-A157-D23704E01FAB}" type="pres">
      <dgm:prSet presAssocID="{77E18FDB-5ED2-4397-9FE2-4C24488701AB}" presName="arrowAndChildren" presStyleCnt="0"/>
      <dgm:spPr/>
    </dgm:pt>
    <dgm:pt modelId="{59AB3BDC-F2B2-4E3D-AE12-D06DAB2CF7A2}" type="pres">
      <dgm:prSet presAssocID="{77E18FDB-5ED2-4397-9FE2-4C24488701AB}" presName="parentTextArrow" presStyleLbl="node1" presStyleIdx="0" presStyleCnt="0"/>
      <dgm:spPr/>
    </dgm:pt>
    <dgm:pt modelId="{DAA86F90-63CF-42E4-B088-006C08B1DE51}" type="pres">
      <dgm:prSet presAssocID="{77E18FDB-5ED2-4397-9FE2-4C24488701AB}" presName="arrow" presStyleLbl="alignNode1" presStyleIdx="2" presStyleCnt="3"/>
      <dgm:spPr/>
    </dgm:pt>
    <dgm:pt modelId="{4A046646-75E4-4925-9381-5C5759621B5A}" type="pres">
      <dgm:prSet presAssocID="{77E18FDB-5ED2-4397-9FE2-4C24488701AB}" presName="descendantArrow" presStyleLbl="bgAccFollowNode1" presStyleIdx="2" presStyleCnt="3"/>
      <dgm:spPr/>
    </dgm:pt>
  </dgm:ptLst>
  <dgm:cxnLst>
    <dgm:cxn modelId="{BA48EE0D-5054-4AF5-BC8C-3C020C1CDB01}" srcId="{698AB0FE-78EF-42A8-80E8-BF9C09B4B6F8}" destId="{B43386D9-6A6D-4ED8-8231-CE385C70DBD1}" srcOrd="2" destOrd="0" parTransId="{604C68D4-8B1C-48EE-A18C-B1E9F56E3479}" sibTransId="{C1AB139D-06E9-4669-A8FC-B95879359684}"/>
    <dgm:cxn modelId="{E6C91710-DAB0-4A53-A4ED-A9DB527EC935}" srcId="{4BC1E074-B618-4874-A7BE-0ECFF0DBE7A5}" destId="{5A20A9A3-BACF-43AE-A316-557E5C3ADD0C}" srcOrd="2" destOrd="0" parTransId="{5D4246E1-B95C-467B-AC36-C02707935D88}" sibTransId="{04F64514-1FDD-499E-AEDB-6E729C18E608}"/>
    <dgm:cxn modelId="{45747C10-E35C-48B6-849E-5203E588728B}" srcId="{5A20A9A3-BACF-43AE-A316-557E5C3ADD0C}" destId="{1E6263A5-3F59-458D-A8CB-37DAE40AC315}" srcOrd="2" destOrd="0" parTransId="{964B072A-9612-4213-9460-8662C38CE972}" sibTransId="{9160FB31-707A-406F-BC66-1732B3F23BEA}"/>
    <dgm:cxn modelId="{503EC21E-FC8C-4804-B67F-522FFBC5D11F}" type="presOf" srcId="{4BC1E074-B618-4874-A7BE-0ECFF0DBE7A5}" destId="{73C6B991-C988-4D74-A8CF-96A4BA48B9CC}" srcOrd="0" destOrd="0" presId="urn:microsoft.com/office/officeart/2016/7/layout/VerticalDownArrowProcess"/>
    <dgm:cxn modelId="{7B795F1F-0AD0-44FD-8326-2C33243ABC52}" type="presOf" srcId="{B43386D9-6A6D-4ED8-8231-CE385C70DBD1}" destId="{5A4CACF4-434B-4CB6-8856-E4E4EAA7E86A}" srcOrd="0" destOrd="2" presId="urn:microsoft.com/office/officeart/2016/7/layout/VerticalDownArrowProcess"/>
    <dgm:cxn modelId="{5D54841F-66DB-409D-AE77-7CB96039CEE8}" type="presOf" srcId="{4F718908-157A-4021-84A2-02FFC2791068}" destId="{5A4CACF4-434B-4CB6-8856-E4E4EAA7E86A}" srcOrd="0" destOrd="1" presId="urn:microsoft.com/office/officeart/2016/7/layout/VerticalDownArrowProcess"/>
    <dgm:cxn modelId="{8EA13C20-C8BE-4320-B7C9-AC7D2225D1E3}" type="presOf" srcId="{2E96CEE0-DBE0-47B4-8F94-DBF00613B3BA}" destId="{4655C6DC-0887-440C-BAAE-7642328A86D2}" srcOrd="0" destOrd="0" presId="urn:microsoft.com/office/officeart/2016/7/layout/VerticalDownArrowProcess"/>
    <dgm:cxn modelId="{1637AE25-6F13-4179-A231-3554AF16F79C}" srcId="{698AB0FE-78EF-42A8-80E8-BF9C09B4B6F8}" destId="{4F718908-157A-4021-84A2-02FFC2791068}" srcOrd="1" destOrd="0" parTransId="{53B6798E-DAC6-4F35-9BD5-F5582416ADA5}" sibTransId="{30E724AF-696F-4046-B977-9B2759C29FD7}"/>
    <dgm:cxn modelId="{8DF18B29-1166-4AD4-AD6C-BD0EF1B3BE2C}" type="presOf" srcId="{D6AD8EB3-6FE1-40ED-8BFA-493011B819B1}" destId="{4A046646-75E4-4925-9381-5C5759621B5A}" srcOrd="0" destOrd="1" presId="urn:microsoft.com/office/officeart/2016/7/layout/VerticalDownArrowProcess"/>
    <dgm:cxn modelId="{21F8252D-1B61-4137-A112-8E1821311404}" srcId="{77E18FDB-5ED2-4397-9FE2-4C24488701AB}" destId="{DAFCB280-220B-4336-8E84-D64939506928}" srcOrd="2" destOrd="0" parTransId="{93DE85E9-3F88-42F6-84DE-DF06A061975D}" sibTransId="{F854342F-B27E-452B-90F8-D14B0022ACDD}"/>
    <dgm:cxn modelId="{94A90030-2211-40B9-A389-281600D5B25C}" srcId="{4BC1E074-B618-4874-A7BE-0ECFF0DBE7A5}" destId="{698AB0FE-78EF-42A8-80E8-BF9C09B4B6F8}" srcOrd="1" destOrd="0" parTransId="{DEB946F6-8C96-4756-90CF-9DF60AB637FB}" sibTransId="{4709B8A1-2A77-4468-A877-36DD85E63764}"/>
    <dgm:cxn modelId="{04CDDF38-C59B-4114-881D-2B3EB3DCA65D}" type="presOf" srcId="{698AB0FE-78EF-42A8-80E8-BF9C09B4B6F8}" destId="{8F6EB76C-112D-4C94-BB71-D26CF8E99EE0}" srcOrd="1" destOrd="0" presId="urn:microsoft.com/office/officeart/2016/7/layout/VerticalDownArrowProcess"/>
    <dgm:cxn modelId="{C27A5C3C-920B-450A-A56F-8B0951A4A8C5}" type="presOf" srcId="{5A20A9A3-BACF-43AE-A316-557E5C3ADD0C}" destId="{5BBCC6EB-5A08-4E7A-9E7E-4AD2EB1D57E1}" srcOrd="0" destOrd="0" presId="urn:microsoft.com/office/officeart/2016/7/layout/VerticalDownArrowProcess"/>
    <dgm:cxn modelId="{F0713840-C096-49E1-B6B2-7C8C1841659B}" type="presOf" srcId="{DAFCB280-220B-4336-8E84-D64939506928}" destId="{4A046646-75E4-4925-9381-5C5759621B5A}" srcOrd="0" destOrd="2" presId="urn:microsoft.com/office/officeart/2016/7/layout/VerticalDownArrowProcess"/>
    <dgm:cxn modelId="{37258173-B966-4829-9415-2EACD70BF6F2}" type="presOf" srcId="{AE5D44DC-6CDF-4735-AFD2-1D39067E5606}" destId="{4655C6DC-0887-440C-BAAE-7642328A86D2}" srcOrd="0" destOrd="1" presId="urn:microsoft.com/office/officeart/2016/7/layout/VerticalDownArrowProcess"/>
    <dgm:cxn modelId="{E3003257-DA61-4FC2-80FA-DE831C7AFB2A}" srcId="{4BC1E074-B618-4874-A7BE-0ECFF0DBE7A5}" destId="{77E18FDB-5ED2-4397-9FE2-4C24488701AB}" srcOrd="0" destOrd="0" parTransId="{2616C3DB-655F-4982-81DC-AEFD8A3A7D50}" sibTransId="{FF4C87A4-C961-4AA0-B83E-B6699F01A90E}"/>
    <dgm:cxn modelId="{4977DE77-5A11-41D9-8B87-67E78119D1E3}" srcId="{5A20A9A3-BACF-43AE-A316-557E5C3ADD0C}" destId="{AE5D44DC-6CDF-4735-AFD2-1D39067E5606}" srcOrd="1" destOrd="0" parTransId="{9E5B4C41-B016-43F6-B350-7769241B1430}" sibTransId="{0C615FC1-989E-4BDB-A345-F5E77F9092E1}"/>
    <dgm:cxn modelId="{21658C78-B3EF-4DFB-8FA9-D1CC4CB2A916}" type="presOf" srcId="{1E6263A5-3F59-458D-A8CB-37DAE40AC315}" destId="{4655C6DC-0887-440C-BAAE-7642328A86D2}" srcOrd="0" destOrd="2" presId="urn:microsoft.com/office/officeart/2016/7/layout/VerticalDownArrowProcess"/>
    <dgm:cxn modelId="{18D73180-2F61-4128-8967-96B92E4CD256}" srcId="{698AB0FE-78EF-42A8-80E8-BF9C09B4B6F8}" destId="{A91E4521-0688-4E4B-B9BD-3EC512253C5C}" srcOrd="0" destOrd="0" parTransId="{9AD5717E-C9FD-43E7-9AF2-796CE7DBD0D8}" sibTransId="{6506F478-566E-47AA-B4B4-BD969D4945C7}"/>
    <dgm:cxn modelId="{98A87C82-BAB8-40EB-BE5F-51197269F27B}" srcId="{77E18FDB-5ED2-4397-9FE2-4C24488701AB}" destId="{F16A2F10-E56B-4A0E-884C-925874CD5C55}" srcOrd="0" destOrd="0" parTransId="{3E8B0791-61C1-47A7-B9A6-C70C2166287D}" sibTransId="{312AE49B-B4CE-445C-AC52-403BEF04F0CE}"/>
    <dgm:cxn modelId="{6D0A7293-48B7-4CB5-8CB3-20C85F17DCD3}" type="presOf" srcId="{77E18FDB-5ED2-4397-9FE2-4C24488701AB}" destId="{DAA86F90-63CF-42E4-B088-006C08B1DE51}" srcOrd="1" destOrd="0" presId="urn:microsoft.com/office/officeart/2016/7/layout/VerticalDownArrowProcess"/>
    <dgm:cxn modelId="{E7450D9E-0274-4AB0-8BF1-A2347DDBCAB0}" type="presOf" srcId="{A91E4521-0688-4E4B-B9BD-3EC512253C5C}" destId="{5A4CACF4-434B-4CB6-8856-E4E4EAA7E86A}" srcOrd="0" destOrd="0" presId="urn:microsoft.com/office/officeart/2016/7/layout/VerticalDownArrowProcess"/>
    <dgm:cxn modelId="{25C0A9BB-CAE1-4ECF-BBD8-0997F221A333}" type="presOf" srcId="{F16A2F10-E56B-4A0E-884C-925874CD5C55}" destId="{4A046646-75E4-4925-9381-5C5759621B5A}" srcOrd="0" destOrd="0" presId="urn:microsoft.com/office/officeart/2016/7/layout/VerticalDownArrowProcess"/>
    <dgm:cxn modelId="{601E2DD7-E227-46C1-A1C9-9D63E0BA9E29}" type="presOf" srcId="{77E18FDB-5ED2-4397-9FE2-4C24488701AB}" destId="{59AB3BDC-F2B2-4E3D-AE12-D06DAB2CF7A2}" srcOrd="0" destOrd="0" presId="urn:microsoft.com/office/officeart/2016/7/layout/VerticalDownArrowProcess"/>
    <dgm:cxn modelId="{733325E1-DB4D-4108-BE53-E9089048FD97}" srcId="{5A20A9A3-BACF-43AE-A316-557E5C3ADD0C}" destId="{2E96CEE0-DBE0-47B4-8F94-DBF00613B3BA}" srcOrd="0" destOrd="0" parTransId="{76A0E130-B8B2-463D-8D96-32763E9E4675}" sibTransId="{8841EE1B-7B07-4351-AC1C-663D174638C2}"/>
    <dgm:cxn modelId="{7A2033EF-FF68-4690-A518-BA8EA4E473B7}" type="presOf" srcId="{698AB0FE-78EF-42A8-80E8-BF9C09B4B6F8}" destId="{33863241-7833-4B08-9985-C1FB1D86B273}" srcOrd="0" destOrd="0" presId="urn:microsoft.com/office/officeart/2016/7/layout/VerticalDownArrowProcess"/>
    <dgm:cxn modelId="{EAF007FC-5A71-4F28-B0C3-C41AD9AACC77}" srcId="{77E18FDB-5ED2-4397-9FE2-4C24488701AB}" destId="{D6AD8EB3-6FE1-40ED-8BFA-493011B819B1}" srcOrd="1" destOrd="0" parTransId="{58B297EF-0FE7-466D-AAB7-C6CD3D60B483}" sibTransId="{2EBE1883-03CC-4F43-90F5-32B6BF2F927A}"/>
    <dgm:cxn modelId="{5ECB78F1-937C-425B-8B88-B074F934A065}" type="presParOf" srcId="{73C6B991-C988-4D74-A8CF-96A4BA48B9CC}" destId="{F5E5F0A5-599E-4E93-8947-8101A13E70A1}" srcOrd="0" destOrd="0" presId="urn:microsoft.com/office/officeart/2016/7/layout/VerticalDownArrowProcess"/>
    <dgm:cxn modelId="{19103C93-50A9-4DFD-BB1B-AF513203C2DF}" type="presParOf" srcId="{F5E5F0A5-599E-4E93-8947-8101A13E70A1}" destId="{5BBCC6EB-5A08-4E7A-9E7E-4AD2EB1D57E1}" srcOrd="0" destOrd="0" presId="urn:microsoft.com/office/officeart/2016/7/layout/VerticalDownArrowProcess"/>
    <dgm:cxn modelId="{3E67152A-D85F-4295-A623-DA3996061367}" type="presParOf" srcId="{F5E5F0A5-599E-4E93-8947-8101A13E70A1}" destId="{4655C6DC-0887-440C-BAAE-7642328A86D2}" srcOrd="1" destOrd="0" presId="urn:microsoft.com/office/officeart/2016/7/layout/VerticalDownArrowProcess"/>
    <dgm:cxn modelId="{B4DC174D-34DA-4EA4-9262-B2FFD81D5091}" type="presParOf" srcId="{73C6B991-C988-4D74-A8CF-96A4BA48B9CC}" destId="{9069AD62-16B3-4A0D-9C15-967BCCB1A187}" srcOrd="1" destOrd="0" presId="urn:microsoft.com/office/officeart/2016/7/layout/VerticalDownArrowProcess"/>
    <dgm:cxn modelId="{DE190E19-386A-4361-953F-08709E771EC3}" type="presParOf" srcId="{73C6B991-C988-4D74-A8CF-96A4BA48B9CC}" destId="{05AF908B-F083-4616-A430-CA2EA7988D6D}" srcOrd="2" destOrd="0" presId="urn:microsoft.com/office/officeart/2016/7/layout/VerticalDownArrowProcess"/>
    <dgm:cxn modelId="{9B30619C-EAC0-420A-A612-1075F711B494}" type="presParOf" srcId="{05AF908B-F083-4616-A430-CA2EA7988D6D}" destId="{33863241-7833-4B08-9985-C1FB1D86B273}" srcOrd="0" destOrd="0" presId="urn:microsoft.com/office/officeart/2016/7/layout/VerticalDownArrowProcess"/>
    <dgm:cxn modelId="{03CAFD2C-ABEF-406C-B5B6-AC13D48C8C1A}" type="presParOf" srcId="{05AF908B-F083-4616-A430-CA2EA7988D6D}" destId="{8F6EB76C-112D-4C94-BB71-D26CF8E99EE0}" srcOrd="1" destOrd="0" presId="urn:microsoft.com/office/officeart/2016/7/layout/VerticalDownArrowProcess"/>
    <dgm:cxn modelId="{FA36151D-D9AC-43EC-B253-124BF1D59C7B}" type="presParOf" srcId="{05AF908B-F083-4616-A430-CA2EA7988D6D}" destId="{5A4CACF4-434B-4CB6-8856-E4E4EAA7E86A}" srcOrd="2" destOrd="0" presId="urn:microsoft.com/office/officeart/2016/7/layout/VerticalDownArrowProcess"/>
    <dgm:cxn modelId="{B45B9533-3FA5-4A20-A1DB-056ACE326576}" type="presParOf" srcId="{73C6B991-C988-4D74-A8CF-96A4BA48B9CC}" destId="{775F270B-9300-4054-99AF-5768F669FB1E}" srcOrd="3" destOrd="0" presId="urn:microsoft.com/office/officeart/2016/7/layout/VerticalDownArrowProcess"/>
    <dgm:cxn modelId="{05CF0D19-0A8A-4D2D-9769-48D5B44FC897}" type="presParOf" srcId="{73C6B991-C988-4D74-A8CF-96A4BA48B9CC}" destId="{A1C2B791-5AFC-4F08-A157-D23704E01FAB}" srcOrd="4" destOrd="0" presId="urn:microsoft.com/office/officeart/2016/7/layout/VerticalDownArrowProcess"/>
    <dgm:cxn modelId="{24A7E637-E688-402E-93C2-213B59988FA9}" type="presParOf" srcId="{A1C2B791-5AFC-4F08-A157-D23704E01FAB}" destId="{59AB3BDC-F2B2-4E3D-AE12-D06DAB2CF7A2}" srcOrd="0" destOrd="0" presId="urn:microsoft.com/office/officeart/2016/7/layout/VerticalDownArrowProcess"/>
    <dgm:cxn modelId="{AA2F5154-DD47-46D6-8F0A-432A5A7EAFCB}" type="presParOf" srcId="{A1C2B791-5AFC-4F08-A157-D23704E01FAB}" destId="{DAA86F90-63CF-42E4-B088-006C08B1DE51}" srcOrd="1" destOrd="0" presId="urn:microsoft.com/office/officeart/2016/7/layout/VerticalDownArrowProcess"/>
    <dgm:cxn modelId="{5FC597B1-6C1B-49A7-8EBA-54351663F8EF}" type="presParOf" srcId="{A1C2B791-5AFC-4F08-A157-D23704E01FAB}" destId="{4A046646-75E4-4925-9381-5C5759621B5A}"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D1810E-17D9-4BC3-9F79-391A8F9E893F}"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19BFF7B2-6DAF-4A4F-AEF6-B23585F17F1F}">
      <dgm:prSet/>
      <dgm:spPr/>
      <dgm:t>
        <a:bodyPr/>
        <a:lstStyle/>
        <a:p>
          <a:pPr>
            <a:lnSpc>
              <a:spcPct val="100000"/>
            </a:lnSpc>
            <a:defRPr b="1"/>
          </a:pPr>
          <a:r>
            <a:rPr lang="en-US" b="1"/>
            <a:t>Manages Risks and Issues</a:t>
          </a:r>
          <a:endParaRPr lang="en-US"/>
        </a:p>
      </dgm:t>
    </dgm:pt>
    <dgm:pt modelId="{38726BDE-1AEB-41FA-B3A0-D308AE88AB5D}" type="parTrans" cxnId="{5CA0E7F2-09D4-4084-A150-FD31DE9175ED}">
      <dgm:prSet/>
      <dgm:spPr/>
      <dgm:t>
        <a:bodyPr/>
        <a:lstStyle/>
        <a:p>
          <a:endParaRPr lang="en-US"/>
        </a:p>
      </dgm:t>
    </dgm:pt>
    <dgm:pt modelId="{0BE6819F-F9B8-4E33-B4E1-9A440FC433E4}" type="sibTrans" cxnId="{5CA0E7F2-09D4-4084-A150-FD31DE9175ED}">
      <dgm:prSet/>
      <dgm:spPr/>
      <dgm:t>
        <a:bodyPr/>
        <a:lstStyle/>
        <a:p>
          <a:endParaRPr lang="en-US"/>
        </a:p>
      </dgm:t>
    </dgm:pt>
    <dgm:pt modelId="{1E8109E7-FEDE-40CB-916A-5CA75EDE2DD7}">
      <dgm:prSet/>
      <dgm:spPr/>
      <dgm:t>
        <a:bodyPr/>
        <a:lstStyle/>
        <a:p>
          <a:pPr>
            <a:lnSpc>
              <a:spcPct val="100000"/>
            </a:lnSpc>
          </a:pPr>
          <a:r>
            <a:rPr lang="en-US"/>
            <a:t>Identifies potential problems before they occur.</a:t>
          </a:r>
        </a:p>
      </dgm:t>
    </dgm:pt>
    <dgm:pt modelId="{F38D1CC6-333E-411B-92A7-7B75DBADEAC2}" type="parTrans" cxnId="{73EE5A7E-13AC-441B-905E-312EA7A7A812}">
      <dgm:prSet/>
      <dgm:spPr/>
      <dgm:t>
        <a:bodyPr/>
        <a:lstStyle/>
        <a:p>
          <a:endParaRPr lang="en-US"/>
        </a:p>
      </dgm:t>
    </dgm:pt>
    <dgm:pt modelId="{685E01EF-2008-45C6-AA65-EFE57F7770D0}" type="sibTrans" cxnId="{73EE5A7E-13AC-441B-905E-312EA7A7A812}">
      <dgm:prSet/>
      <dgm:spPr/>
      <dgm:t>
        <a:bodyPr/>
        <a:lstStyle/>
        <a:p>
          <a:endParaRPr lang="en-US"/>
        </a:p>
      </dgm:t>
    </dgm:pt>
    <dgm:pt modelId="{D0AE7ACB-9CC9-465C-BC47-34EE5562F9F3}">
      <dgm:prSet/>
      <dgm:spPr/>
      <dgm:t>
        <a:bodyPr/>
        <a:lstStyle/>
        <a:p>
          <a:pPr>
            <a:lnSpc>
              <a:spcPct val="100000"/>
            </a:lnSpc>
          </a:pPr>
          <a:r>
            <a:rPr lang="en-US"/>
            <a:t>Develops backup plans to handle unexpected challenges.</a:t>
          </a:r>
        </a:p>
      </dgm:t>
    </dgm:pt>
    <dgm:pt modelId="{C2675817-3672-4233-996A-75EB339DB324}" type="parTrans" cxnId="{0BAB826B-378E-48C4-961F-8576B4C2567C}">
      <dgm:prSet/>
      <dgm:spPr/>
      <dgm:t>
        <a:bodyPr/>
        <a:lstStyle/>
        <a:p>
          <a:endParaRPr lang="en-US"/>
        </a:p>
      </dgm:t>
    </dgm:pt>
    <dgm:pt modelId="{10E78842-7CCB-4960-B368-3F7B387B5196}" type="sibTrans" cxnId="{0BAB826B-378E-48C4-961F-8576B4C2567C}">
      <dgm:prSet/>
      <dgm:spPr/>
      <dgm:t>
        <a:bodyPr/>
        <a:lstStyle/>
        <a:p>
          <a:endParaRPr lang="en-US"/>
        </a:p>
      </dgm:t>
    </dgm:pt>
    <dgm:pt modelId="{0CC7C7C5-D02F-4CBA-A454-082CD07A798A}">
      <dgm:prSet/>
      <dgm:spPr/>
      <dgm:t>
        <a:bodyPr/>
        <a:lstStyle/>
        <a:p>
          <a:pPr>
            <a:lnSpc>
              <a:spcPct val="100000"/>
            </a:lnSpc>
          </a:pPr>
          <a:r>
            <a:rPr lang="en-US" b="1"/>
            <a:t>Example</a:t>
          </a:r>
          <a:r>
            <a:rPr lang="en-US"/>
            <a:t>: Preparing for server downtime during a website launch by having a cloud backup.</a:t>
          </a:r>
        </a:p>
      </dgm:t>
    </dgm:pt>
    <dgm:pt modelId="{1137B4DE-2D64-4B83-A907-FFED3E7BCD22}" type="parTrans" cxnId="{EBEB3A12-B868-49CB-AAF2-3674CB8DCEBE}">
      <dgm:prSet/>
      <dgm:spPr/>
      <dgm:t>
        <a:bodyPr/>
        <a:lstStyle/>
        <a:p>
          <a:endParaRPr lang="en-US"/>
        </a:p>
      </dgm:t>
    </dgm:pt>
    <dgm:pt modelId="{750FF9E6-44BB-4EA8-B102-97794CE7C988}" type="sibTrans" cxnId="{EBEB3A12-B868-49CB-AAF2-3674CB8DCEBE}">
      <dgm:prSet/>
      <dgm:spPr/>
      <dgm:t>
        <a:bodyPr/>
        <a:lstStyle/>
        <a:p>
          <a:endParaRPr lang="en-US"/>
        </a:p>
      </dgm:t>
    </dgm:pt>
    <dgm:pt modelId="{59404C7C-C077-4DB5-A838-93DCB96E9B81}">
      <dgm:prSet/>
      <dgm:spPr/>
      <dgm:t>
        <a:bodyPr/>
        <a:lstStyle/>
        <a:p>
          <a:pPr>
            <a:lnSpc>
              <a:spcPct val="100000"/>
            </a:lnSpc>
            <a:defRPr b="1"/>
          </a:pPr>
          <a:r>
            <a:rPr lang="en-US" b="1"/>
            <a:t>Enhances Communication</a:t>
          </a:r>
          <a:endParaRPr lang="en-US"/>
        </a:p>
      </dgm:t>
    </dgm:pt>
    <dgm:pt modelId="{BB10485C-B018-41DA-BD60-2395E470BD5C}" type="parTrans" cxnId="{83121652-2FF8-49D3-AAF0-6DA06EE69D86}">
      <dgm:prSet/>
      <dgm:spPr/>
      <dgm:t>
        <a:bodyPr/>
        <a:lstStyle/>
        <a:p>
          <a:endParaRPr lang="en-US"/>
        </a:p>
      </dgm:t>
    </dgm:pt>
    <dgm:pt modelId="{1943792B-AA1A-44E9-BF21-5803DB776799}" type="sibTrans" cxnId="{83121652-2FF8-49D3-AAF0-6DA06EE69D86}">
      <dgm:prSet/>
      <dgm:spPr/>
      <dgm:t>
        <a:bodyPr/>
        <a:lstStyle/>
        <a:p>
          <a:endParaRPr lang="en-US"/>
        </a:p>
      </dgm:t>
    </dgm:pt>
    <dgm:pt modelId="{D87CA040-0F87-4F45-AE1F-020C20610A12}">
      <dgm:prSet/>
      <dgm:spPr/>
      <dgm:t>
        <a:bodyPr/>
        <a:lstStyle/>
        <a:p>
          <a:pPr>
            <a:lnSpc>
              <a:spcPct val="100000"/>
            </a:lnSpc>
          </a:pPr>
          <a:r>
            <a:rPr lang="en-US"/>
            <a:t>Keeps stakeholders, clients, and team members informed.</a:t>
          </a:r>
        </a:p>
      </dgm:t>
    </dgm:pt>
    <dgm:pt modelId="{9F353D56-A6C4-42D9-ADD3-FA3DCF0DD18D}" type="parTrans" cxnId="{E14E1FC7-54E2-4776-BEED-86EE159EAE36}">
      <dgm:prSet/>
      <dgm:spPr/>
      <dgm:t>
        <a:bodyPr/>
        <a:lstStyle/>
        <a:p>
          <a:endParaRPr lang="en-US"/>
        </a:p>
      </dgm:t>
    </dgm:pt>
    <dgm:pt modelId="{E3E3E354-F1B8-4C00-84CD-87199E14EB86}" type="sibTrans" cxnId="{E14E1FC7-54E2-4776-BEED-86EE159EAE36}">
      <dgm:prSet/>
      <dgm:spPr/>
      <dgm:t>
        <a:bodyPr/>
        <a:lstStyle/>
        <a:p>
          <a:endParaRPr lang="en-US"/>
        </a:p>
      </dgm:t>
    </dgm:pt>
    <dgm:pt modelId="{19F7E845-2A0A-45E8-9C00-0DDE9DC8617F}">
      <dgm:prSet/>
      <dgm:spPr/>
      <dgm:t>
        <a:bodyPr/>
        <a:lstStyle/>
        <a:p>
          <a:pPr>
            <a:lnSpc>
              <a:spcPct val="100000"/>
            </a:lnSpc>
          </a:pPr>
          <a:r>
            <a:rPr lang="en-US"/>
            <a:t>Promotes collaboration and transparency.</a:t>
          </a:r>
        </a:p>
      </dgm:t>
    </dgm:pt>
    <dgm:pt modelId="{8C3572FC-CCA3-4752-ABE9-F4DEEBB65092}" type="parTrans" cxnId="{0B6860E3-1A47-4F0A-9D52-1B550182EA50}">
      <dgm:prSet/>
      <dgm:spPr/>
      <dgm:t>
        <a:bodyPr/>
        <a:lstStyle/>
        <a:p>
          <a:endParaRPr lang="en-US"/>
        </a:p>
      </dgm:t>
    </dgm:pt>
    <dgm:pt modelId="{0C4F5678-545F-4003-B848-3910C1474068}" type="sibTrans" cxnId="{0B6860E3-1A47-4F0A-9D52-1B550182EA50}">
      <dgm:prSet/>
      <dgm:spPr/>
      <dgm:t>
        <a:bodyPr/>
        <a:lstStyle/>
        <a:p>
          <a:endParaRPr lang="en-US"/>
        </a:p>
      </dgm:t>
    </dgm:pt>
    <dgm:pt modelId="{28AD3893-92EB-4984-A0E0-56137E1021B5}">
      <dgm:prSet/>
      <dgm:spPr/>
      <dgm:t>
        <a:bodyPr/>
        <a:lstStyle/>
        <a:p>
          <a:pPr>
            <a:lnSpc>
              <a:spcPct val="100000"/>
            </a:lnSpc>
          </a:pPr>
          <a:r>
            <a:rPr lang="en-US" b="1"/>
            <a:t>Example</a:t>
          </a:r>
          <a:r>
            <a:rPr lang="en-US"/>
            <a:t>: Regular meetings and updates to ensure everyone is aligned on progress.</a:t>
          </a:r>
        </a:p>
      </dgm:t>
    </dgm:pt>
    <dgm:pt modelId="{071258AD-DB3C-4822-8145-BB798BF86C7A}" type="parTrans" cxnId="{CD4A107E-C412-4F2C-A802-5E6F979E76CA}">
      <dgm:prSet/>
      <dgm:spPr/>
      <dgm:t>
        <a:bodyPr/>
        <a:lstStyle/>
        <a:p>
          <a:endParaRPr lang="en-US"/>
        </a:p>
      </dgm:t>
    </dgm:pt>
    <dgm:pt modelId="{25074C36-C700-49DF-ACA0-D283ED35CD41}" type="sibTrans" cxnId="{CD4A107E-C412-4F2C-A802-5E6F979E76CA}">
      <dgm:prSet/>
      <dgm:spPr/>
      <dgm:t>
        <a:bodyPr/>
        <a:lstStyle/>
        <a:p>
          <a:endParaRPr lang="en-US"/>
        </a:p>
      </dgm:t>
    </dgm:pt>
    <dgm:pt modelId="{93FA3583-6DD9-4D17-870E-51C2009B4221}">
      <dgm:prSet/>
      <dgm:spPr/>
      <dgm:t>
        <a:bodyPr/>
        <a:lstStyle/>
        <a:p>
          <a:pPr>
            <a:lnSpc>
              <a:spcPct val="100000"/>
            </a:lnSpc>
            <a:defRPr b="1"/>
          </a:pPr>
          <a:r>
            <a:rPr lang="en-US" b="1"/>
            <a:t>Delivers Quality Results</a:t>
          </a:r>
          <a:endParaRPr lang="en-US"/>
        </a:p>
      </dgm:t>
    </dgm:pt>
    <dgm:pt modelId="{9DA77140-BA20-4EAF-95CC-B1BBCD672B65}" type="parTrans" cxnId="{032872D5-2CD0-4C82-AE58-213D830F28EC}">
      <dgm:prSet/>
      <dgm:spPr/>
      <dgm:t>
        <a:bodyPr/>
        <a:lstStyle/>
        <a:p>
          <a:endParaRPr lang="en-US"/>
        </a:p>
      </dgm:t>
    </dgm:pt>
    <dgm:pt modelId="{7ACFAFCF-5296-4882-9179-B23CA37B309E}" type="sibTrans" cxnId="{032872D5-2CD0-4C82-AE58-213D830F28EC}">
      <dgm:prSet/>
      <dgm:spPr/>
      <dgm:t>
        <a:bodyPr/>
        <a:lstStyle/>
        <a:p>
          <a:endParaRPr lang="en-US"/>
        </a:p>
      </dgm:t>
    </dgm:pt>
    <dgm:pt modelId="{9FFD06B6-6D35-41D3-9582-5C6DCDBCA476}">
      <dgm:prSet/>
      <dgm:spPr/>
      <dgm:t>
        <a:bodyPr/>
        <a:lstStyle/>
        <a:p>
          <a:pPr>
            <a:lnSpc>
              <a:spcPct val="100000"/>
            </a:lnSpc>
          </a:pPr>
          <a:r>
            <a:rPr lang="en-US"/>
            <a:t>Ensures the final product meets user needs and quality standards.</a:t>
          </a:r>
        </a:p>
      </dgm:t>
    </dgm:pt>
    <dgm:pt modelId="{CA518EF4-9624-466D-B65F-F3F1DA7D3EDA}" type="parTrans" cxnId="{89A302F2-2C40-4462-8D67-0CAFE637B6E4}">
      <dgm:prSet/>
      <dgm:spPr/>
      <dgm:t>
        <a:bodyPr/>
        <a:lstStyle/>
        <a:p>
          <a:endParaRPr lang="en-US"/>
        </a:p>
      </dgm:t>
    </dgm:pt>
    <dgm:pt modelId="{654EFBA1-04C3-4EBF-87F5-8275D750C8AF}" type="sibTrans" cxnId="{89A302F2-2C40-4462-8D67-0CAFE637B6E4}">
      <dgm:prSet/>
      <dgm:spPr/>
      <dgm:t>
        <a:bodyPr/>
        <a:lstStyle/>
        <a:p>
          <a:endParaRPr lang="en-US"/>
        </a:p>
      </dgm:t>
    </dgm:pt>
    <dgm:pt modelId="{87CF906C-8B94-4DB1-B97E-D67F6CE1AD85}">
      <dgm:prSet/>
      <dgm:spPr/>
      <dgm:t>
        <a:bodyPr/>
        <a:lstStyle/>
        <a:p>
          <a:pPr>
            <a:lnSpc>
              <a:spcPct val="100000"/>
            </a:lnSpc>
          </a:pPr>
          <a:r>
            <a:rPr lang="en-US"/>
            <a:t>Includes testing, feedback, and improvements.</a:t>
          </a:r>
        </a:p>
      </dgm:t>
    </dgm:pt>
    <dgm:pt modelId="{12B94239-7AD0-45D8-B87D-8845F735088C}" type="parTrans" cxnId="{5F291FBB-C8FE-4FFE-AC6B-BCFA0B4FE7C8}">
      <dgm:prSet/>
      <dgm:spPr/>
      <dgm:t>
        <a:bodyPr/>
        <a:lstStyle/>
        <a:p>
          <a:endParaRPr lang="en-US"/>
        </a:p>
      </dgm:t>
    </dgm:pt>
    <dgm:pt modelId="{5B2FF1E8-F5A3-4049-ADF3-00C156C955BE}" type="sibTrans" cxnId="{5F291FBB-C8FE-4FFE-AC6B-BCFA0B4FE7C8}">
      <dgm:prSet/>
      <dgm:spPr/>
      <dgm:t>
        <a:bodyPr/>
        <a:lstStyle/>
        <a:p>
          <a:endParaRPr lang="en-US"/>
        </a:p>
      </dgm:t>
    </dgm:pt>
    <dgm:pt modelId="{20E15BF7-F7C5-4AEE-8FFC-D90EE8037339}">
      <dgm:prSet/>
      <dgm:spPr/>
      <dgm:t>
        <a:bodyPr/>
        <a:lstStyle/>
        <a:p>
          <a:pPr>
            <a:lnSpc>
              <a:spcPct val="100000"/>
            </a:lnSpc>
          </a:pPr>
          <a:r>
            <a:rPr lang="en-US" b="1"/>
            <a:t>Example</a:t>
          </a:r>
          <a:r>
            <a:rPr lang="en-US"/>
            <a:t>: Testing a mobile app thoroughly before releasing it to users.</a:t>
          </a:r>
        </a:p>
      </dgm:t>
    </dgm:pt>
    <dgm:pt modelId="{492D8D2A-FA8D-4520-A243-F0EC1D1D4CA2}" type="parTrans" cxnId="{82EEF9A1-4B8E-42F0-A538-115A67897EEF}">
      <dgm:prSet/>
      <dgm:spPr/>
      <dgm:t>
        <a:bodyPr/>
        <a:lstStyle/>
        <a:p>
          <a:endParaRPr lang="en-US"/>
        </a:p>
      </dgm:t>
    </dgm:pt>
    <dgm:pt modelId="{0E848098-AEBE-4055-9B2B-853F2B9FD19B}" type="sibTrans" cxnId="{82EEF9A1-4B8E-42F0-A538-115A67897EEF}">
      <dgm:prSet/>
      <dgm:spPr/>
      <dgm:t>
        <a:bodyPr/>
        <a:lstStyle/>
        <a:p>
          <a:endParaRPr lang="en-US"/>
        </a:p>
      </dgm:t>
    </dgm:pt>
    <dgm:pt modelId="{7B58B704-FCBF-4CC7-B412-BED235241902}">
      <dgm:prSet/>
      <dgm:spPr/>
      <dgm:t>
        <a:bodyPr/>
        <a:lstStyle/>
        <a:p>
          <a:pPr>
            <a:lnSpc>
              <a:spcPct val="100000"/>
            </a:lnSpc>
            <a:defRPr b="1"/>
          </a:pPr>
          <a:r>
            <a:rPr lang="en-US" b="1"/>
            <a:t>Supports Innovation and Growth</a:t>
          </a:r>
          <a:endParaRPr lang="en-US"/>
        </a:p>
      </dgm:t>
    </dgm:pt>
    <dgm:pt modelId="{03277FD8-D32D-45CD-8060-C6DA0161AD13}" type="parTrans" cxnId="{0D8E96DE-1546-457B-B5E9-B3C1F50DB53E}">
      <dgm:prSet/>
      <dgm:spPr/>
      <dgm:t>
        <a:bodyPr/>
        <a:lstStyle/>
        <a:p>
          <a:endParaRPr lang="en-US"/>
        </a:p>
      </dgm:t>
    </dgm:pt>
    <dgm:pt modelId="{5F8DD9DB-456A-404F-A6DF-9ECB2A76B3D9}" type="sibTrans" cxnId="{0D8E96DE-1546-457B-B5E9-B3C1F50DB53E}">
      <dgm:prSet/>
      <dgm:spPr/>
      <dgm:t>
        <a:bodyPr/>
        <a:lstStyle/>
        <a:p>
          <a:endParaRPr lang="en-US"/>
        </a:p>
      </dgm:t>
    </dgm:pt>
    <dgm:pt modelId="{1BFC0A1F-44F7-4606-93E6-4781737781FE}">
      <dgm:prSet/>
      <dgm:spPr/>
      <dgm:t>
        <a:bodyPr/>
        <a:lstStyle/>
        <a:p>
          <a:pPr>
            <a:lnSpc>
              <a:spcPct val="100000"/>
            </a:lnSpc>
          </a:pPr>
          <a:r>
            <a:rPr lang="en-US"/>
            <a:t>Encourages structured experimentation and development.</a:t>
          </a:r>
        </a:p>
      </dgm:t>
    </dgm:pt>
    <dgm:pt modelId="{FAB5661C-EA8D-40BF-ACAE-4F81DD3D5D44}" type="parTrans" cxnId="{0FAFEC91-5971-4DC0-A687-45F669C220A9}">
      <dgm:prSet/>
      <dgm:spPr/>
      <dgm:t>
        <a:bodyPr/>
        <a:lstStyle/>
        <a:p>
          <a:endParaRPr lang="en-US"/>
        </a:p>
      </dgm:t>
    </dgm:pt>
    <dgm:pt modelId="{FDB1CE95-2723-4216-8CFD-25DE895B09F9}" type="sibTrans" cxnId="{0FAFEC91-5971-4DC0-A687-45F669C220A9}">
      <dgm:prSet/>
      <dgm:spPr/>
      <dgm:t>
        <a:bodyPr/>
        <a:lstStyle/>
        <a:p>
          <a:endParaRPr lang="en-US"/>
        </a:p>
      </dgm:t>
    </dgm:pt>
    <dgm:pt modelId="{4DD11778-6576-454C-9C41-9E3D1D558BF8}">
      <dgm:prSet/>
      <dgm:spPr/>
      <dgm:t>
        <a:bodyPr/>
        <a:lstStyle/>
        <a:p>
          <a:pPr>
            <a:lnSpc>
              <a:spcPct val="100000"/>
            </a:lnSpc>
          </a:pPr>
          <a:r>
            <a:rPr lang="en-US"/>
            <a:t>Helps organizations adapt to new technologies and market demands.</a:t>
          </a:r>
        </a:p>
      </dgm:t>
    </dgm:pt>
    <dgm:pt modelId="{C0B1BA44-9A0F-4649-8AA9-BE3C3BFA55B7}" type="parTrans" cxnId="{7D7CD95C-42E2-4D39-8F0F-81E9B8DEC184}">
      <dgm:prSet/>
      <dgm:spPr/>
      <dgm:t>
        <a:bodyPr/>
        <a:lstStyle/>
        <a:p>
          <a:endParaRPr lang="en-US"/>
        </a:p>
      </dgm:t>
    </dgm:pt>
    <dgm:pt modelId="{97021119-1D03-4B57-B9E8-62A55776E83D}" type="sibTrans" cxnId="{7D7CD95C-42E2-4D39-8F0F-81E9B8DEC184}">
      <dgm:prSet/>
      <dgm:spPr/>
      <dgm:t>
        <a:bodyPr/>
        <a:lstStyle/>
        <a:p>
          <a:endParaRPr lang="en-US"/>
        </a:p>
      </dgm:t>
    </dgm:pt>
    <dgm:pt modelId="{EEC4CBBE-0AD1-49D4-BF00-8624478561BD}">
      <dgm:prSet/>
      <dgm:spPr/>
      <dgm:t>
        <a:bodyPr/>
        <a:lstStyle/>
        <a:p>
          <a:pPr>
            <a:lnSpc>
              <a:spcPct val="100000"/>
            </a:lnSpc>
          </a:pPr>
          <a:r>
            <a:rPr lang="en-US" b="1"/>
            <a:t>Example</a:t>
          </a:r>
          <a:r>
            <a:rPr lang="en-US"/>
            <a:t>: Managing a project to integrate AI into customer support systems.</a:t>
          </a:r>
        </a:p>
      </dgm:t>
    </dgm:pt>
    <dgm:pt modelId="{615526F1-3D1B-41E3-AD6B-FA1307C95AAD}" type="parTrans" cxnId="{2F961E60-ECDB-4FF3-8121-ADE46369436D}">
      <dgm:prSet/>
      <dgm:spPr/>
      <dgm:t>
        <a:bodyPr/>
        <a:lstStyle/>
        <a:p>
          <a:endParaRPr lang="en-US"/>
        </a:p>
      </dgm:t>
    </dgm:pt>
    <dgm:pt modelId="{E07CD2FF-0ED6-4184-9E5B-419170057386}" type="sibTrans" cxnId="{2F961E60-ECDB-4FF3-8121-ADE46369436D}">
      <dgm:prSet/>
      <dgm:spPr/>
      <dgm:t>
        <a:bodyPr/>
        <a:lstStyle/>
        <a:p>
          <a:endParaRPr lang="en-US"/>
        </a:p>
      </dgm:t>
    </dgm:pt>
    <dgm:pt modelId="{082854D4-5F60-4927-95D0-1E541CBFCF68}" type="pres">
      <dgm:prSet presAssocID="{F2D1810E-17D9-4BC3-9F79-391A8F9E893F}" presName="root" presStyleCnt="0">
        <dgm:presLayoutVars>
          <dgm:dir/>
          <dgm:resizeHandles val="exact"/>
        </dgm:presLayoutVars>
      </dgm:prSet>
      <dgm:spPr/>
    </dgm:pt>
    <dgm:pt modelId="{D9E2FD32-A013-4D22-8280-508C4956B4EA}" type="pres">
      <dgm:prSet presAssocID="{19BFF7B2-6DAF-4A4F-AEF6-B23585F17F1F}" presName="compNode" presStyleCnt="0"/>
      <dgm:spPr/>
    </dgm:pt>
    <dgm:pt modelId="{2F565D08-A292-476A-AE07-09DA453E1687}" type="pres">
      <dgm:prSet presAssocID="{19BFF7B2-6DAF-4A4F-AEF6-B23585F17F1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rning"/>
        </a:ext>
      </dgm:extLst>
    </dgm:pt>
    <dgm:pt modelId="{CBD8A731-5E69-4A21-AE12-321E827A78B0}" type="pres">
      <dgm:prSet presAssocID="{19BFF7B2-6DAF-4A4F-AEF6-B23585F17F1F}" presName="iconSpace" presStyleCnt="0"/>
      <dgm:spPr/>
    </dgm:pt>
    <dgm:pt modelId="{75935C97-3997-4ADF-BA01-9BEFFD2B190A}" type="pres">
      <dgm:prSet presAssocID="{19BFF7B2-6DAF-4A4F-AEF6-B23585F17F1F}" presName="parTx" presStyleLbl="revTx" presStyleIdx="0" presStyleCnt="8">
        <dgm:presLayoutVars>
          <dgm:chMax val="0"/>
          <dgm:chPref val="0"/>
        </dgm:presLayoutVars>
      </dgm:prSet>
      <dgm:spPr/>
    </dgm:pt>
    <dgm:pt modelId="{32FE8988-FD04-40BA-B7B4-2C61BF785814}" type="pres">
      <dgm:prSet presAssocID="{19BFF7B2-6DAF-4A4F-AEF6-B23585F17F1F}" presName="txSpace" presStyleCnt="0"/>
      <dgm:spPr/>
    </dgm:pt>
    <dgm:pt modelId="{D31F36D1-BCB0-45E5-9561-0CBCC307CC55}" type="pres">
      <dgm:prSet presAssocID="{19BFF7B2-6DAF-4A4F-AEF6-B23585F17F1F}" presName="desTx" presStyleLbl="revTx" presStyleIdx="1" presStyleCnt="8">
        <dgm:presLayoutVars/>
      </dgm:prSet>
      <dgm:spPr/>
    </dgm:pt>
    <dgm:pt modelId="{5F3AEFC4-4C58-4B9D-9011-1757AE54E14B}" type="pres">
      <dgm:prSet presAssocID="{0BE6819F-F9B8-4E33-B4E1-9A440FC433E4}" presName="sibTrans" presStyleCnt="0"/>
      <dgm:spPr/>
    </dgm:pt>
    <dgm:pt modelId="{A5E09188-A7AE-4B33-B83D-3F54EC15D10B}" type="pres">
      <dgm:prSet presAssocID="{59404C7C-C077-4DB5-A838-93DCB96E9B81}" presName="compNode" presStyleCnt="0"/>
      <dgm:spPr/>
    </dgm:pt>
    <dgm:pt modelId="{A0141657-BCB7-4A22-9F2E-097792DA3F45}" type="pres">
      <dgm:prSet presAssocID="{59404C7C-C077-4DB5-A838-93DCB96E9B8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eeting"/>
        </a:ext>
      </dgm:extLst>
    </dgm:pt>
    <dgm:pt modelId="{E5D04492-DFD9-47EC-931E-7F34CDBB93B0}" type="pres">
      <dgm:prSet presAssocID="{59404C7C-C077-4DB5-A838-93DCB96E9B81}" presName="iconSpace" presStyleCnt="0"/>
      <dgm:spPr/>
    </dgm:pt>
    <dgm:pt modelId="{976C6B92-A8E9-4D12-AD08-712E40D8DFFE}" type="pres">
      <dgm:prSet presAssocID="{59404C7C-C077-4DB5-A838-93DCB96E9B81}" presName="parTx" presStyleLbl="revTx" presStyleIdx="2" presStyleCnt="8">
        <dgm:presLayoutVars>
          <dgm:chMax val="0"/>
          <dgm:chPref val="0"/>
        </dgm:presLayoutVars>
      </dgm:prSet>
      <dgm:spPr/>
    </dgm:pt>
    <dgm:pt modelId="{B25B435D-43F9-4132-B356-58AE40C68FA8}" type="pres">
      <dgm:prSet presAssocID="{59404C7C-C077-4DB5-A838-93DCB96E9B81}" presName="txSpace" presStyleCnt="0"/>
      <dgm:spPr/>
    </dgm:pt>
    <dgm:pt modelId="{EF12886E-7AD4-4DFB-93D8-7416A0C7864F}" type="pres">
      <dgm:prSet presAssocID="{59404C7C-C077-4DB5-A838-93DCB96E9B81}" presName="desTx" presStyleLbl="revTx" presStyleIdx="3" presStyleCnt="8">
        <dgm:presLayoutVars/>
      </dgm:prSet>
      <dgm:spPr/>
    </dgm:pt>
    <dgm:pt modelId="{DE4050F7-34CA-4839-A8A7-6BC1BC3B1687}" type="pres">
      <dgm:prSet presAssocID="{1943792B-AA1A-44E9-BF21-5803DB776799}" presName="sibTrans" presStyleCnt="0"/>
      <dgm:spPr/>
    </dgm:pt>
    <dgm:pt modelId="{0B10FAF1-1C4A-440E-9328-E5C71DC6C295}" type="pres">
      <dgm:prSet presAssocID="{93FA3583-6DD9-4D17-870E-51C2009B4221}" presName="compNode" presStyleCnt="0"/>
      <dgm:spPr/>
    </dgm:pt>
    <dgm:pt modelId="{021254B2-09F4-4D7E-B18A-815CC5EF67EB}" type="pres">
      <dgm:prSet presAssocID="{93FA3583-6DD9-4D17-870E-51C2009B422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est tubes"/>
        </a:ext>
      </dgm:extLst>
    </dgm:pt>
    <dgm:pt modelId="{7A9F0C7D-9A48-4F4B-9F03-F3BCACB30277}" type="pres">
      <dgm:prSet presAssocID="{93FA3583-6DD9-4D17-870E-51C2009B4221}" presName="iconSpace" presStyleCnt="0"/>
      <dgm:spPr/>
    </dgm:pt>
    <dgm:pt modelId="{76360EA2-2E5D-4F21-8B6A-F1B2C89D9B71}" type="pres">
      <dgm:prSet presAssocID="{93FA3583-6DD9-4D17-870E-51C2009B4221}" presName="parTx" presStyleLbl="revTx" presStyleIdx="4" presStyleCnt="8">
        <dgm:presLayoutVars>
          <dgm:chMax val="0"/>
          <dgm:chPref val="0"/>
        </dgm:presLayoutVars>
      </dgm:prSet>
      <dgm:spPr/>
    </dgm:pt>
    <dgm:pt modelId="{884DEAEC-DFBD-462F-9FAE-F7CDAF81DD3B}" type="pres">
      <dgm:prSet presAssocID="{93FA3583-6DD9-4D17-870E-51C2009B4221}" presName="txSpace" presStyleCnt="0"/>
      <dgm:spPr/>
    </dgm:pt>
    <dgm:pt modelId="{0ED9FD4A-C2E3-4375-9763-C1D6FB3740FE}" type="pres">
      <dgm:prSet presAssocID="{93FA3583-6DD9-4D17-870E-51C2009B4221}" presName="desTx" presStyleLbl="revTx" presStyleIdx="5" presStyleCnt="8">
        <dgm:presLayoutVars/>
      </dgm:prSet>
      <dgm:spPr/>
    </dgm:pt>
    <dgm:pt modelId="{3BEE37C7-56CA-490F-847B-C99293CA05A1}" type="pres">
      <dgm:prSet presAssocID="{7ACFAFCF-5296-4882-9179-B23CA37B309E}" presName="sibTrans" presStyleCnt="0"/>
      <dgm:spPr/>
    </dgm:pt>
    <dgm:pt modelId="{BA3E80FD-8540-468A-AD44-1DA17514937F}" type="pres">
      <dgm:prSet presAssocID="{7B58B704-FCBF-4CC7-B412-BED235241902}" presName="compNode" presStyleCnt="0"/>
      <dgm:spPr/>
    </dgm:pt>
    <dgm:pt modelId="{FA5562CD-0BD4-4578-BDE7-172681968DE6}" type="pres">
      <dgm:prSet presAssocID="{7B58B704-FCBF-4CC7-B412-BED23524190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ight Bulb and Gear"/>
        </a:ext>
      </dgm:extLst>
    </dgm:pt>
    <dgm:pt modelId="{70F40814-AFE4-428F-B146-6810E113D82D}" type="pres">
      <dgm:prSet presAssocID="{7B58B704-FCBF-4CC7-B412-BED235241902}" presName="iconSpace" presStyleCnt="0"/>
      <dgm:spPr/>
    </dgm:pt>
    <dgm:pt modelId="{6FDFD805-1F71-4B3B-94B8-5DC4F6F244CE}" type="pres">
      <dgm:prSet presAssocID="{7B58B704-FCBF-4CC7-B412-BED235241902}" presName="parTx" presStyleLbl="revTx" presStyleIdx="6" presStyleCnt="8">
        <dgm:presLayoutVars>
          <dgm:chMax val="0"/>
          <dgm:chPref val="0"/>
        </dgm:presLayoutVars>
      </dgm:prSet>
      <dgm:spPr/>
    </dgm:pt>
    <dgm:pt modelId="{0CA583D4-EF2B-44D4-B593-4B142E995942}" type="pres">
      <dgm:prSet presAssocID="{7B58B704-FCBF-4CC7-B412-BED235241902}" presName="txSpace" presStyleCnt="0"/>
      <dgm:spPr/>
    </dgm:pt>
    <dgm:pt modelId="{F4B20147-3B4E-4B44-9D09-D5EAAE442FC3}" type="pres">
      <dgm:prSet presAssocID="{7B58B704-FCBF-4CC7-B412-BED235241902}" presName="desTx" presStyleLbl="revTx" presStyleIdx="7" presStyleCnt="8">
        <dgm:presLayoutVars/>
      </dgm:prSet>
      <dgm:spPr/>
    </dgm:pt>
  </dgm:ptLst>
  <dgm:cxnLst>
    <dgm:cxn modelId="{78614702-B574-490C-AD8B-8117AFDA2833}" type="presOf" srcId="{20E15BF7-F7C5-4AEE-8FFC-D90EE8037339}" destId="{0ED9FD4A-C2E3-4375-9763-C1D6FB3740FE}" srcOrd="0" destOrd="2" presId="urn:microsoft.com/office/officeart/2018/2/layout/IconLabelDescriptionList"/>
    <dgm:cxn modelId="{EBEB3A12-B868-49CB-AAF2-3674CB8DCEBE}" srcId="{19BFF7B2-6DAF-4A4F-AEF6-B23585F17F1F}" destId="{0CC7C7C5-D02F-4CBA-A454-082CD07A798A}" srcOrd="2" destOrd="0" parTransId="{1137B4DE-2D64-4B83-A907-FFED3E7BCD22}" sibTransId="{750FF9E6-44BB-4EA8-B102-97794CE7C988}"/>
    <dgm:cxn modelId="{3F971E1A-39CB-49F4-99BF-79D4F0B6372B}" type="presOf" srcId="{28AD3893-92EB-4984-A0E0-56137E1021B5}" destId="{EF12886E-7AD4-4DFB-93D8-7416A0C7864F}" srcOrd="0" destOrd="2" presId="urn:microsoft.com/office/officeart/2018/2/layout/IconLabelDescriptionList"/>
    <dgm:cxn modelId="{FF5FA61A-6238-4E00-8A6E-B54E8221CBA1}" type="presOf" srcId="{D87CA040-0F87-4F45-AE1F-020C20610A12}" destId="{EF12886E-7AD4-4DFB-93D8-7416A0C7864F}" srcOrd="0" destOrd="0" presId="urn:microsoft.com/office/officeart/2018/2/layout/IconLabelDescriptionList"/>
    <dgm:cxn modelId="{F2726C5C-FD77-4CCA-97FC-581B4910DE0D}" type="presOf" srcId="{4DD11778-6576-454C-9C41-9E3D1D558BF8}" destId="{F4B20147-3B4E-4B44-9D09-D5EAAE442FC3}" srcOrd="0" destOrd="1" presId="urn:microsoft.com/office/officeart/2018/2/layout/IconLabelDescriptionList"/>
    <dgm:cxn modelId="{7D7CD95C-42E2-4D39-8F0F-81E9B8DEC184}" srcId="{7B58B704-FCBF-4CC7-B412-BED235241902}" destId="{4DD11778-6576-454C-9C41-9E3D1D558BF8}" srcOrd="1" destOrd="0" parTransId="{C0B1BA44-9A0F-4649-8AA9-BE3C3BFA55B7}" sibTransId="{97021119-1D03-4B57-B9E8-62A55776E83D}"/>
    <dgm:cxn modelId="{B2678B5D-C7D6-444D-8795-89B1EA7D3519}" type="presOf" srcId="{1E8109E7-FEDE-40CB-916A-5CA75EDE2DD7}" destId="{D31F36D1-BCB0-45E5-9561-0CBCC307CC55}" srcOrd="0" destOrd="0" presId="urn:microsoft.com/office/officeart/2018/2/layout/IconLabelDescriptionList"/>
    <dgm:cxn modelId="{2F961E60-ECDB-4FF3-8121-ADE46369436D}" srcId="{7B58B704-FCBF-4CC7-B412-BED235241902}" destId="{EEC4CBBE-0AD1-49D4-BF00-8624478561BD}" srcOrd="2" destOrd="0" parTransId="{615526F1-3D1B-41E3-AD6B-FA1307C95AAD}" sibTransId="{E07CD2FF-0ED6-4184-9E5B-419170057386}"/>
    <dgm:cxn modelId="{FDD1474A-0DB3-4743-88E4-18DF3DB4CFD6}" type="presOf" srcId="{9FFD06B6-6D35-41D3-9582-5C6DCDBCA476}" destId="{0ED9FD4A-C2E3-4375-9763-C1D6FB3740FE}" srcOrd="0" destOrd="0" presId="urn:microsoft.com/office/officeart/2018/2/layout/IconLabelDescriptionList"/>
    <dgm:cxn modelId="{0BAB826B-378E-48C4-961F-8576B4C2567C}" srcId="{19BFF7B2-6DAF-4A4F-AEF6-B23585F17F1F}" destId="{D0AE7ACB-9CC9-465C-BC47-34EE5562F9F3}" srcOrd="1" destOrd="0" parTransId="{C2675817-3672-4233-996A-75EB339DB324}" sibTransId="{10E78842-7CCB-4960-B368-3F7B387B5196}"/>
    <dgm:cxn modelId="{9D699F71-16BA-4003-9DDC-09DF9F5776DE}" type="presOf" srcId="{1BFC0A1F-44F7-4606-93E6-4781737781FE}" destId="{F4B20147-3B4E-4B44-9D09-D5EAAE442FC3}" srcOrd="0" destOrd="0" presId="urn:microsoft.com/office/officeart/2018/2/layout/IconLabelDescriptionList"/>
    <dgm:cxn modelId="{EC02D771-0DBF-4306-8524-F9CB3F953A1F}" type="presOf" srcId="{87CF906C-8B94-4DB1-B97E-D67F6CE1AD85}" destId="{0ED9FD4A-C2E3-4375-9763-C1D6FB3740FE}" srcOrd="0" destOrd="1" presId="urn:microsoft.com/office/officeart/2018/2/layout/IconLabelDescriptionList"/>
    <dgm:cxn modelId="{83121652-2FF8-49D3-AAF0-6DA06EE69D86}" srcId="{F2D1810E-17D9-4BC3-9F79-391A8F9E893F}" destId="{59404C7C-C077-4DB5-A838-93DCB96E9B81}" srcOrd="1" destOrd="0" parTransId="{BB10485C-B018-41DA-BD60-2395E470BD5C}" sibTransId="{1943792B-AA1A-44E9-BF21-5803DB776799}"/>
    <dgm:cxn modelId="{CF573456-CC73-41C8-99FB-202E1B6F4E47}" type="presOf" srcId="{EEC4CBBE-0AD1-49D4-BF00-8624478561BD}" destId="{F4B20147-3B4E-4B44-9D09-D5EAAE442FC3}" srcOrd="0" destOrd="2" presId="urn:microsoft.com/office/officeart/2018/2/layout/IconLabelDescriptionList"/>
    <dgm:cxn modelId="{37647C57-B43F-438C-AEE1-CB237B2B6662}" type="presOf" srcId="{59404C7C-C077-4DB5-A838-93DCB96E9B81}" destId="{976C6B92-A8E9-4D12-AD08-712E40D8DFFE}" srcOrd="0" destOrd="0" presId="urn:microsoft.com/office/officeart/2018/2/layout/IconLabelDescriptionList"/>
    <dgm:cxn modelId="{CD4A107E-C412-4F2C-A802-5E6F979E76CA}" srcId="{59404C7C-C077-4DB5-A838-93DCB96E9B81}" destId="{28AD3893-92EB-4984-A0E0-56137E1021B5}" srcOrd="2" destOrd="0" parTransId="{071258AD-DB3C-4822-8145-BB798BF86C7A}" sibTransId="{25074C36-C700-49DF-ACA0-D283ED35CD41}"/>
    <dgm:cxn modelId="{73EE5A7E-13AC-441B-905E-312EA7A7A812}" srcId="{19BFF7B2-6DAF-4A4F-AEF6-B23585F17F1F}" destId="{1E8109E7-FEDE-40CB-916A-5CA75EDE2DD7}" srcOrd="0" destOrd="0" parTransId="{F38D1CC6-333E-411B-92A7-7B75DBADEAC2}" sibTransId="{685E01EF-2008-45C6-AA65-EFE57F7770D0}"/>
    <dgm:cxn modelId="{0FAFEC91-5971-4DC0-A687-45F669C220A9}" srcId="{7B58B704-FCBF-4CC7-B412-BED235241902}" destId="{1BFC0A1F-44F7-4606-93E6-4781737781FE}" srcOrd="0" destOrd="0" parTransId="{FAB5661C-EA8D-40BF-ACAE-4F81DD3D5D44}" sibTransId="{FDB1CE95-2723-4216-8CFD-25DE895B09F9}"/>
    <dgm:cxn modelId="{36C0E992-D01D-4A2B-9483-7E841A7110E1}" type="presOf" srcId="{F2D1810E-17D9-4BC3-9F79-391A8F9E893F}" destId="{082854D4-5F60-4927-95D0-1E541CBFCF68}" srcOrd="0" destOrd="0" presId="urn:microsoft.com/office/officeart/2018/2/layout/IconLabelDescriptionList"/>
    <dgm:cxn modelId="{2E267A9B-EB5B-433C-B04A-6ED7C9D70F7D}" type="presOf" srcId="{7B58B704-FCBF-4CC7-B412-BED235241902}" destId="{6FDFD805-1F71-4B3B-94B8-5DC4F6F244CE}" srcOrd="0" destOrd="0" presId="urn:microsoft.com/office/officeart/2018/2/layout/IconLabelDescriptionList"/>
    <dgm:cxn modelId="{82EEF9A1-4B8E-42F0-A538-115A67897EEF}" srcId="{93FA3583-6DD9-4D17-870E-51C2009B4221}" destId="{20E15BF7-F7C5-4AEE-8FFC-D90EE8037339}" srcOrd="2" destOrd="0" parTransId="{492D8D2A-FA8D-4520-A243-F0EC1D1D4CA2}" sibTransId="{0E848098-AEBE-4055-9B2B-853F2B9FD19B}"/>
    <dgm:cxn modelId="{5F291FBB-C8FE-4FFE-AC6B-BCFA0B4FE7C8}" srcId="{93FA3583-6DD9-4D17-870E-51C2009B4221}" destId="{87CF906C-8B94-4DB1-B97E-D67F6CE1AD85}" srcOrd="1" destOrd="0" parTransId="{12B94239-7AD0-45D8-B87D-8845F735088C}" sibTransId="{5B2FF1E8-F5A3-4049-ADF3-00C156C955BE}"/>
    <dgm:cxn modelId="{E14E1FC7-54E2-4776-BEED-86EE159EAE36}" srcId="{59404C7C-C077-4DB5-A838-93DCB96E9B81}" destId="{D87CA040-0F87-4F45-AE1F-020C20610A12}" srcOrd="0" destOrd="0" parTransId="{9F353D56-A6C4-42D9-ADD3-FA3DCF0DD18D}" sibTransId="{E3E3E354-F1B8-4C00-84CD-87199E14EB86}"/>
    <dgm:cxn modelId="{A27613CD-E996-4F64-88F6-A06AD6B88941}" type="presOf" srcId="{19F7E845-2A0A-45E8-9C00-0DDE9DC8617F}" destId="{EF12886E-7AD4-4DFB-93D8-7416A0C7864F}" srcOrd="0" destOrd="1" presId="urn:microsoft.com/office/officeart/2018/2/layout/IconLabelDescriptionList"/>
    <dgm:cxn modelId="{032872D5-2CD0-4C82-AE58-213D830F28EC}" srcId="{F2D1810E-17D9-4BC3-9F79-391A8F9E893F}" destId="{93FA3583-6DD9-4D17-870E-51C2009B4221}" srcOrd="2" destOrd="0" parTransId="{9DA77140-BA20-4EAF-95CC-B1BBCD672B65}" sibTransId="{7ACFAFCF-5296-4882-9179-B23CA37B309E}"/>
    <dgm:cxn modelId="{E743D6D5-49DB-431E-B6A8-C6E8EC486E05}" type="presOf" srcId="{D0AE7ACB-9CC9-465C-BC47-34EE5562F9F3}" destId="{D31F36D1-BCB0-45E5-9561-0CBCC307CC55}" srcOrd="0" destOrd="1" presId="urn:microsoft.com/office/officeart/2018/2/layout/IconLabelDescriptionList"/>
    <dgm:cxn modelId="{0D8E96DE-1546-457B-B5E9-B3C1F50DB53E}" srcId="{F2D1810E-17D9-4BC3-9F79-391A8F9E893F}" destId="{7B58B704-FCBF-4CC7-B412-BED235241902}" srcOrd="3" destOrd="0" parTransId="{03277FD8-D32D-45CD-8060-C6DA0161AD13}" sibTransId="{5F8DD9DB-456A-404F-A6DF-9ECB2A76B3D9}"/>
    <dgm:cxn modelId="{0B6860E3-1A47-4F0A-9D52-1B550182EA50}" srcId="{59404C7C-C077-4DB5-A838-93DCB96E9B81}" destId="{19F7E845-2A0A-45E8-9C00-0DDE9DC8617F}" srcOrd="1" destOrd="0" parTransId="{8C3572FC-CCA3-4752-ABE9-F4DEEBB65092}" sibTransId="{0C4F5678-545F-4003-B848-3910C1474068}"/>
    <dgm:cxn modelId="{EBD641E7-975D-4B52-88E7-1B7B6B506E6E}" type="presOf" srcId="{0CC7C7C5-D02F-4CBA-A454-082CD07A798A}" destId="{D31F36D1-BCB0-45E5-9561-0CBCC307CC55}" srcOrd="0" destOrd="2" presId="urn:microsoft.com/office/officeart/2018/2/layout/IconLabelDescriptionList"/>
    <dgm:cxn modelId="{89A302F2-2C40-4462-8D67-0CAFE637B6E4}" srcId="{93FA3583-6DD9-4D17-870E-51C2009B4221}" destId="{9FFD06B6-6D35-41D3-9582-5C6DCDBCA476}" srcOrd="0" destOrd="0" parTransId="{CA518EF4-9624-466D-B65F-F3F1DA7D3EDA}" sibTransId="{654EFBA1-04C3-4EBF-87F5-8275D750C8AF}"/>
    <dgm:cxn modelId="{5CA0E7F2-09D4-4084-A150-FD31DE9175ED}" srcId="{F2D1810E-17D9-4BC3-9F79-391A8F9E893F}" destId="{19BFF7B2-6DAF-4A4F-AEF6-B23585F17F1F}" srcOrd="0" destOrd="0" parTransId="{38726BDE-1AEB-41FA-B3A0-D308AE88AB5D}" sibTransId="{0BE6819F-F9B8-4E33-B4E1-9A440FC433E4}"/>
    <dgm:cxn modelId="{FF5411F6-CF0A-470B-A425-03A8B2455E4A}" type="presOf" srcId="{93FA3583-6DD9-4D17-870E-51C2009B4221}" destId="{76360EA2-2E5D-4F21-8B6A-F1B2C89D9B71}" srcOrd="0" destOrd="0" presId="urn:microsoft.com/office/officeart/2018/2/layout/IconLabelDescriptionList"/>
    <dgm:cxn modelId="{2E6CD8F8-CAB5-4190-A1D3-A4D1014D69F6}" type="presOf" srcId="{19BFF7B2-6DAF-4A4F-AEF6-B23585F17F1F}" destId="{75935C97-3997-4ADF-BA01-9BEFFD2B190A}" srcOrd="0" destOrd="0" presId="urn:microsoft.com/office/officeart/2018/2/layout/IconLabelDescriptionList"/>
    <dgm:cxn modelId="{F51FB979-3797-4AAF-8CFA-75A2A6499208}" type="presParOf" srcId="{082854D4-5F60-4927-95D0-1E541CBFCF68}" destId="{D9E2FD32-A013-4D22-8280-508C4956B4EA}" srcOrd="0" destOrd="0" presId="urn:microsoft.com/office/officeart/2018/2/layout/IconLabelDescriptionList"/>
    <dgm:cxn modelId="{6B7E64AB-9B7D-462B-8EB1-D1D78A288E20}" type="presParOf" srcId="{D9E2FD32-A013-4D22-8280-508C4956B4EA}" destId="{2F565D08-A292-476A-AE07-09DA453E1687}" srcOrd="0" destOrd="0" presId="urn:microsoft.com/office/officeart/2018/2/layout/IconLabelDescriptionList"/>
    <dgm:cxn modelId="{32EDE335-E789-46BA-9E21-AFBF8C0744B1}" type="presParOf" srcId="{D9E2FD32-A013-4D22-8280-508C4956B4EA}" destId="{CBD8A731-5E69-4A21-AE12-321E827A78B0}" srcOrd="1" destOrd="0" presId="urn:microsoft.com/office/officeart/2018/2/layout/IconLabelDescriptionList"/>
    <dgm:cxn modelId="{C8C48481-2628-4C5E-AB0D-7125E8394126}" type="presParOf" srcId="{D9E2FD32-A013-4D22-8280-508C4956B4EA}" destId="{75935C97-3997-4ADF-BA01-9BEFFD2B190A}" srcOrd="2" destOrd="0" presId="urn:microsoft.com/office/officeart/2018/2/layout/IconLabelDescriptionList"/>
    <dgm:cxn modelId="{91022418-6EED-4219-A54D-721124B32207}" type="presParOf" srcId="{D9E2FD32-A013-4D22-8280-508C4956B4EA}" destId="{32FE8988-FD04-40BA-B7B4-2C61BF785814}" srcOrd="3" destOrd="0" presId="urn:microsoft.com/office/officeart/2018/2/layout/IconLabelDescriptionList"/>
    <dgm:cxn modelId="{8CB362A7-7809-40BC-8403-33530283FCFF}" type="presParOf" srcId="{D9E2FD32-A013-4D22-8280-508C4956B4EA}" destId="{D31F36D1-BCB0-45E5-9561-0CBCC307CC55}" srcOrd="4" destOrd="0" presId="urn:microsoft.com/office/officeart/2018/2/layout/IconLabelDescriptionList"/>
    <dgm:cxn modelId="{3AC3364F-398A-4E8F-9225-FD4E2CC28D8D}" type="presParOf" srcId="{082854D4-5F60-4927-95D0-1E541CBFCF68}" destId="{5F3AEFC4-4C58-4B9D-9011-1757AE54E14B}" srcOrd="1" destOrd="0" presId="urn:microsoft.com/office/officeart/2018/2/layout/IconLabelDescriptionList"/>
    <dgm:cxn modelId="{1F3AB532-D649-49DD-BF41-FCD6FDDA3A62}" type="presParOf" srcId="{082854D4-5F60-4927-95D0-1E541CBFCF68}" destId="{A5E09188-A7AE-4B33-B83D-3F54EC15D10B}" srcOrd="2" destOrd="0" presId="urn:microsoft.com/office/officeart/2018/2/layout/IconLabelDescriptionList"/>
    <dgm:cxn modelId="{CE3A04F9-89BB-4F18-8AAE-1AE07720518B}" type="presParOf" srcId="{A5E09188-A7AE-4B33-B83D-3F54EC15D10B}" destId="{A0141657-BCB7-4A22-9F2E-097792DA3F45}" srcOrd="0" destOrd="0" presId="urn:microsoft.com/office/officeart/2018/2/layout/IconLabelDescriptionList"/>
    <dgm:cxn modelId="{5FBAEFBE-1F31-4E30-9C10-F62FA6139529}" type="presParOf" srcId="{A5E09188-A7AE-4B33-B83D-3F54EC15D10B}" destId="{E5D04492-DFD9-47EC-931E-7F34CDBB93B0}" srcOrd="1" destOrd="0" presId="urn:microsoft.com/office/officeart/2018/2/layout/IconLabelDescriptionList"/>
    <dgm:cxn modelId="{4D440480-6BCB-4918-8135-C41EF05DD3A6}" type="presParOf" srcId="{A5E09188-A7AE-4B33-B83D-3F54EC15D10B}" destId="{976C6B92-A8E9-4D12-AD08-712E40D8DFFE}" srcOrd="2" destOrd="0" presId="urn:microsoft.com/office/officeart/2018/2/layout/IconLabelDescriptionList"/>
    <dgm:cxn modelId="{3CAA87C7-A294-40A0-8223-17B2CC04CAEA}" type="presParOf" srcId="{A5E09188-A7AE-4B33-B83D-3F54EC15D10B}" destId="{B25B435D-43F9-4132-B356-58AE40C68FA8}" srcOrd="3" destOrd="0" presId="urn:microsoft.com/office/officeart/2018/2/layout/IconLabelDescriptionList"/>
    <dgm:cxn modelId="{8D4C0222-FCE8-47D7-A466-0BBEEE5071D4}" type="presParOf" srcId="{A5E09188-A7AE-4B33-B83D-3F54EC15D10B}" destId="{EF12886E-7AD4-4DFB-93D8-7416A0C7864F}" srcOrd="4" destOrd="0" presId="urn:microsoft.com/office/officeart/2018/2/layout/IconLabelDescriptionList"/>
    <dgm:cxn modelId="{C9849645-500D-4E24-8FDF-6B681661F153}" type="presParOf" srcId="{082854D4-5F60-4927-95D0-1E541CBFCF68}" destId="{DE4050F7-34CA-4839-A8A7-6BC1BC3B1687}" srcOrd="3" destOrd="0" presId="urn:microsoft.com/office/officeart/2018/2/layout/IconLabelDescriptionList"/>
    <dgm:cxn modelId="{956FCD8A-FA04-41E8-BFC5-A96A9A52A815}" type="presParOf" srcId="{082854D4-5F60-4927-95D0-1E541CBFCF68}" destId="{0B10FAF1-1C4A-440E-9328-E5C71DC6C295}" srcOrd="4" destOrd="0" presId="urn:microsoft.com/office/officeart/2018/2/layout/IconLabelDescriptionList"/>
    <dgm:cxn modelId="{1D64DA93-72A7-431E-AD14-F07641ACDFE7}" type="presParOf" srcId="{0B10FAF1-1C4A-440E-9328-E5C71DC6C295}" destId="{021254B2-09F4-4D7E-B18A-815CC5EF67EB}" srcOrd="0" destOrd="0" presId="urn:microsoft.com/office/officeart/2018/2/layout/IconLabelDescriptionList"/>
    <dgm:cxn modelId="{8AFDE912-51A4-4867-984C-1121E2387127}" type="presParOf" srcId="{0B10FAF1-1C4A-440E-9328-E5C71DC6C295}" destId="{7A9F0C7D-9A48-4F4B-9F03-F3BCACB30277}" srcOrd="1" destOrd="0" presId="urn:microsoft.com/office/officeart/2018/2/layout/IconLabelDescriptionList"/>
    <dgm:cxn modelId="{59E3E661-E745-4339-8070-D49BC6139E1C}" type="presParOf" srcId="{0B10FAF1-1C4A-440E-9328-E5C71DC6C295}" destId="{76360EA2-2E5D-4F21-8B6A-F1B2C89D9B71}" srcOrd="2" destOrd="0" presId="urn:microsoft.com/office/officeart/2018/2/layout/IconLabelDescriptionList"/>
    <dgm:cxn modelId="{F427BA30-650E-4C37-9EDC-3C70F6A40818}" type="presParOf" srcId="{0B10FAF1-1C4A-440E-9328-E5C71DC6C295}" destId="{884DEAEC-DFBD-462F-9FAE-F7CDAF81DD3B}" srcOrd="3" destOrd="0" presId="urn:microsoft.com/office/officeart/2018/2/layout/IconLabelDescriptionList"/>
    <dgm:cxn modelId="{2C441B6B-2FC9-4C17-BD6D-79C0B03A6296}" type="presParOf" srcId="{0B10FAF1-1C4A-440E-9328-E5C71DC6C295}" destId="{0ED9FD4A-C2E3-4375-9763-C1D6FB3740FE}" srcOrd="4" destOrd="0" presId="urn:microsoft.com/office/officeart/2018/2/layout/IconLabelDescriptionList"/>
    <dgm:cxn modelId="{3A7F9A1D-41E8-4880-8B3F-D81CAFD392B0}" type="presParOf" srcId="{082854D4-5F60-4927-95D0-1E541CBFCF68}" destId="{3BEE37C7-56CA-490F-847B-C99293CA05A1}" srcOrd="5" destOrd="0" presId="urn:microsoft.com/office/officeart/2018/2/layout/IconLabelDescriptionList"/>
    <dgm:cxn modelId="{526E6E7F-E517-4487-B87D-57696643AC36}" type="presParOf" srcId="{082854D4-5F60-4927-95D0-1E541CBFCF68}" destId="{BA3E80FD-8540-468A-AD44-1DA17514937F}" srcOrd="6" destOrd="0" presId="urn:microsoft.com/office/officeart/2018/2/layout/IconLabelDescriptionList"/>
    <dgm:cxn modelId="{71C76C23-345A-43EE-A04D-91F65A42FF70}" type="presParOf" srcId="{BA3E80FD-8540-468A-AD44-1DA17514937F}" destId="{FA5562CD-0BD4-4578-BDE7-172681968DE6}" srcOrd="0" destOrd="0" presId="urn:microsoft.com/office/officeart/2018/2/layout/IconLabelDescriptionList"/>
    <dgm:cxn modelId="{B7F40DA3-A861-40C4-A73D-8E5E818F3D68}" type="presParOf" srcId="{BA3E80FD-8540-468A-AD44-1DA17514937F}" destId="{70F40814-AFE4-428F-B146-6810E113D82D}" srcOrd="1" destOrd="0" presId="urn:microsoft.com/office/officeart/2018/2/layout/IconLabelDescriptionList"/>
    <dgm:cxn modelId="{D41131EB-57D9-49EC-AE44-F27EAB771119}" type="presParOf" srcId="{BA3E80FD-8540-468A-AD44-1DA17514937F}" destId="{6FDFD805-1F71-4B3B-94B8-5DC4F6F244CE}" srcOrd="2" destOrd="0" presId="urn:microsoft.com/office/officeart/2018/2/layout/IconLabelDescriptionList"/>
    <dgm:cxn modelId="{97C79A0D-B5A6-42ED-9B4B-0AE3706B1151}" type="presParOf" srcId="{BA3E80FD-8540-468A-AD44-1DA17514937F}" destId="{0CA583D4-EF2B-44D4-B593-4B142E995942}" srcOrd="3" destOrd="0" presId="urn:microsoft.com/office/officeart/2018/2/layout/IconLabelDescriptionList"/>
    <dgm:cxn modelId="{9CC8DD4A-9CDC-4D7A-868C-3B27DE321C16}" type="presParOf" srcId="{BA3E80FD-8540-468A-AD44-1DA17514937F}" destId="{F4B20147-3B4E-4B44-9D09-D5EAAE442FC3}"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D9B366-CDD1-4C3A-B4AB-C09E03AF91AC}"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AC99522-3C98-4CE2-B34D-0DCC3D3FF350}">
      <dgm:prSet/>
      <dgm:spPr/>
      <dgm:t>
        <a:bodyPr/>
        <a:lstStyle/>
        <a:p>
          <a:pPr>
            <a:defRPr b="1"/>
          </a:pPr>
          <a:r>
            <a:rPr lang="en-US" b="1"/>
            <a:t>Project Planning</a:t>
          </a:r>
          <a:endParaRPr lang="en-US"/>
        </a:p>
      </dgm:t>
    </dgm:pt>
    <dgm:pt modelId="{084CBA79-2691-4F97-A83E-4E6F32FC28BD}" type="parTrans" cxnId="{25EAB7AD-5A88-465A-A445-BF452B026357}">
      <dgm:prSet/>
      <dgm:spPr/>
      <dgm:t>
        <a:bodyPr/>
        <a:lstStyle/>
        <a:p>
          <a:endParaRPr lang="en-US"/>
        </a:p>
      </dgm:t>
    </dgm:pt>
    <dgm:pt modelId="{FFEB1ADE-7AEB-44AC-80E0-32A968A06D87}" type="sibTrans" cxnId="{25EAB7AD-5A88-465A-A445-BF452B026357}">
      <dgm:prSet/>
      <dgm:spPr/>
      <dgm:t>
        <a:bodyPr/>
        <a:lstStyle/>
        <a:p>
          <a:endParaRPr lang="en-US"/>
        </a:p>
      </dgm:t>
    </dgm:pt>
    <dgm:pt modelId="{D74023BF-D70E-4521-9E96-8F4924BCFA65}">
      <dgm:prSet/>
      <dgm:spPr/>
      <dgm:t>
        <a:bodyPr/>
        <a:lstStyle/>
        <a:p>
          <a:r>
            <a:rPr lang="en-US"/>
            <a:t>Define project scope, objectives, and deliverables.</a:t>
          </a:r>
        </a:p>
      </dgm:t>
    </dgm:pt>
    <dgm:pt modelId="{CA53CF12-184E-43CC-9F82-E03526068AAA}" type="parTrans" cxnId="{EE1E6DED-25EF-4F71-A964-BAC48DBF3275}">
      <dgm:prSet/>
      <dgm:spPr/>
      <dgm:t>
        <a:bodyPr/>
        <a:lstStyle/>
        <a:p>
          <a:endParaRPr lang="en-US"/>
        </a:p>
      </dgm:t>
    </dgm:pt>
    <dgm:pt modelId="{17AAD7C0-5B89-42D9-B9C9-E5294ED10B37}" type="sibTrans" cxnId="{EE1E6DED-25EF-4F71-A964-BAC48DBF3275}">
      <dgm:prSet/>
      <dgm:spPr/>
      <dgm:t>
        <a:bodyPr/>
        <a:lstStyle/>
        <a:p>
          <a:endParaRPr lang="en-US"/>
        </a:p>
      </dgm:t>
    </dgm:pt>
    <dgm:pt modelId="{6D3989EC-4608-4959-A545-787F82D36BE1}">
      <dgm:prSet/>
      <dgm:spPr/>
      <dgm:t>
        <a:bodyPr/>
        <a:lstStyle/>
        <a:p>
          <a:r>
            <a:rPr lang="en-US"/>
            <a:t>Create detailed schedules and allocate resources.</a:t>
          </a:r>
        </a:p>
      </dgm:t>
    </dgm:pt>
    <dgm:pt modelId="{7E1543C8-079D-4871-A97F-3C0CEF50AB71}" type="parTrans" cxnId="{E4C0917F-EE14-450D-B6FE-0EA4078695A8}">
      <dgm:prSet/>
      <dgm:spPr/>
      <dgm:t>
        <a:bodyPr/>
        <a:lstStyle/>
        <a:p>
          <a:endParaRPr lang="en-US"/>
        </a:p>
      </dgm:t>
    </dgm:pt>
    <dgm:pt modelId="{CE486698-AA0B-4158-98A1-E8612984B2D2}" type="sibTrans" cxnId="{E4C0917F-EE14-450D-B6FE-0EA4078695A8}">
      <dgm:prSet/>
      <dgm:spPr/>
      <dgm:t>
        <a:bodyPr/>
        <a:lstStyle/>
        <a:p>
          <a:endParaRPr lang="en-US"/>
        </a:p>
      </dgm:t>
    </dgm:pt>
    <dgm:pt modelId="{F00B7ED8-0F1F-4134-ADD9-4192D29D4887}">
      <dgm:prSet/>
      <dgm:spPr/>
      <dgm:t>
        <a:bodyPr/>
        <a:lstStyle/>
        <a:p>
          <a:r>
            <a:rPr lang="en-US" b="1"/>
            <a:t>Example</a:t>
          </a:r>
          <a:r>
            <a:rPr lang="en-US"/>
            <a:t>: Planning the development of a mobile app with milestones for design, coding, testing, and launch.</a:t>
          </a:r>
        </a:p>
      </dgm:t>
    </dgm:pt>
    <dgm:pt modelId="{10D45BBA-F1E3-4BFB-B89E-16B87FF1FE03}" type="parTrans" cxnId="{CDE3D0E3-37C3-489B-B117-8E85EB97E629}">
      <dgm:prSet/>
      <dgm:spPr/>
      <dgm:t>
        <a:bodyPr/>
        <a:lstStyle/>
        <a:p>
          <a:endParaRPr lang="en-US"/>
        </a:p>
      </dgm:t>
    </dgm:pt>
    <dgm:pt modelId="{DB3803CD-186D-47E6-B7E8-602108B62246}" type="sibTrans" cxnId="{CDE3D0E3-37C3-489B-B117-8E85EB97E629}">
      <dgm:prSet/>
      <dgm:spPr/>
      <dgm:t>
        <a:bodyPr/>
        <a:lstStyle/>
        <a:p>
          <a:endParaRPr lang="en-US"/>
        </a:p>
      </dgm:t>
    </dgm:pt>
    <dgm:pt modelId="{CDC3C12C-3172-4B4A-A7C3-953A216FD3DE}">
      <dgm:prSet/>
      <dgm:spPr/>
      <dgm:t>
        <a:bodyPr/>
        <a:lstStyle/>
        <a:p>
          <a:pPr>
            <a:defRPr b="1"/>
          </a:pPr>
          <a:r>
            <a:rPr lang="en-US" b="1"/>
            <a:t>Team Coordination</a:t>
          </a:r>
          <a:endParaRPr lang="en-US"/>
        </a:p>
      </dgm:t>
    </dgm:pt>
    <dgm:pt modelId="{BC45A9C3-0E58-445C-B9E3-1C3E4391B04D}" type="parTrans" cxnId="{52B806E7-D8F8-4550-9B97-143871B498A0}">
      <dgm:prSet/>
      <dgm:spPr/>
      <dgm:t>
        <a:bodyPr/>
        <a:lstStyle/>
        <a:p>
          <a:endParaRPr lang="en-US"/>
        </a:p>
      </dgm:t>
    </dgm:pt>
    <dgm:pt modelId="{4378D609-40EE-49C7-B911-7173B4410A0A}" type="sibTrans" cxnId="{52B806E7-D8F8-4550-9B97-143871B498A0}">
      <dgm:prSet/>
      <dgm:spPr/>
      <dgm:t>
        <a:bodyPr/>
        <a:lstStyle/>
        <a:p>
          <a:endParaRPr lang="en-US"/>
        </a:p>
      </dgm:t>
    </dgm:pt>
    <dgm:pt modelId="{76D8CCFB-DE8D-4FB5-97D7-49D448799638}">
      <dgm:prSet/>
      <dgm:spPr/>
      <dgm:t>
        <a:bodyPr/>
        <a:lstStyle/>
        <a:p>
          <a:r>
            <a:rPr lang="en-US"/>
            <a:t>Assemble and manage a team of developers, designers, testers, and analysts.</a:t>
          </a:r>
        </a:p>
      </dgm:t>
    </dgm:pt>
    <dgm:pt modelId="{507F2E37-FE73-48C8-AEA0-CBDF7AC42362}" type="parTrans" cxnId="{40340273-9A0E-4B18-8452-502B7E2B6629}">
      <dgm:prSet/>
      <dgm:spPr/>
      <dgm:t>
        <a:bodyPr/>
        <a:lstStyle/>
        <a:p>
          <a:endParaRPr lang="en-US"/>
        </a:p>
      </dgm:t>
    </dgm:pt>
    <dgm:pt modelId="{63A0A46C-D311-4A74-970A-1CDC08E8FC4F}" type="sibTrans" cxnId="{40340273-9A0E-4B18-8452-502B7E2B6629}">
      <dgm:prSet/>
      <dgm:spPr/>
      <dgm:t>
        <a:bodyPr/>
        <a:lstStyle/>
        <a:p>
          <a:endParaRPr lang="en-US"/>
        </a:p>
      </dgm:t>
    </dgm:pt>
    <dgm:pt modelId="{4E1CC8D7-0A6C-4ACD-9DDA-A06B3E4E3147}">
      <dgm:prSet/>
      <dgm:spPr/>
      <dgm:t>
        <a:bodyPr/>
        <a:lstStyle/>
        <a:p>
          <a:r>
            <a:rPr lang="en-US"/>
            <a:t>Assign tasks and ensure collaboration.</a:t>
          </a:r>
        </a:p>
      </dgm:t>
    </dgm:pt>
    <dgm:pt modelId="{AAA5719C-CF91-422A-8FE6-718ECEE96714}" type="parTrans" cxnId="{CD2C0F06-3DFF-40D7-94DB-E0818172D9C8}">
      <dgm:prSet/>
      <dgm:spPr/>
      <dgm:t>
        <a:bodyPr/>
        <a:lstStyle/>
        <a:p>
          <a:endParaRPr lang="en-US"/>
        </a:p>
      </dgm:t>
    </dgm:pt>
    <dgm:pt modelId="{774D3324-6C61-48A4-A9B4-2502DCBCBA9A}" type="sibTrans" cxnId="{CD2C0F06-3DFF-40D7-94DB-E0818172D9C8}">
      <dgm:prSet/>
      <dgm:spPr/>
      <dgm:t>
        <a:bodyPr/>
        <a:lstStyle/>
        <a:p>
          <a:endParaRPr lang="en-US"/>
        </a:p>
      </dgm:t>
    </dgm:pt>
    <dgm:pt modelId="{F44EEF16-BDF7-4F0F-9379-DDAA418CF6E4}">
      <dgm:prSet/>
      <dgm:spPr/>
      <dgm:t>
        <a:bodyPr/>
        <a:lstStyle/>
        <a:p>
          <a:r>
            <a:rPr lang="en-US" b="1"/>
            <a:t>Example</a:t>
          </a:r>
          <a:r>
            <a:rPr lang="en-US"/>
            <a:t>: Coordinating between frontend and backend developers to ensure smooth integration.</a:t>
          </a:r>
        </a:p>
      </dgm:t>
    </dgm:pt>
    <dgm:pt modelId="{F58E677A-EB12-451C-8294-F513B9350A01}" type="parTrans" cxnId="{2244370C-8E28-4DF6-9745-1BA980FEF606}">
      <dgm:prSet/>
      <dgm:spPr/>
      <dgm:t>
        <a:bodyPr/>
        <a:lstStyle/>
        <a:p>
          <a:endParaRPr lang="en-US"/>
        </a:p>
      </dgm:t>
    </dgm:pt>
    <dgm:pt modelId="{DF43A072-628A-4602-B8E4-EA20BDDF7097}" type="sibTrans" cxnId="{2244370C-8E28-4DF6-9745-1BA980FEF606}">
      <dgm:prSet/>
      <dgm:spPr/>
      <dgm:t>
        <a:bodyPr/>
        <a:lstStyle/>
        <a:p>
          <a:endParaRPr lang="en-US"/>
        </a:p>
      </dgm:t>
    </dgm:pt>
    <dgm:pt modelId="{29644C0C-BF92-4D7B-A2F6-FBFBE1772ED0}">
      <dgm:prSet/>
      <dgm:spPr/>
      <dgm:t>
        <a:bodyPr/>
        <a:lstStyle/>
        <a:p>
          <a:pPr>
            <a:defRPr b="1"/>
          </a:pPr>
          <a:r>
            <a:rPr lang="en-US" b="1"/>
            <a:t>Budget and Time Management</a:t>
          </a:r>
          <a:endParaRPr lang="en-US"/>
        </a:p>
      </dgm:t>
    </dgm:pt>
    <dgm:pt modelId="{9FF354B4-741A-4D33-91DA-A1461EBBB951}" type="parTrans" cxnId="{EB48ED68-241B-441D-B96A-188BD52401B6}">
      <dgm:prSet/>
      <dgm:spPr/>
      <dgm:t>
        <a:bodyPr/>
        <a:lstStyle/>
        <a:p>
          <a:endParaRPr lang="en-US"/>
        </a:p>
      </dgm:t>
    </dgm:pt>
    <dgm:pt modelId="{73DBDC26-5953-49FD-A08B-976E8EA78066}" type="sibTrans" cxnId="{EB48ED68-241B-441D-B96A-188BD52401B6}">
      <dgm:prSet/>
      <dgm:spPr/>
      <dgm:t>
        <a:bodyPr/>
        <a:lstStyle/>
        <a:p>
          <a:endParaRPr lang="en-US"/>
        </a:p>
      </dgm:t>
    </dgm:pt>
    <dgm:pt modelId="{F59313CD-33B4-48BC-AE30-E235E8EA0433}">
      <dgm:prSet/>
      <dgm:spPr/>
      <dgm:t>
        <a:bodyPr/>
        <a:lstStyle/>
        <a:p>
          <a:r>
            <a:rPr lang="en-US"/>
            <a:t>Monitor project expenses and ensure the project stays within budget.</a:t>
          </a:r>
        </a:p>
      </dgm:t>
    </dgm:pt>
    <dgm:pt modelId="{6CB19131-D471-4515-AF62-6A5334E11E7C}" type="parTrans" cxnId="{758A8E13-9521-46E2-97D9-C780C257FD0C}">
      <dgm:prSet/>
      <dgm:spPr/>
      <dgm:t>
        <a:bodyPr/>
        <a:lstStyle/>
        <a:p>
          <a:endParaRPr lang="en-US"/>
        </a:p>
      </dgm:t>
    </dgm:pt>
    <dgm:pt modelId="{B6643E56-5D4F-413A-9EBB-B728CBB29B38}" type="sibTrans" cxnId="{758A8E13-9521-46E2-97D9-C780C257FD0C}">
      <dgm:prSet/>
      <dgm:spPr/>
      <dgm:t>
        <a:bodyPr/>
        <a:lstStyle/>
        <a:p>
          <a:endParaRPr lang="en-US"/>
        </a:p>
      </dgm:t>
    </dgm:pt>
    <dgm:pt modelId="{88D41F77-1BE9-4B55-A026-72D0DFE6D56E}">
      <dgm:prSet/>
      <dgm:spPr/>
      <dgm:t>
        <a:bodyPr/>
        <a:lstStyle/>
        <a:p>
          <a:r>
            <a:rPr lang="en-US"/>
            <a:t>Track progress to meet deadlines.</a:t>
          </a:r>
        </a:p>
      </dgm:t>
    </dgm:pt>
    <dgm:pt modelId="{DB704FCC-858F-4C65-8B8E-056E4D764479}" type="parTrans" cxnId="{6C032D12-A18E-4CB6-BF33-C208C2928C78}">
      <dgm:prSet/>
      <dgm:spPr/>
      <dgm:t>
        <a:bodyPr/>
        <a:lstStyle/>
        <a:p>
          <a:endParaRPr lang="en-US"/>
        </a:p>
      </dgm:t>
    </dgm:pt>
    <dgm:pt modelId="{E27E65EF-6BBD-4B5C-8948-CBC040FF0BB3}" type="sibTrans" cxnId="{6C032D12-A18E-4CB6-BF33-C208C2928C78}">
      <dgm:prSet/>
      <dgm:spPr/>
      <dgm:t>
        <a:bodyPr/>
        <a:lstStyle/>
        <a:p>
          <a:endParaRPr lang="en-US"/>
        </a:p>
      </dgm:t>
    </dgm:pt>
    <dgm:pt modelId="{D61FAC84-9191-40D8-A4F0-2343ACDAE45A}">
      <dgm:prSet/>
      <dgm:spPr/>
      <dgm:t>
        <a:bodyPr/>
        <a:lstStyle/>
        <a:p>
          <a:r>
            <a:rPr lang="en-US" b="1"/>
            <a:t>Example</a:t>
          </a:r>
          <a:r>
            <a:rPr lang="en-US"/>
            <a:t>: Using tools like Microsoft Project or Jira to manage timelines and costs.</a:t>
          </a:r>
        </a:p>
      </dgm:t>
    </dgm:pt>
    <dgm:pt modelId="{148F23CC-AEFD-423F-A8C4-A41DB4C4565E}" type="parTrans" cxnId="{3882A1FE-6A06-4F23-9DC9-4918A77598A7}">
      <dgm:prSet/>
      <dgm:spPr/>
      <dgm:t>
        <a:bodyPr/>
        <a:lstStyle/>
        <a:p>
          <a:endParaRPr lang="en-US"/>
        </a:p>
      </dgm:t>
    </dgm:pt>
    <dgm:pt modelId="{1FFFB516-A10F-4490-BFAE-6ADC2D940D56}" type="sibTrans" cxnId="{3882A1FE-6A06-4F23-9DC9-4918A77598A7}">
      <dgm:prSet/>
      <dgm:spPr/>
      <dgm:t>
        <a:bodyPr/>
        <a:lstStyle/>
        <a:p>
          <a:endParaRPr lang="en-US"/>
        </a:p>
      </dgm:t>
    </dgm:pt>
    <dgm:pt modelId="{0B8F4796-EADC-46AD-B97B-E444EE0A2F1A}" type="pres">
      <dgm:prSet presAssocID="{4FD9B366-CDD1-4C3A-B4AB-C09E03AF91AC}" presName="root" presStyleCnt="0">
        <dgm:presLayoutVars>
          <dgm:dir/>
          <dgm:resizeHandles val="exact"/>
        </dgm:presLayoutVars>
      </dgm:prSet>
      <dgm:spPr/>
    </dgm:pt>
    <dgm:pt modelId="{167D8302-BEAE-4FDC-9694-C72F5E226311}" type="pres">
      <dgm:prSet presAssocID="{9AC99522-3C98-4CE2-B34D-0DCC3D3FF350}" presName="compNode" presStyleCnt="0"/>
      <dgm:spPr/>
    </dgm:pt>
    <dgm:pt modelId="{8873607B-2C19-46D1-A150-6C4DB46FFEE6}" type="pres">
      <dgm:prSet presAssocID="{9AC99522-3C98-4CE2-B34D-0DCC3D3FF35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CD397DD5-8E65-420A-BCAE-632FBE91FA47}" type="pres">
      <dgm:prSet presAssocID="{9AC99522-3C98-4CE2-B34D-0DCC3D3FF350}" presName="iconSpace" presStyleCnt="0"/>
      <dgm:spPr/>
    </dgm:pt>
    <dgm:pt modelId="{416D2031-BB74-43AF-A9A7-96334334D8F7}" type="pres">
      <dgm:prSet presAssocID="{9AC99522-3C98-4CE2-B34D-0DCC3D3FF350}" presName="parTx" presStyleLbl="revTx" presStyleIdx="0" presStyleCnt="6">
        <dgm:presLayoutVars>
          <dgm:chMax val="0"/>
          <dgm:chPref val="0"/>
        </dgm:presLayoutVars>
      </dgm:prSet>
      <dgm:spPr/>
    </dgm:pt>
    <dgm:pt modelId="{6B101F51-2AA8-4354-8ED9-81DFDA903ADD}" type="pres">
      <dgm:prSet presAssocID="{9AC99522-3C98-4CE2-B34D-0DCC3D3FF350}" presName="txSpace" presStyleCnt="0"/>
      <dgm:spPr/>
    </dgm:pt>
    <dgm:pt modelId="{127C30E7-5539-4F1E-AE16-F630ED151554}" type="pres">
      <dgm:prSet presAssocID="{9AC99522-3C98-4CE2-B34D-0DCC3D3FF350}" presName="desTx" presStyleLbl="revTx" presStyleIdx="1" presStyleCnt="6">
        <dgm:presLayoutVars/>
      </dgm:prSet>
      <dgm:spPr/>
    </dgm:pt>
    <dgm:pt modelId="{5CAD63C3-022A-4ADD-9B87-53D5EA5732E5}" type="pres">
      <dgm:prSet presAssocID="{FFEB1ADE-7AEB-44AC-80E0-32A968A06D87}" presName="sibTrans" presStyleCnt="0"/>
      <dgm:spPr/>
    </dgm:pt>
    <dgm:pt modelId="{9F3C3007-0BB0-468A-9CF6-EAA7629AC17E}" type="pres">
      <dgm:prSet presAssocID="{CDC3C12C-3172-4B4A-A7C3-953A216FD3DE}" presName="compNode" presStyleCnt="0"/>
      <dgm:spPr/>
    </dgm:pt>
    <dgm:pt modelId="{16C6E39E-8137-43AB-8D82-4043E3829489}" type="pres">
      <dgm:prSet presAssocID="{CDC3C12C-3172-4B4A-A7C3-953A216FD3D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91F9517D-0808-473E-AF20-F7CC45DDB49D}" type="pres">
      <dgm:prSet presAssocID="{CDC3C12C-3172-4B4A-A7C3-953A216FD3DE}" presName="iconSpace" presStyleCnt="0"/>
      <dgm:spPr/>
    </dgm:pt>
    <dgm:pt modelId="{8E367E85-DC55-4C40-BBD8-A4B7EEF1B11D}" type="pres">
      <dgm:prSet presAssocID="{CDC3C12C-3172-4B4A-A7C3-953A216FD3DE}" presName="parTx" presStyleLbl="revTx" presStyleIdx="2" presStyleCnt="6">
        <dgm:presLayoutVars>
          <dgm:chMax val="0"/>
          <dgm:chPref val="0"/>
        </dgm:presLayoutVars>
      </dgm:prSet>
      <dgm:spPr/>
    </dgm:pt>
    <dgm:pt modelId="{ABA6455C-81BB-4CA4-AAC8-AFE35B28F41F}" type="pres">
      <dgm:prSet presAssocID="{CDC3C12C-3172-4B4A-A7C3-953A216FD3DE}" presName="txSpace" presStyleCnt="0"/>
      <dgm:spPr/>
    </dgm:pt>
    <dgm:pt modelId="{DF292F29-CF6D-4CE4-B0CB-618ECA41ED26}" type="pres">
      <dgm:prSet presAssocID="{CDC3C12C-3172-4B4A-A7C3-953A216FD3DE}" presName="desTx" presStyleLbl="revTx" presStyleIdx="3" presStyleCnt="6">
        <dgm:presLayoutVars/>
      </dgm:prSet>
      <dgm:spPr/>
    </dgm:pt>
    <dgm:pt modelId="{DF0A93F6-9673-41FE-ACFB-C4307E7A5420}" type="pres">
      <dgm:prSet presAssocID="{4378D609-40EE-49C7-B911-7173B4410A0A}" presName="sibTrans" presStyleCnt="0"/>
      <dgm:spPr/>
    </dgm:pt>
    <dgm:pt modelId="{774F874B-588C-4DC5-A0CF-367337104715}" type="pres">
      <dgm:prSet presAssocID="{29644C0C-BF92-4D7B-A2F6-FBFBE1772ED0}" presName="compNode" presStyleCnt="0"/>
      <dgm:spPr/>
    </dgm:pt>
    <dgm:pt modelId="{632ABB49-7B3B-4358-988B-C5AA686D85BB}" type="pres">
      <dgm:prSet presAssocID="{29644C0C-BF92-4D7B-A2F6-FBFBE1772ED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B2DD224D-A6F5-4612-8F2C-677BD9B36875}" type="pres">
      <dgm:prSet presAssocID="{29644C0C-BF92-4D7B-A2F6-FBFBE1772ED0}" presName="iconSpace" presStyleCnt="0"/>
      <dgm:spPr/>
    </dgm:pt>
    <dgm:pt modelId="{A619F7C4-82B8-489A-AD41-4CA993F2879E}" type="pres">
      <dgm:prSet presAssocID="{29644C0C-BF92-4D7B-A2F6-FBFBE1772ED0}" presName="parTx" presStyleLbl="revTx" presStyleIdx="4" presStyleCnt="6">
        <dgm:presLayoutVars>
          <dgm:chMax val="0"/>
          <dgm:chPref val="0"/>
        </dgm:presLayoutVars>
      </dgm:prSet>
      <dgm:spPr/>
    </dgm:pt>
    <dgm:pt modelId="{E94FEF23-A2C8-489C-8312-51C89FCCCED8}" type="pres">
      <dgm:prSet presAssocID="{29644C0C-BF92-4D7B-A2F6-FBFBE1772ED0}" presName="txSpace" presStyleCnt="0"/>
      <dgm:spPr/>
    </dgm:pt>
    <dgm:pt modelId="{68D632F0-BE50-4334-8559-A93009B024E5}" type="pres">
      <dgm:prSet presAssocID="{29644C0C-BF92-4D7B-A2F6-FBFBE1772ED0}" presName="desTx" presStyleLbl="revTx" presStyleIdx="5" presStyleCnt="6">
        <dgm:presLayoutVars/>
      </dgm:prSet>
      <dgm:spPr/>
    </dgm:pt>
  </dgm:ptLst>
  <dgm:cxnLst>
    <dgm:cxn modelId="{CD2C0F06-3DFF-40D7-94DB-E0818172D9C8}" srcId="{CDC3C12C-3172-4B4A-A7C3-953A216FD3DE}" destId="{4E1CC8D7-0A6C-4ACD-9DDA-A06B3E4E3147}" srcOrd="1" destOrd="0" parTransId="{AAA5719C-CF91-422A-8FE6-718ECEE96714}" sibTransId="{774D3324-6C61-48A4-A9B4-2502DCBCBA9A}"/>
    <dgm:cxn modelId="{21D0CE06-3A65-4064-AF25-40D8A2B5BB71}" type="presOf" srcId="{29644C0C-BF92-4D7B-A2F6-FBFBE1772ED0}" destId="{A619F7C4-82B8-489A-AD41-4CA993F2879E}" srcOrd="0" destOrd="0" presId="urn:microsoft.com/office/officeart/2018/5/layout/CenteredIconLabelDescriptionList"/>
    <dgm:cxn modelId="{90D3A209-669A-4A08-A49B-3958CA6B5A91}" type="presOf" srcId="{F59313CD-33B4-48BC-AE30-E235E8EA0433}" destId="{68D632F0-BE50-4334-8559-A93009B024E5}" srcOrd="0" destOrd="0" presId="urn:microsoft.com/office/officeart/2018/5/layout/CenteredIconLabelDescriptionList"/>
    <dgm:cxn modelId="{2244370C-8E28-4DF6-9745-1BA980FEF606}" srcId="{CDC3C12C-3172-4B4A-A7C3-953A216FD3DE}" destId="{F44EEF16-BDF7-4F0F-9379-DDAA418CF6E4}" srcOrd="2" destOrd="0" parTransId="{F58E677A-EB12-451C-8294-F513B9350A01}" sibTransId="{DF43A072-628A-4602-B8E4-EA20BDDF7097}"/>
    <dgm:cxn modelId="{6C032D12-A18E-4CB6-BF33-C208C2928C78}" srcId="{29644C0C-BF92-4D7B-A2F6-FBFBE1772ED0}" destId="{88D41F77-1BE9-4B55-A026-72D0DFE6D56E}" srcOrd="1" destOrd="0" parTransId="{DB704FCC-858F-4C65-8B8E-056E4D764479}" sibTransId="{E27E65EF-6BBD-4B5C-8948-CBC040FF0BB3}"/>
    <dgm:cxn modelId="{758A8E13-9521-46E2-97D9-C780C257FD0C}" srcId="{29644C0C-BF92-4D7B-A2F6-FBFBE1772ED0}" destId="{F59313CD-33B4-48BC-AE30-E235E8EA0433}" srcOrd="0" destOrd="0" parTransId="{6CB19131-D471-4515-AF62-6A5334E11E7C}" sibTransId="{B6643E56-5D4F-413A-9EBB-B728CBB29B38}"/>
    <dgm:cxn modelId="{1826F520-42A0-423C-AF8F-498FDAA48F0B}" type="presOf" srcId="{4E1CC8D7-0A6C-4ACD-9DDA-A06B3E4E3147}" destId="{DF292F29-CF6D-4CE4-B0CB-618ECA41ED26}" srcOrd="0" destOrd="1" presId="urn:microsoft.com/office/officeart/2018/5/layout/CenteredIconLabelDescriptionList"/>
    <dgm:cxn modelId="{024ECB34-B933-467B-BE96-D38BFC2F7D13}" type="presOf" srcId="{76D8CCFB-DE8D-4FB5-97D7-49D448799638}" destId="{DF292F29-CF6D-4CE4-B0CB-618ECA41ED26}" srcOrd="0" destOrd="0" presId="urn:microsoft.com/office/officeart/2018/5/layout/CenteredIconLabelDescriptionList"/>
    <dgm:cxn modelId="{C3DA2439-8FE5-424D-B0A4-142DEE71424D}" type="presOf" srcId="{4FD9B366-CDD1-4C3A-B4AB-C09E03AF91AC}" destId="{0B8F4796-EADC-46AD-B97B-E444EE0A2F1A}" srcOrd="0" destOrd="0" presId="urn:microsoft.com/office/officeart/2018/5/layout/CenteredIconLabelDescriptionList"/>
    <dgm:cxn modelId="{8F7B083A-762B-490D-B871-21B7B816798A}" type="presOf" srcId="{9AC99522-3C98-4CE2-B34D-0DCC3D3FF350}" destId="{416D2031-BB74-43AF-A9A7-96334334D8F7}" srcOrd="0" destOrd="0" presId="urn:microsoft.com/office/officeart/2018/5/layout/CenteredIconLabelDescriptionList"/>
    <dgm:cxn modelId="{5FB98E3A-0DCF-4FAE-A04B-A053D450C207}" type="presOf" srcId="{6D3989EC-4608-4959-A545-787F82D36BE1}" destId="{127C30E7-5539-4F1E-AE16-F630ED151554}" srcOrd="0" destOrd="1" presId="urn:microsoft.com/office/officeart/2018/5/layout/CenteredIconLabelDescriptionList"/>
    <dgm:cxn modelId="{8A0E765D-544F-49EB-992B-9C3399C6611C}" type="presOf" srcId="{88D41F77-1BE9-4B55-A026-72D0DFE6D56E}" destId="{68D632F0-BE50-4334-8559-A93009B024E5}" srcOrd="0" destOrd="1" presId="urn:microsoft.com/office/officeart/2018/5/layout/CenteredIconLabelDescriptionList"/>
    <dgm:cxn modelId="{1C908046-36F1-4182-9754-D5BE6A7B9913}" type="presOf" srcId="{F44EEF16-BDF7-4F0F-9379-DDAA418CF6E4}" destId="{DF292F29-CF6D-4CE4-B0CB-618ECA41ED26}" srcOrd="0" destOrd="2" presId="urn:microsoft.com/office/officeart/2018/5/layout/CenteredIconLabelDescriptionList"/>
    <dgm:cxn modelId="{EB48ED68-241B-441D-B96A-188BD52401B6}" srcId="{4FD9B366-CDD1-4C3A-B4AB-C09E03AF91AC}" destId="{29644C0C-BF92-4D7B-A2F6-FBFBE1772ED0}" srcOrd="2" destOrd="0" parTransId="{9FF354B4-741A-4D33-91DA-A1461EBBB951}" sibTransId="{73DBDC26-5953-49FD-A08B-976E8EA78066}"/>
    <dgm:cxn modelId="{40340273-9A0E-4B18-8452-502B7E2B6629}" srcId="{CDC3C12C-3172-4B4A-A7C3-953A216FD3DE}" destId="{76D8CCFB-DE8D-4FB5-97D7-49D448799638}" srcOrd="0" destOrd="0" parTransId="{507F2E37-FE73-48C8-AEA0-CBDF7AC42362}" sibTransId="{63A0A46C-D311-4A74-970A-1CDC08E8FC4F}"/>
    <dgm:cxn modelId="{E4C0917F-EE14-450D-B6FE-0EA4078695A8}" srcId="{9AC99522-3C98-4CE2-B34D-0DCC3D3FF350}" destId="{6D3989EC-4608-4959-A545-787F82D36BE1}" srcOrd="1" destOrd="0" parTransId="{7E1543C8-079D-4871-A97F-3C0CEF50AB71}" sibTransId="{CE486698-AA0B-4158-98A1-E8612984B2D2}"/>
    <dgm:cxn modelId="{E71E4E99-4CE6-44AD-9D95-050A47387A1C}" type="presOf" srcId="{F00B7ED8-0F1F-4134-ADD9-4192D29D4887}" destId="{127C30E7-5539-4F1E-AE16-F630ED151554}" srcOrd="0" destOrd="2" presId="urn:microsoft.com/office/officeart/2018/5/layout/CenteredIconLabelDescriptionList"/>
    <dgm:cxn modelId="{25EAB7AD-5A88-465A-A445-BF452B026357}" srcId="{4FD9B366-CDD1-4C3A-B4AB-C09E03AF91AC}" destId="{9AC99522-3C98-4CE2-B34D-0DCC3D3FF350}" srcOrd="0" destOrd="0" parTransId="{084CBA79-2691-4F97-A83E-4E6F32FC28BD}" sibTransId="{FFEB1ADE-7AEB-44AC-80E0-32A968A06D87}"/>
    <dgm:cxn modelId="{6E8A26B1-87E9-401D-BAC5-87F0D1DE8242}" type="presOf" srcId="{D61FAC84-9191-40D8-A4F0-2343ACDAE45A}" destId="{68D632F0-BE50-4334-8559-A93009B024E5}" srcOrd="0" destOrd="2" presId="urn:microsoft.com/office/officeart/2018/5/layout/CenteredIconLabelDescriptionList"/>
    <dgm:cxn modelId="{B03141BB-AAD4-403B-817A-DFD0FC6A51B0}" type="presOf" srcId="{CDC3C12C-3172-4B4A-A7C3-953A216FD3DE}" destId="{8E367E85-DC55-4C40-BBD8-A4B7EEF1B11D}" srcOrd="0" destOrd="0" presId="urn:microsoft.com/office/officeart/2018/5/layout/CenteredIconLabelDescriptionList"/>
    <dgm:cxn modelId="{09C682D1-E849-4D54-8AAD-CE4D1DBE3AF7}" type="presOf" srcId="{D74023BF-D70E-4521-9E96-8F4924BCFA65}" destId="{127C30E7-5539-4F1E-AE16-F630ED151554}" srcOrd="0" destOrd="0" presId="urn:microsoft.com/office/officeart/2018/5/layout/CenteredIconLabelDescriptionList"/>
    <dgm:cxn modelId="{CDE3D0E3-37C3-489B-B117-8E85EB97E629}" srcId="{9AC99522-3C98-4CE2-B34D-0DCC3D3FF350}" destId="{F00B7ED8-0F1F-4134-ADD9-4192D29D4887}" srcOrd="2" destOrd="0" parTransId="{10D45BBA-F1E3-4BFB-B89E-16B87FF1FE03}" sibTransId="{DB3803CD-186D-47E6-B7E8-602108B62246}"/>
    <dgm:cxn modelId="{52B806E7-D8F8-4550-9B97-143871B498A0}" srcId="{4FD9B366-CDD1-4C3A-B4AB-C09E03AF91AC}" destId="{CDC3C12C-3172-4B4A-A7C3-953A216FD3DE}" srcOrd="1" destOrd="0" parTransId="{BC45A9C3-0E58-445C-B9E3-1C3E4391B04D}" sibTransId="{4378D609-40EE-49C7-B911-7173B4410A0A}"/>
    <dgm:cxn modelId="{EE1E6DED-25EF-4F71-A964-BAC48DBF3275}" srcId="{9AC99522-3C98-4CE2-B34D-0DCC3D3FF350}" destId="{D74023BF-D70E-4521-9E96-8F4924BCFA65}" srcOrd="0" destOrd="0" parTransId="{CA53CF12-184E-43CC-9F82-E03526068AAA}" sibTransId="{17AAD7C0-5B89-42D9-B9C9-E5294ED10B37}"/>
    <dgm:cxn modelId="{3882A1FE-6A06-4F23-9DC9-4918A77598A7}" srcId="{29644C0C-BF92-4D7B-A2F6-FBFBE1772ED0}" destId="{D61FAC84-9191-40D8-A4F0-2343ACDAE45A}" srcOrd="2" destOrd="0" parTransId="{148F23CC-AEFD-423F-A8C4-A41DB4C4565E}" sibTransId="{1FFFB516-A10F-4490-BFAE-6ADC2D940D56}"/>
    <dgm:cxn modelId="{C8D3FFBE-146F-4249-9BA3-3831CFE644A4}" type="presParOf" srcId="{0B8F4796-EADC-46AD-B97B-E444EE0A2F1A}" destId="{167D8302-BEAE-4FDC-9694-C72F5E226311}" srcOrd="0" destOrd="0" presId="urn:microsoft.com/office/officeart/2018/5/layout/CenteredIconLabelDescriptionList"/>
    <dgm:cxn modelId="{3AE910A1-D982-4CD7-B2D2-74BEA857ACF3}" type="presParOf" srcId="{167D8302-BEAE-4FDC-9694-C72F5E226311}" destId="{8873607B-2C19-46D1-A150-6C4DB46FFEE6}" srcOrd="0" destOrd="0" presId="urn:microsoft.com/office/officeart/2018/5/layout/CenteredIconLabelDescriptionList"/>
    <dgm:cxn modelId="{EC4B4C18-760B-49B9-BDD7-FCAC16210159}" type="presParOf" srcId="{167D8302-BEAE-4FDC-9694-C72F5E226311}" destId="{CD397DD5-8E65-420A-BCAE-632FBE91FA47}" srcOrd="1" destOrd="0" presId="urn:microsoft.com/office/officeart/2018/5/layout/CenteredIconLabelDescriptionList"/>
    <dgm:cxn modelId="{3F3EF084-6413-4096-B6C3-592010E2CF88}" type="presParOf" srcId="{167D8302-BEAE-4FDC-9694-C72F5E226311}" destId="{416D2031-BB74-43AF-A9A7-96334334D8F7}" srcOrd="2" destOrd="0" presId="urn:microsoft.com/office/officeart/2018/5/layout/CenteredIconLabelDescriptionList"/>
    <dgm:cxn modelId="{1D599EF9-791F-4AE8-BF55-60E379A7D9EC}" type="presParOf" srcId="{167D8302-BEAE-4FDC-9694-C72F5E226311}" destId="{6B101F51-2AA8-4354-8ED9-81DFDA903ADD}" srcOrd="3" destOrd="0" presId="urn:microsoft.com/office/officeart/2018/5/layout/CenteredIconLabelDescriptionList"/>
    <dgm:cxn modelId="{34128CCE-9A78-4B79-BBEA-F3137C50CC70}" type="presParOf" srcId="{167D8302-BEAE-4FDC-9694-C72F5E226311}" destId="{127C30E7-5539-4F1E-AE16-F630ED151554}" srcOrd="4" destOrd="0" presId="urn:microsoft.com/office/officeart/2018/5/layout/CenteredIconLabelDescriptionList"/>
    <dgm:cxn modelId="{464042B0-CAF6-4D92-ADC9-B4299435C4F8}" type="presParOf" srcId="{0B8F4796-EADC-46AD-B97B-E444EE0A2F1A}" destId="{5CAD63C3-022A-4ADD-9B87-53D5EA5732E5}" srcOrd="1" destOrd="0" presId="urn:microsoft.com/office/officeart/2018/5/layout/CenteredIconLabelDescriptionList"/>
    <dgm:cxn modelId="{39D819F4-CB40-4DBB-A03C-AAA666B6089B}" type="presParOf" srcId="{0B8F4796-EADC-46AD-B97B-E444EE0A2F1A}" destId="{9F3C3007-0BB0-468A-9CF6-EAA7629AC17E}" srcOrd="2" destOrd="0" presId="urn:microsoft.com/office/officeart/2018/5/layout/CenteredIconLabelDescriptionList"/>
    <dgm:cxn modelId="{F9A1C806-20E1-40C0-8507-F143F3C82270}" type="presParOf" srcId="{9F3C3007-0BB0-468A-9CF6-EAA7629AC17E}" destId="{16C6E39E-8137-43AB-8D82-4043E3829489}" srcOrd="0" destOrd="0" presId="urn:microsoft.com/office/officeart/2018/5/layout/CenteredIconLabelDescriptionList"/>
    <dgm:cxn modelId="{9A8A10B3-4523-4B7C-8BE9-21EBB7CCD78D}" type="presParOf" srcId="{9F3C3007-0BB0-468A-9CF6-EAA7629AC17E}" destId="{91F9517D-0808-473E-AF20-F7CC45DDB49D}" srcOrd="1" destOrd="0" presId="urn:microsoft.com/office/officeart/2018/5/layout/CenteredIconLabelDescriptionList"/>
    <dgm:cxn modelId="{DBED87EC-C63D-47ED-91B1-13B67C1BB395}" type="presParOf" srcId="{9F3C3007-0BB0-468A-9CF6-EAA7629AC17E}" destId="{8E367E85-DC55-4C40-BBD8-A4B7EEF1B11D}" srcOrd="2" destOrd="0" presId="urn:microsoft.com/office/officeart/2018/5/layout/CenteredIconLabelDescriptionList"/>
    <dgm:cxn modelId="{47274A57-57A6-40EC-A512-568F8E7F580E}" type="presParOf" srcId="{9F3C3007-0BB0-468A-9CF6-EAA7629AC17E}" destId="{ABA6455C-81BB-4CA4-AAC8-AFE35B28F41F}" srcOrd="3" destOrd="0" presId="urn:microsoft.com/office/officeart/2018/5/layout/CenteredIconLabelDescriptionList"/>
    <dgm:cxn modelId="{A7823D24-2A99-42DF-A4B4-408A704B3287}" type="presParOf" srcId="{9F3C3007-0BB0-468A-9CF6-EAA7629AC17E}" destId="{DF292F29-CF6D-4CE4-B0CB-618ECA41ED26}" srcOrd="4" destOrd="0" presId="urn:microsoft.com/office/officeart/2018/5/layout/CenteredIconLabelDescriptionList"/>
    <dgm:cxn modelId="{E54A0FC7-4F34-407E-909E-F6DCEE002F0D}" type="presParOf" srcId="{0B8F4796-EADC-46AD-B97B-E444EE0A2F1A}" destId="{DF0A93F6-9673-41FE-ACFB-C4307E7A5420}" srcOrd="3" destOrd="0" presId="urn:microsoft.com/office/officeart/2018/5/layout/CenteredIconLabelDescriptionList"/>
    <dgm:cxn modelId="{32E9F226-8A88-42D1-9C23-7DDF3463EA2A}" type="presParOf" srcId="{0B8F4796-EADC-46AD-B97B-E444EE0A2F1A}" destId="{774F874B-588C-4DC5-A0CF-367337104715}" srcOrd="4" destOrd="0" presId="urn:microsoft.com/office/officeart/2018/5/layout/CenteredIconLabelDescriptionList"/>
    <dgm:cxn modelId="{6A241FC6-2D56-404D-98DB-1C7B6C521C5B}" type="presParOf" srcId="{774F874B-588C-4DC5-A0CF-367337104715}" destId="{632ABB49-7B3B-4358-988B-C5AA686D85BB}" srcOrd="0" destOrd="0" presId="urn:microsoft.com/office/officeart/2018/5/layout/CenteredIconLabelDescriptionList"/>
    <dgm:cxn modelId="{3DA76E04-1E77-46A5-8B7A-E653053E45EB}" type="presParOf" srcId="{774F874B-588C-4DC5-A0CF-367337104715}" destId="{B2DD224D-A6F5-4612-8F2C-677BD9B36875}" srcOrd="1" destOrd="0" presId="urn:microsoft.com/office/officeart/2018/5/layout/CenteredIconLabelDescriptionList"/>
    <dgm:cxn modelId="{ABBC4C22-BCC5-4B79-BBF0-3E506DC32830}" type="presParOf" srcId="{774F874B-588C-4DC5-A0CF-367337104715}" destId="{A619F7C4-82B8-489A-AD41-4CA993F2879E}" srcOrd="2" destOrd="0" presId="urn:microsoft.com/office/officeart/2018/5/layout/CenteredIconLabelDescriptionList"/>
    <dgm:cxn modelId="{B1A73D82-2700-42EC-865F-76C6D0E61786}" type="presParOf" srcId="{774F874B-588C-4DC5-A0CF-367337104715}" destId="{E94FEF23-A2C8-489C-8312-51C89FCCCED8}" srcOrd="3" destOrd="0" presId="urn:microsoft.com/office/officeart/2018/5/layout/CenteredIconLabelDescriptionList"/>
    <dgm:cxn modelId="{B73B77DC-C8C5-43DE-A3FE-59143AFA761D}" type="presParOf" srcId="{774F874B-588C-4DC5-A0CF-367337104715}" destId="{68D632F0-BE50-4334-8559-A93009B024E5}"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F495EFA-3D35-4A96-8018-345F8899A3D8}"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EDCF1DBE-3A6E-42EC-B872-CF02DD4BFD34}">
      <dgm:prSet/>
      <dgm:spPr/>
      <dgm:t>
        <a:bodyPr/>
        <a:lstStyle/>
        <a:p>
          <a:pPr>
            <a:defRPr b="1"/>
          </a:pPr>
          <a:r>
            <a:rPr lang="en-US" b="1"/>
            <a:t>Risk Management</a:t>
          </a:r>
          <a:endParaRPr lang="en-US"/>
        </a:p>
      </dgm:t>
    </dgm:pt>
    <dgm:pt modelId="{8DCEF3F5-29E8-42FB-8033-A62C77BA9797}" type="parTrans" cxnId="{E6B830B6-7135-4BC6-856F-C87BC71E71FF}">
      <dgm:prSet/>
      <dgm:spPr/>
      <dgm:t>
        <a:bodyPr/>
        <a:lstStyle/>
        <a:p>
          <a:endParaRPr lang="en-US"/>
        </a:p>
      </dgm:t>
    </dgm:pt>
    <dgm:pt modelId="{B8180DF8-DCC3-4C2F-830C-89AA861F0312}" type="sibTrans" cxnId="{E6B830B6-7135-4BC6-856F-C87BC71E71FF}">
      <dgm:prSet/>
      <dgm:spPr/>
      <dgm:t>
        <a:bodyPr/>
        <a:lstStyle/>
        <a:p>
          <a:endParaRPr lang="en-US"/>
        </a:p>
      </dgm:t>
    </dgm:pt>
    <dgm:pt modelId="{2F69D7CA-2B29-415E-AFC7-794D6EC6F88F}">
      <dgm:prSet/>
      <dgm:spPr/>
      <dgm:t>
        <a:bodyPr/>
        <a:lstStyle/>
        <a:p>
          <a:r>
            <a:rPr lang="en-US"/>
            <a:t>Identify potential risks and develop mitigation strategies.</a:t>
          </a:r>
        </a:p>
      </dgm:t>
    </dgm:pt>
    <dgm:pt modelId="{920D19DD-6B82-45E5-8910-2AE9A4C1DCDF}" type="parTrans" cxnId="{BD6C4552-15D5-4E9D-BBED-C5F5613B63D7}">
      <dgm:prSet/>
      <dgm:spPr/>
      <dgm:t>
        <a:bodyPr/>
        <a:lstStyle/>
        <a:p>
          <a:endParaRPr lang="en-US"/>
        </a:p>
      </dgm:t>
    </dgm:pt>
    <dgm:pt modelId="{BE9C5FCB-1B04-4B1F-8F95-1F494F739822}" type="sibTrans" cxnId="{BD6C4552-15D5-4E9D-BBED-C5F5613B63D7}">
      <dgm:prSet/>
      <dgm:spPr/>
      <dgm:t>
        <a:bodyPr/>
        <a:lstStyle/>
        <a:p>
          <a:endParaRPr lang="en-US"/>
        </a:p>
      </dgm:t>
    </dgm:pt>
    <dgm:pt modelId="{7EDF2780-78BA-4570-9BEB-3761095D9619}">
      <dgm:prSet/>
      <dgm:spPr/>
      <dgm:t>
        <a:bodyPr/>
        <a:lstStyle/>
        <a:p>
          <a:r>
            <a:rPr lang="en-US"/>
            <a:t>Handle unexpected issues like system failures or resource shortages.</a:t>
          </a:r>
        </a:p>
      </dgm:t>
    </dgm:pt>
    <dgm:pt modelId="{EF1C6587-73D2-4183-843A-C330B69FB3DD}" type="parTrans" cxnId="{A5709D0F-6393-4B0B-ABB4-08E995B28D55}">
      <dgm:prSet/>
      <dgm:spPr/>
      <dgm:t>
        <a:bodyPr/>
        <a:lstStyle/>
        <a:p>
          <a:endParaRPr lang="en-US"/>
        </a:p>
      </dgm:t>
    </dgm:pt>
    <dgm:pt modelId="{430F2CD4-5ABD-4BD4-95E7-7AF05DC0D7B0}" type="sibTrans" cxnId="{A5709D0F-6393-4B0B-ABB4-08E995B28D55}">
      <dgm:prSet/>
      <dgm:spPr/>
      <dgm:t>
        <a:bodyPr/>
        <a:lstStyle/>
        <a:p>
          <a:endParaRPr lang="en-US"/>
        </a:p>
      </dgm:t>
    </dgm:pt>
    <dgm:pt modelId="{89CF0BA2-3633-423A-8D72-B211FF1E430B}">
      <dgm:prSet/>
      <dgm:spPr/>
      <dgm:t>
        <a:bodyPr/>
        <a:lstStyle/>
        <a:p>
          <a:r>
            <a:rPr lang="en-US" b="1"/>
            <a:t>Example</a:t>
          </a:r>
          <a:r>
            <a:rPr lang="en-US"/>
            <a:t>: Preparing a backup plan in case a key developer becomes unavailable.</a:t>
          </a:r>
        </a:p>
      </dgm:t>
    </dgm:pt>
    <dgm:pt modelId="{0B174934-C60D-466C-B9E9-B7C9DD44F3AD}" type="parTrans" cxnId="{B02BE321-1E33-401A-8312-0EA0B5070E79}">
      <dgm:prSet/>
      <dgm:spPr/>
      <dgm:t>
        <a:bodyPr/>
        <a:lstStyle/>
        <a:p>
          <a:endParaRPr lang="en-US"/>
        </a:p>
      </dgm:t>
    </dgm:pt>
    <dgm:pt modelId="{801D64AD-1C58-43C0-B7EB-746F278DAAF6}" type="sibTrans" cxnId="{B02BE321-1E33-401A-8312-0EA0B5070E79}">
      <dgm:prSet/>
      <dgm:spPr/>
      <dgm:t>
        <a:bodyPr/>
        <a:lstStyle/>
        <a:p>
          <a:endParaRPr lang="en-US"/>
        </a:p>
      </dgm:t>
    </dgm:pt>
    <dgm:pt modelId="{B4E73234-ABEE-4239-B52D-1EEE5401D5C3}">
      <dgm:prSet/>
      <dgm:spPr/>
      <dgm:t>
        <a:bodyPr/>
        <a:lstStyle/>
        <a:p>
          <a:pPr>
            <a:defRPr b="1"/>
          </a:pPr>
          <a:r>
            <a:rPr lang="en-US" b="1"/>
            <a:t>Stakeholder Communication</a:t>
          </a:r>
          <a:endParaRPr lang="en-US"/>
        </a:p>
      </dgm:t>
    </dgm:pt>
    <dgm:pt modelId="{B2AD599F-9255-40C1-A489-D462F4A725E8}" type="parTrans" cxnId="{BF8ED45B-A663-4DBC-A49C-E39A4621F7D8}">
      <dgm:prSet/>
      <dgm:spPr/>
      <dgm:t>
        <a:bodyPr/>
        <a:lstStyle/>
        <a:p>
          <a:endParaRPr lang="en-US"/>
        </a:p>
      </dgm:t>
    </dgm:pt>
    <dgm:pt modelId="{8B0F9709-05BE-491B-AF19-BA45A37B8D99}" type="sibTrans" cxnId="{BF8ED45B-A663-4DBC-A49C-E39A4621F7D8}">
      <dgm:prSet/>
      <dgm:spPr/>
      <dgm:t>
        <a:bodyPr/>
        <a:lstStyle/>
        <a:p>
          <a:endParaRPr lang="en-US"/>
        </a:p>
      </dgm:t>
    </dgm:pt>
    <dgm:pt modelId="{B0D8CB48-6135-428E-9B30-B3F0D016E187}">
      <dgm:prSet/>
      <dgm:spPr/>
      <dgm:t>
        <a:bodyPr/>
        <a:lstStyle/>
        <a:p>
          <a:r>
            <a:rPr lang="en-US"/>
            <a:t>Keep clients, sponsors, and team members informed.</a:t>
          </a:r>
        </a:p>
      </dgm:t>
    </dgm:pt>
    <dgm:pt modelId="{F7911F72-0AA9-4DAB-AE72-5469D8CE46FC}" type="parTrans" cxnId="{ED12FF03-EE0A-4084-95A9-B21AEE9F69CD}">
      <dgm:prSet/>
      <dgm:spPr/>
      <dgm:t>
        <a:bodyPr/>
        <a:lstStyle/>
        <a:p>
          <a:endParaRPr lang="en-US"/>
        </a:p>
      </dgm:t>
    </dgm:pt>
    <dgm:pt modelId="{4CDDDB49-7652-4FED-BE0F-6D3F8B6ED039}" type="sibTrans" cxnId="{ED12FF03-EE0A-4084-95A9-B21AEE9F69CD}">
      <dgm:prSet/>
      <dgm:spPr/>
      <dgm:t>
        <a:bodyPr/>
        <a:lstStyle/>
        <a:p>
          <a:endParaRPr lang="en-US"/>
        </a:p>
      </dgm:t>
    </dgm:pt>
    <dgm:pt modelId="{4315DD2C-8193-498B-98D2-8E7D5C4C9A5E}">
      <dgm:prSet/>
      <dgm:spPr/>
      <dgm:t>
        <a:bodyPr/>
        <a:lstStyle/>
        <a:p>
          <a:r>
            <a:rPr lang="en-US"/>
            <a:t>Manage expectations and report progress.</a:t>
          </a:r>
        </a:p>
      </dgm:t>
    </dgm:pt>
    <dgm:pt modelId="{0AEE97A0-1B83-4086-B057-621C6DB53FA7}" type="parTrans" cxnId="{4A2AC3B6-AF38-4647-8B5C-A6F9087C0FA9}">
      <dgm:prSet/>
      <dgm:spPr/>
      <dgm:t>
        <a:bodyPr/>
        <a:lstStyle/>
        <a:p>
          <a:endParaRPr lang="en-US"/>
        </a:p>
      </dgm:t>
    </dgm:pt>
    <dgm:pt modelId="{FAFD21E0-49EE-48FF-B378-B753C021B4BB}" type="sibTrans" cxnId="{4A2AC3B6-AF38-4647-8B5C-A6F9087C0FA9}">
      <dgm:prSet/>
      <dgm:spPr/>
      <dgm:t>
        <a:bodyPr/>
        <a:lstStyle/>
        <a:p>
          <a:endParaRPr lang="en-US"/>
        </a:p>
      </dgm:t>
    </dgm:pt>
    <dgm:pt modelId="{AE0B79DA-B01A-44C5-BC43-4A7587ED597F}">
      <dgm:prSet/>
      <dgm:spPr/>
      <dgm:t>
        <a:bodyPr/>
        <a:lstStyle/>
        <a:p>
          <a:r>
            <a:rPr lang="en-US" b="1"/>
            <a:t>Example</a:t>
          </a:r>
          <a:r>
            <a:rPr lang="en-US"/>
            <a:t>: Presenting weekly updates to the client on the status of a software development project.</a:t>
          </a:r>
        </a:p>
      </dgm:t>
    </dgm:pt>
    <dgm:pt modelId="{8480676B-5E84-4E9E-AB65-380E4B4A4738}" type="parTrans" cxnId="{004BB593-DA9B-4839-A606-64EAF0A16CC9}">
      <dgm:prSet/>
      <dgm:spPr/>
      <dgm:t>
        <a:bodyPr/>
        <a:lstStyle/>
        <a:p>
          <a:endParaRPr lang="en-US"/>
        </a:p>
      </dgm:t>
    </dgm:pt>
    <dgm:pt modelId="{4DD5F80C-B56C-4EDD-9C36-9ED3FD59D551}" type="sibTrans" cxnId="{004BB593-DA9B-4839-A606-64EAF0A16CC9}">
      <dgm:prSet/>
      <dgm:spPr/>
      <dgm:t>
        <a:bodyPr/>
        <a:lstStyle/>
        <a:p>
          <a:endParaRPr lang="en-US"/>
        </a:p>
      </dgm:t>
    </dgm:pt>
    <dgm:pt modelId="{046ED782-B954-42A3-98D0-254A8B1A2580}">
      <dgm:prSet/>
      <dgm:spPr/>
      <dgm:t>
        <a:bodyPr/>
        <a:lstStyle/>
        <a:p>
          <a:pPr>
            <a:defRPr b="1"/>
          </a:pPr>
          <a:r>
            <a:rPr lang="en-US" b="1"/>
            <a:t>Quality Assurance</a:t>
          </a:r>
          <a:endParaRPr lang="en-US"/>
        </a:p>
      </dgm:t>
    </dgm:pt>
    <dgm:pt modelId="{D971584C-300A-445D-B114-A749BBD5F8B7}" type="parTrans" cxnId="{F946B259-385D-4980-839E-33A05E608925}">
      <dgm:prSet/>
      <dgm:spPr/>
      <dgm:t>
        <a:bodyPr/>
        <a:lstStyle/>
        <a:p>
          <a:endParaRPr lang="en-US"/>
        </a:p>
      </dgm:t>
    </dgm:pt>
    <dgm:pt modelId="{C409E042-B019-4519-B1C7-5505B29AAB27}" type="sibTrans" cxnId="{F946B259-385D-4980-839E-33A05E608925}">
      <dgm:prSet/>
      <dgm:spPr/>
      <dgm:t>
        <a:bodyPr/>
        <a:lstStyle/>
        <a:p>
          <a:endParaRPr lang="en-US"/>
        </a:p>
      </dgm:t>
    </dgm:pt>
    <dgm:pt modelId="{EC65B940-BCCA-4E76-87AD-CFED6FBD4E61}">
      <dgm:prSet/>
      <dgm:spPr/>
      <dgm:t>
        <a:bodyPr/>
        <a:lstStyle/>
        <a:p>
          <a:r>
            <a:rPr lang="en-US"/>
            <a:t>Ensure the final product meets technical and user requirements.</a:t>
          </a:r>
        </a:p>
      </dgm:t>
    </dgm:pt>
    <dgm:pt modelId="{530CA4A1-BA9A-48F9-BE20-DFCC505EAF2A}" type="parTrans" cxnId="{27F6D326-1632-406E-8E14-045126F3AD96}">
      <dgm:prSet/>
      <dgm:spPr/>
      <dgm:t>
        <a:bodyPr/>
        <a:lstStyle/>
        <a:p>
          <a:endParaRPr lang="en-US"/>
        </a:p>
      </dgm:t>
    </dgm:pt>
    <dgm:pt modelId="{E615CD28-F3A8-455D-B4C8-2D1FFDB05EE8}" type="sibTrans" cxnId="{27F6D326-1632-406E-8E14-045126F3AD96}">
      <dgm:prSet/>
      <dgm:spPr/>
      <dgm:t>
        <a:bodyPr/>
        <a:lstStyle/>
        <a:p>
          <a:endParaRPr lang="en-US"/>
        </a:p>
      </dgm:t>
    </dgm:pt>
    <dgm:pt modelId="{7E72B434-8A04-4BAC-8066-7CEF0EA74038}">
      <dgm:prSet/>
      <dgm:spPr/>
      <dgm:t>
        <a:bodyPr/>
        <a:lstStyle/>
        <a:p>
          <a:r>
            <a:rPr lang="en-US"/>
            <a:t>Oversee testing and validation processes.</a:t>
          </a:r>
        </a:p>
      </dgm:t>
    </dgm:pt>
    <dgm:pt modelId="{A7C878C0-E157-4DB9-8860-2AED5887C961}" type="parTrans" cxnId="{5A907528-79A1-46AD-960D-5FB10D21FE70}">
      <dgm:prSet/>
      <dgm:spPr/>
      <dgm:t>
        <a:bodyPr/>
        <a:lstStyle/>
        <a:p>
          <a:endParaRPr lang="en-US"/>
        </a:p>
      </dgm:t>
    </dgm:pt>
    <dgm:pt modelId="{D22FCD8F-DB59-4FA4-A324-F0D5E08DF943}" type="sibTrans" cxnId="{5A907528-79A1-46AD-960D-5FB10D21FE70}">
      <dgm:prSet/>
      <dgm:spPr/>
      <dgm:t>
        <a:bodyPr/>
        <a:lstStyle/>
        <a:p>
          <a:endParaRPr lang="en-US"/>
        </a:p>
      </dgm:t>
    </dgm:pt>
    <dgm:pt modelId="{8E97AE00-C4DF-48F9-9542-4477D26429A2}">
      <dgm:prSet/>
      <dgm:spPr/>
      <dgm:t>
        <a:bodyPr/>
        <a:lstStyle/>
        <a:p>
          <a:r>
            <a:rPr lang="en-US" b="1"/>
            <a:t>Example</a:t>
          </a:r>
          <a:r>
            <a:rPr lang="en-US"/>
            <a:t>: Supervising QA testing to ensure a bug-free release of a web application.</a:t>
          </a:r>
        </a:p>
      </dgm:t>
    </dgm:pt>
    <dgm:pt modelId="{AAC3299F-3190-4141-AE28-0212DF90590D}" type="parTrans" cxnId="{E78B642D-2BE8-4AC9-BFDD-F430D9B6BE6F}">
      <dgm:prSet/>
      <dgm:spPr/>
      <dgm:t>
        <a:bodyPr/>
        <a:lstStyle/>
        <a:p>
          <a:endParaRPr lang="en-US"/>
        </a:p>
      </dgm:t>
    </dgm:pt>
    <dgm:pt modelId="{72A9087B-70CB-4FC2-8039-335CE68A962B}" type="sibTrans" cxnId="{E78B642D-2BE8-4AC9-BFDD-F430D9B6BE6F}">
      <dgm:prSet/>
      <dgm:spPr/>
      <dgm:t>
        <a:bodyPr/>
        <a:lstStyle/>
        <a:p>
          <a:endParaRPr lang="en-US"/>
        </a:p>
      </dgm:t>
    </dgm:pt>
    <dgm:pt modelId="{C16C2F98-59AD-4BF6-8BFE-F541D0ABB905}">
      <dgm:prSet/>
      <dgm:spPr/>
      <dgm:t>
        <a:bodyPr/>
        <a:lstStyle/>
        <a:p>
          <a:pPr>
            <a:defRPr b="1"/>
          </a:pPr>
          <a:r>
            <a:rPr lang="en-US" b="1"/>
            <a:t>Project Closure</a:t>
          </a:r>
          <a:endParaRPr lang="en-US"/>
        </a:p>
      </dgm:t>
    </dgm:pt>
    <dgm:pt modelId="{186346BD-AE45-4A8D-8C79-58BD8280261B}" type="parTrans" cxnId="{EA53F545-E659-49EC-8C7A-40A1FDF44E12}">
      <dgm:prSet/>
      <dgm:spPr/>
      <dgm:t>
        <a:bodyPr/>
        <a:lstStyle/>
        <a:p>
          <a:endParaRPr lang="en-US"/>
        </a:p>
      </dgm:t>
    </dgm:pt>
    <dgm:pt modelId="{47BCF196-8D92-4BFA-A8E6-ADD1F78230F0}" type="sibTrans" cxnId="{EA53F545-E659-49EC-8C7A-40A1FDF44E12}">
      <dgm:prSet/>
      <dgm:spPr/>
      <dgm:t>
        <a:bodyPr/>
        <a:lstStyle/>
        <a:p>
          <a:endParaRPr lang="en-US"/>
        </a:p>
      </dgm:t>
    </dgm:pt>
    <dgm:pt modelId="{AB051F93-6020-4A79-9121-C8E0471B475A}">
      <dgm:prSet/>
      <dgm:spPr/>
      <dgm:t>
        <a:bodyPr/>
        <a:lstStyle/>
        <a:p>
          <a:r>
            <a:rPr lang="en-US"/>
            <a:t>Finalize documentation, deliverables, and lessons learned.</a:t>
          </a:r>
        </a:p>
      </dgm:t>
    </dgm:pt>
    <dgm:pt modelId="{61CE6A2E-AB8C-4BD8-8AB7-6C602A62DEDF}" type="parTrans" cxnId="{53A43CFE-6EC7-4B20-A8B8-3D20BEE67A1F}">
      <dgm:prSet/>
      <dgm:spPr/>
      <dgm:t>
        <a:bodyPr/>
        <a:lstStyle/>
        <a:p>
          <a:endParaRPr lang="en-US"/>
        </a:p>
      </dgm:t>
    </dgm:pt>
    <dgm:pt modelId="{FC03949A-6D1B-44E3-9928-7D90A4D60D1A}" type="sibTrans" cxnId="{53A43CFE-6EC7-4B20-A8B8-3D20BEE67A1F}">
      <dgm:prSet/>
      <dgm:spPr/>
      <dgm:t>
        <a:bodyPr/>
        <a:lstStyle/>
        <a:p>
          <a:endParaRPr lang="en-US"/>
        </a:p>
      </dgm:t>
    </dgm:pt>
    <dgm:pt modelId="{2B5AB7A7-F8C0-4846-B8EB-3467340FDE27}">
      <dgm:prSet/>
      <dgm:spPr/>
      <dgm:t>
        <a:bodyPr/>
        <a:lstStyle/>
        <a:p>
          <a:r>
            <a:rPr lang="en-US"/>
            <a:t>Ensure smooth handover and client satisfaction.</a:t>
          </a:r>
        </a:p>
      </dgm:t>
    </dgm:pt>
    <dgm:pt modelId="{E9D26F93-BC66-4B9C-9802-B77F3B98720E}" type="parTrans" cxnId="{942F3845-1986-4956-B4DE-7769D64E7769}">
      <dgm:prSet/>
      <dgm:spPr/>
      <dgm:t>
        <a:bodyPr/>
        <a:lstStyle/>
        <a:p>
          <a:endParaRPr lang="en-US"/>
        </a:p>
      </dgm:t>
    </dgm:pt>
    <dgm:pt modelId="{E361E9D9-75BD-41EA-BC8E-2F960F120EB7}" type="sibTrans" cxnId="{942F3845-1986-4956-B4DE-7769D64E7769}">
      <dgm:prSet/>
      <dgm:spPr/>
      <dgm:t>
        <a:bodyPr/>
        <a:lstStyle/>
        <a:p>
          <a:endParaRPr lang="en-US"/>
        </a:p>
      </dgm:t>
    </dgm:pt>
    <dgm:pt modelId="{5DD9BD7D-1816-49C8-BFDA-9852A24C89D8}">
      <dgm:prSet/>
      <dgm:spPr/>
      <dgm:t>
        <a:bodyPr/>
        <a:lstStyle/>
        <a:p>
          <a:r>
            <a:rPr lang="en-US" b="1"/>
            <a:t>Example</a:t>
          </a:r>
          <a:r>
            <a:rPr lang="en-US"/>
            <a:t>: Delivering the final version of a CRM system and training the client’s staff to use it.</a:t>
          </a:r>
        </a:p>
      </dgm:t>
    </dgm:pt>
    <dgm:pt modelId="{87762127-A0F9-44C7-9DD1-9EBE004D1B5E}" type="parTrans" cxnId="{7D9DE9F4-8E4D-44C9-B40A-1176BAD8332F}">
      <dgm:prSet/>
      <dgm:spPr/>
      <dgm:t>
        <a:bodyPr/>
        <a:lstStyle/>
        <a:p>
          <a:endParaRPr lang="en-US"/>
        </a:p>
      </dgm:t>
    </dgm:pt>
    <dgm:pt modelId="{B3E24BAA-1517-414A-9037-914287E2D11C}" type="sibTrans" cxnId="{7D9DE9F4-8E4D-44C9-B40A-1176BAD8332F}">
      <dgm:prSet/>
      <dgm:spPr/>
      <dgm:t>
        <a:bodyPr/>
        <a:lstStyle/>
        <a:p>
          <a:endParaRPr lang="en-US"/>
        </a:p>
      </dgm:t>
    </dgm:pt>
    <dgm:pt modelId="{74B0D311-C290-4186-86C8-3B57D100CEBC}" type="pres">
      <dgm:prSet presAssocID="{7F495EFA-3D35-4A96-8018-345F8899A3D8}" presName="root" presStyleCnt="0">
        <dgm:presLayoutVars>
          <dgm:dir/>
          <dgm:resizeHandles val="exact"/>
        </dgm:presLayoutVars>
      </dgm:prSet>
      <dgm:spPr/>
    </dgm:pt>
    <dgm:pt modelId="{BA601CED-5BFF-4EE3-ACAA-55D21EB295A5}" type="pres">
      <dgm:prSet presAssocID="{EDCF1DBE-3A6E-42EC-B872-CF02DD4BFD34}" presName="compNode" presStyleCnt="0"/>
      <dgm:spPr/>
    </dgm:pt>
    <dgm:pt modelId="{5A3A300D-45AC-4EFD-95FC-E324EB1D7D75}" type="pres">
      <dgm:prSet presAssocID="{EDCF1DBE-3A6E-42EC-B872-CF02DD4BFD3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7AFF0142-8132-489A-85CB-044BC56E5447}" type="pres">
      <dgm:prSet presAssocID="{EDCF1DBE-3A6E-42EC-B872-CF02DD4BFD34}" presName="iconSpace" presStyleCnt="0"/>
      <dgm:spPr/>
    </dgm:pt>
    <dgm:pt modelId="{7C93A92F-FA05-4CD1-AB6D-ACD715C177B3}" type="pres">
      <dgm:prSet presAssocID="{EDCF1DBE-3A6E-42EC-B872-CF02DD4BFD34}" presName="parTx" presStyleLbl="revTx" presStyleIdx="0" presStyleCnt="8">
        <dgm:presLayoutVars>
          <dgm:chMax val="0"/>
          <dgm:chPref val="0"/>
        </dgm:presLayoutVars>
      </dgm:prSet>
      <dgm:spPr/>
    </dgm:pt>
    <dgm:pt modelId="{D3A692D2-F7F9-4A0C-B63C-CE90E8C1968F}" type="pres">
      <dgm:prSet presAssocID="{EDCF1DBE-3A6E-42EC-B872-CF02DD4BFD34}" presName="txSpace" presStyleCnt="0"/>
      <dgm:spPr/>
    </dgm:pt>
    <dgm:pt modelId="{FC95A8E7-5C91-4909-9DBC-A1AAD3B57B8D}" type="pres">
      <dgm:prSet presAssocID="{EDCF1DBE-3A6E-42EC-B872-CF02DD4BFD34}" presName="desTx" presStyleLbl="revTx" presStyleIdx="1" presStyleCnt="8">
        <dgm:presLayoutVars/>
      </dgm:prSet>
      <dgm:spPr/>
    </dgm:pt>
    <dgm:pt modelId="{1F42C468-6CFA-4244-9923-B3EE21D7D44A}" type="pres">
      <dgm:prSet presAssocID="{B8180DF8-DCC3-4C2F-830C-89AA861F0312}" presName="sibTrans" presStyleCnt="0"/>
      <dgm:spPr/>
    </dgm:pt>
    <dgm:pt modelId="{8C2AABBE-1A93-4AB0-95CF-C32D506FEA2A}" type="pres">
      <dgm:prSet presAssocID="{B4E73234-ABEE-4239-B52D-1EEE5401D5C3}" presName="compNode" presStyleCnt="0"/>
      <dgm:spPr/>
    </dgm:pt>
    <dgm:pt modelId="{286DCD90-D825-4624-A9F8-52513F7CC486}" type="pres">
      <dgm:prSet presAssocID="{B4E73234-ABEE-4239-B52D-1EEE5401D5C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keting"/>
        </a:ext>
      </dgm:extLst>
    </dgm:pt>
    <dgm:pt modelId="{B49091BA-59D6-4030-8B28-489E477EF426}" type="pres">
      <dgm:prSet presAssocID="{B4E73234-ABEE-4239-B52D-1EEE5401D5C3}" presName="iconSpace" presStyleCnt="0"/>
      <dgm:spPr/>
    </dgm:pt>
    <dgm:pt modelId="{F94A0CE2-E7F5-48CE-AFC2-094DCEBB5983}" type="pres">
      <dgm:prSet presAssocID="{B4E73234-ABEE-4239-B52D-1EEE5401D5C3}" presName="parTx" presStyleLbl="revTx" presStyleIdx="2" presStyleCnt="8">
        <dgm:presLayoutVars>
          <dgm:chMax val="0"/>
          <dgm:chPref val="0"/>
        </dgm:presLayoutVars>
      </dgm:prSet>
      <dgm:spPr/>
    </dgm:pt>
    <dgm:pt modelId="{B26AADCF-5F86-485E-A04F-74D6571C470A}" type="pres">
      <dgm:prSet presAssocID="{B4E73234-ABEE-4239-B52D-1EEE5401D5C3}" presName="txSpace" presStyleCnt="0"/>
      <dgm:spPr/>
    </dgm:pt>
    <dgm:pt modelId="{CCFD9872-42C9-4D07-8E51-68A6FE2E88A4}" type="pres">
      <dgm:prSet presAssocID="{B4E73234-ABEE-4239-B52D-1EEE5401D5C3}" presName="desTx" presStyleLbl="revTx" presStyleIdx="3" presStyleCnt="8">
        <dgm:presLayoutVars/>
      </dgm:prSet>
      <dgm:spPr/>
    </dgm:pt>
    <dgm:pt modelId="{1CA40BCC-C26C-403E-B9B8-359410B8FDEA}" type="pres">
      <dgm:prSet presAssocID="{8B0F9709-05BE-491B-AF19-BA45A37B8D99}" presName="sibTrans" presStyleCnt="0"/>
      <dgm:spPr/>
    </dgm:pt>
    <dgm:pt modelId="{807D8264-09A6-4D65-945A-EEE97302E4FE}" type="pres">
      <dgm:prSet presAssocID="{046ED782-B954-42A3-98D0-254A8B1A2580}" presName="compNode" presStyleCnt="0"/>
      <dgm:spPr/>
    </dgm:pt>
    <dgm:pt modelId="{DD812A19-4F2E-4804-A4E8-6373C69E6816}" type="pres">
      <dgm:prSet presAssocID="{046ED782-B954-42A3-98D0-254A8B1A258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B552DF77-EC1F-4C25-8D8B-98832FB89068}" type="pres">
      <dgm:prSet presAssocID="{046ED782-B954-42A3-98D0-254A8B1A2580}" presName="iconSpace" presStyleCnt="0"/>
      <dgm:spPr/>
    </dgm:pt>
    <dgm:pt modelId="{6E1B920A-0CF1-477C-BF67-C7303F742B69}" type="pres">
      <dgm:prSet presAssocID="{046ED782-B954-42A3-98D0-254A8B1A2580}" presName="parTx" presStyleLbl="revTx" presStyleIdx="4" presStyleCnt="8">
        <dgm:presLayoutVars>
          <dgm:chMax val="0"/>
          <dgm:chPref val="0"/>
        </dgm:presLayoutVars>
      </dgm:prSet>
      <dgm:spPr/>
    </dgm:pt>
    <dgm:pt modelId="{FC92BB01-9975-4AEC-B049-769D8FE65F39}" type="pres">
      <dgm:prSet presAssocID="{046ED782-B954-42A3-98D0-254A8B1A2580}" presName="txSpace" presStyleCnt="0"/>
      <dgm:spPr/>
    </dgm:pt>
    <dgm:pt modelId="{30257BB4-3B21-46F6-B659-DB713A860608}" type="pres">
      <dgm:prSet presAssocID="{046ED782-B954-42A3-98D0-254A8B1A2580}" presName="desTx" presStyleLbl="revTx" presStyleIdx="5" presStyleCnt="8">
        <dgm:presLayoutVars/>
      </dgm:prSet>
      <dgm:spPr/>
    </dgm:pt>
    <dgm:pt modelId="{47834062-4EFB-41D9-9C18-E12E096B6316}" type="pres">
      <dgm:prSet presAssocID="{C409E042-B019-4519-B1C7-5505B29AAB27}" presName="sibTrans" presStyleCnt="0"/>
      <dgm:spPr/>
    </dgm:pt>
    <dgm:pt modelId="{22E8B070-54E1-4C5C-B7B0-05C1B2BBD735}" type="pres">
      <dgm:prSet presAssocID="{C16C2F98-59AD-4BF6-8BFE-F541D0ABB905}" presName="compNode" presStyleCnt="0"/>
      <dgm:spPr/>
    </dgm:pt>
    <dgm:pt modelId="{A65B8F40-3AEA-4CAA-9258-1355D5C917E5}" type="pres">
      <dgm:prSet presAssocID="{C16C2F98-59AD-4BF6-8BFE-F541D0ABB90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C1323E02-8CF8-4F24-B67B-4A7AB0648DEB}" type="pres">
      <dgm:prSet presAssocID="{C16C2F98-59AD-4BF6-8BFE-F541D0ABB905}" presName="iconSpace" presStyleCnt="0"/>
      <dgm:spPr/>
    </dgm:pt>
    <dgm:pt modelId="{E1034D4A-CB54-4CC2-AF9E-425031BE2143}" type="pres">
      <dgm:prSet presAssocID="{C16C2F98-59AD-4BF6-8BFE-F541D0ABB905}" presName="parTx" presStyleLbl="revTx" presStyleIdx="6" presStyleCnt="8">
        <dgm:presLayoutVars>
          <dgm:chMax val="0"/>
          <dgm:chPref val="0"/>
        </dgm:presLayoutVars>
      </dgm:prSet>
      <dgm:spPr/>
    </dgm:pt>
    <dgm:pt modelId="{05CB314B-4694-42E0-B6D4-64CBA5ED0F81}" type="pres">
      <dgm:prSet presAssocID="{C16C2F98-59AD-4BF6-8BFE-F541D0ABB905}" presName="txSpace" presStyleCnt="0"/>
      <dgm:spPr/>
    </dgm:pt>
    <dgm:pt modelId="{832BEF14-EF33-41B0-8FA9-05D9C6DE6212}" type="pres">
      <dgm:prSet presAssocID="{C16C2F98-59AD-4BF6-8BFE-F541D0ABB905}" presName="desTx" presStyleLbl="revTx" presStyleIdx="7" presStyleCnt="8">
        <dgm:presLayoutVars/>
      </dgm:prSet>
      <dgm:spPr/>
    </dgm:pt>
  </dgm:ptLst>
  <dgm:cxnLst>
    <dgm:cxn modelId="{265CDA01-98F8-497C-B29E-3D6CB70FBAC8}" type="presOf" srcId="{8E97AE00-C4DF-48F9-9542-4477D26429A2}" destId="{30257BB4-3B21-46F6-B659-DB713A860608}" srcOrd="0" destOrd="2" presId="urn:microsoft.com/office/officeart/2018/5/layout/CenteredIconLabelDescriptionList"/>
    <dgm:cxn modelId="{ED12FF03-EE0A-4084-95A9-B21AEE9F69CD}" srcId="{B4E73234-ABEE-4239-B52D-1EEE5401D5C3}" destId="{B0D8CB48-6135-428E-9B30-B3F0D016E187}" srcOrd="0" destOrd="0" parTransId="{F7911F72-0AA9-4DAB-AE72-5469D8CE46FC}" sibTransId="{4CDDDB49-7652-4FED-BE0F-6D3F8B6ED039}"/>
    <dgm:cxn modelId="{A5709D0F-6393-4B0B-ABB4-08E995B28D55}" srcId="{EDCF1DBE-3A6E-42EC-B872-CF02DD4BFD34}" destId="{7EDF2780-78BA-4570-9BEB-3761095D9619}" srcOrd="1" destOrd="0" parTransId="{EF1C6587-73D2-4183-843A-C330B69FB3DD}" sibTransId="{430F2CD4-5ABD-4BD4-95E7-7AF05DC0D7B0}"/>
    <dgm:cxn modelId="{4571B812-0832-4283-9DBC-D98E3A56F795}" type="presOf" srcId="{7E72B434-8A04-4BAC-8066-7CEF0EA74038}" destId="{30257BB4-3B21-46F6-B659-DB713A860608}" srcOrd="0" destOrd="1" presId="urn:microsoft.com/office/officeart/2018/5/layout/CenteredIconLabelDescriptionList"/>
    <dgm:cxn modelId="{B02BE321-1E33-401A-8312-0EA0B5070E79}" srcId="{EDCF1DBE-3A6E-42EC-B872-CF02DD4BFD34}" destId="{89CF0BA2-3633-423A-8D72-B211FF1E430B}" srcOrd="2" destOrd="0" parTransId="{0B174934-C60D-466C-B9E9-B7C9DD44F3AD}" sibTransId="{801D64AD-1C58-43C0-B7EB-746F278DAAF6}"/>
    <dgm:cxn modelId="{E4DFC626-688A-4651-9255-72BE479B2785}" type="presOf" srcId="{AB051F93-6020-4A79-9121-C8E0471B475A}" destId="{832BEF14-EF33-41B0-8FA9-05D9C6DE6212}" srcOrd="0" destOrd="0" presId="urn:microsoft.com/office/officeart/2018/5/layout/CenteredIconLabelDescriptionList"/>
    <dgm:cxn modelId="{27F6D326-1632-406E-8E14-045126F3AD96}" srcId="{046ED782-B954-42A3-98D0-254A8B1A2580}" destId="{EC65B940-BCCA-4E76-87AD-CFED6FBD4E61}" srcOrd="0" destOrd="0" parTransId="{530CA4A1-BA9A-48F9-BE20-DFCC505EAF2A}" sibTransId="{E615CD28-F3A8-455D-B4C8-2D1FFDB05EE8}"/>
    <dgm:cxn modelId="{5A907528-79A1-46AD-960D-5FB10D21FE70}" srcId="{046ED782-B954-42A3-98D0-254A8B1A2580}" destId="{7E72B434-8A04-4BAC-8066-7CEF0EA74038}" srcOrd="1" destOrd="0" parTransId="{A7C878C0-E157-4DB9-8860-2AED5887C961}" sibTransId="{D22FCD8F-DB59-4FA4-A324-F0D5E08DF943}"/>
    <dgm:cxn modelId="{E78B642D-2BE8-4AC9-BFDD-F430D9B6BE6F}" srcId="{046ED782-B954-42A3-98D0-254A8B1A2580}" destId="{8E97AE00-C4DF-48F9-9542-4477D26429A2}" srcOrd="2" destOrd="0" parTransId="{AAC3299F-3190-4141-AE28-0212DF90590D}" sibTransId="{72A9087B-70CB-4FC2-8039-335CE68A962B}"/>
    <dgm:cxn modelId="{84961532-6D3C-40D7-87F7-BBD4070D74EA}" type="presOf" srcId="{2B5AB7A7-F8C0-4846-B8EB-3467340FDE27}" destId="{832BEF14-EF33-41B0-8FA9-05D9C6DE6212}" srcOrd="0" destOrd="1" presId="urn:microsoft.com/office/officeart/2018/5/layout/CenteredIconLabelDescriptionList"/>
    <dgm:cxn modelId="{BF8ED45B-A663-4DBC-A49C-E39A4621F7D8}" srcId="{7F495EFA-3D35-4A96-8018-345F8899A3D8}" destId="{B4E73234-ABEE-4239-B52D-1EEE5401D5C3}" srcOrd="1" destOrd="0" parTransId="{B2AD599F-9255-40C1-A489-D462F4A725E8}" sibTransId="{8B0F9709-05BE-491B-AF19-BA45A37B8D99}"/>
    <dgm:cxn modelId="{CDE7645F-FA93-4F03-84C2-19D996902A67}" type="presOf" srcId="{4315DD2C-8193-498B-98D2-8E7D5C4C9A5E}" destId="{CCFD9872-42C9-4D07-8E51-68A6FE2E88A4}" srcOrd="0" destOrd="1" presId="urn:microsoft.com/office/officeart/2018/5/layout/CenteredIconLabelDescriptionList"/>
    <dgm:cxn modelId="{942F3845-1986-4956-B4DE-7769D64E7769}" srcId="{C16C2F98-59AD-4BF6-8BFE-F541D0ABB905}" destId="{2B5AB7A7-F8C0-4846-B8EB-3467340FDE27}" srcOrd="1" destOrd="0" parTransId="{E9D26F93-BC66-4B9C-9802-B77F3B98720E}" sibTransId="{E361E9D9-75BD-41EA-BC8E-2F960F120EB7}"/>
    <dgm:cxn modelId="{FF93C645-0784-48A9-9DF3-266FD6E1B160}" type="presOf" srcId="{7F495EFA-3D35-4A96-8018-345F8899A3D8}" destId="{74B0D311-C290-4186-86C8-3B57D100CEBC}" srcOrd="0" destOrd="0" presId="urn:microsoft.com/office/officeart/2018/5/layout/CenteredIconLabelDescriptionList"/>
    <dgm:cxn modelId="{EA53F545-E659-49EC-8C7A-40A1FDF44E12}" srcId="{7F495EFA-3D35-4A96-8018-345F8899A3D8}" destId="{C16C2F98-59AD-4BF6-8BFE-F541D0ABB905}" srcOrd="3" destOrd="0" parTransId="{186346BD-AE45-4A8D-8C79-58BD8280261B}" sibTransId="{47BCF196-8D92-4BFA-A8E6-ADD1F78230F0}"/>
    <dgm:cxn modelId="{9763B066-AFB1-469A-990A-749356398D73}" type="presOf" srcId="{AE0B79DA-B01A-44C5-BC43-4A7587ED597F}" destId="{CCFD9872-42C9-4D07-8E51-68A6FE2E88A4}" srcOrd="0" destOrd="2" presId="urn:microsoft.com/office/officeart/2018/5/layout/CenteredIconLabelDescriptionList"/>
    <dgm:cxn modelId="{BD6C4552-15D5-4E9D-BBED-C5F5613B63D7}" srcId="{EDCF1DBE-3A6E-42EC-B872-CF02DD4BFD34}" destId="{2F69D7CA-2B29-415E-AFC7-794D6EC6F88F}" srcOrd="0" destOrd="0" parTransId="{920D19DD-6B82-45E5-8910-2AE9A4C1DCDF}" sibTransId="{BE9C5FCB-1B04-4B1F-8F95-1F494F739822}"/>
    <dgm:cxn modelId="{B1603A59-D0F2-40EC-A910-9A83E8860675}" type="presOf" srcId="{046ED782-B954-42A3-98D0-254A8B1A2580}" destId="{6E1B920A-0CF1-477C-BF67-C7303F742B69}" srcOrd="0" destOrd="0" presId="urn:microsoft.com/office/officeart/2018/5/layout/CenteredIconLabelDescriptionList"/>
    <dgm:cxn modelId="{F946B259-385D-4980-839E-33A05E608925}" srcId="{7F495EFA-3D35-4A96-8018-345F8899A3D8}" destId="{046ED782-B954-42A3-98D0-254A8B1A2580}" srcOrd="2" destOrd="0" parTransId="{D971584C-300A-445D-B114-A749BBD5F8B7}" sibTransId="{C409E042-B019-4519-B1C7-5505B29AAB27}"/>
    <dgm:cxn modelId="{4E45FD5A-5994-4EF9-B29F-E06BEFDAA1D4}" type="presOf" srcId="{C16C2F98-59AD-4BF6-8BFE-F541D0ABB905}" destId="{E1034D4A-CB54-4CC2-AF9E-425031BE2143}" srcOrd="0" destOrd="0" presId="urn:microsoft.com/office/officeart/2018/5/layout/CenteredIconLabelDescriptionList"/>
    <dgm:cxn modelId="{004BB593-DA9B-4839-A606-64EAF0A16CC9}" srcId="{B4E73234-ABEE-4239-B52D-1EEE5401D5C3}" destId="{AE0B79DA-B01A-44C5-BC43-4A7587ED597F}" srcOrd="2" destOrd="0" parTransId="{8480676B-5E84-4E9E-AB65-380E4B4A4738}" sibTransId="{4DD5F80C-B56C-4EDD-9C36-9ED3FD59D551}"/>
    <dgm:cxn modelId="{D7DCBB9F-41CF-4E29-A767-AA7D8CCCA134}" type="presOf" srcId="{EC65B940-BCCA-4E76-87AD-CFED6FBD4E61}" destId="{30257BB4-3B21-46F6-B659-DB713A860608}" srcOrd="0" destOrd="0" presId="urn:microsoft.com/office/officeart/2018/5/layout/CenteredIconLabelDescriptionList"/>
    <dgm:cxn modelId="{C63518A5-7F1B-4761-9141-8B9F4295ECE4}" type="presOf" srcId="{89CF0BA2-3633-423A-8D72-B211FF1E430B}" destId="{FC95A8E7-5C91-4909-9DBC-A1AAD3B57B8D}" srcOrd="0" destOrd="2" presId="urn:microsoft.com/office/officeart/2018/5/layout/CenteredIconLabelDescriptionList"/>
    <dgm:cxn modelId="{6BFCC0A9-1BB0-4497-83B3-3FE23E9C404B}" type="presOf" srcId="{B4E73234-ABEE-4239-B52D-1EEE5401D5C3}" destId="{F94A0CE2-E7F5-48CE-AFC2-094DCEBB5983}" srcOrd="0" destOrd="0" presId="urn:microsoft.com/office/officeart/2018/5/layout/CenteredIconLabelDescriptionList"/>
    <dgm:cxn modelId="{3C44CCB3-63F2-4406-8A95-B54472390EC5}" type="presOf" srcId="{EDCF1DBE-3A6E-42EC-B872-CF02DD4BFD34}" destId="{7C93A92F-FA05-4CD1-AB6D-ACD715C177B3}" srcOrd="0" destOrd="0" presId="urn:microsoft.com/office/officeart/2018/5/layout/CenteredIconLabelDescriptionList"/>
    <dgm:cxn modelId="{E6B830B6-7135-4BC6-856F-C87BC71E71FF}" srcId="{7F495EFA-3D35-4A96-8018-345F8899A3D8}" destId="{EDCF1DBE-3A6E-42EC-B872-CF02DD4BFD34}" srcOrd="0" destOrd="0" parTransId="{8DCEF3F5-29E8-42FB-8033-A62C77BA9797}" sibTransId="{B8180DF8-DCC3-4C2F-830C-89AA861F0312}"/>
    <dgm:cxn modelId="{4A2AC3B6-AF38-4647-8B5C-A6F9087C0FA9}" srcId="{B4E73234-ABEE-4239-B52D-1EEE5401D5C3}" destId="{4315DD2C-8193-498B-98D2-8E7D5C4C9A5E}" srcOrd="1" destOrd="0" parTransId="{0AEE97A0-1B83-4086-B057-621C6DB53FA7}" sibTransId="{FAFD21E0-49EE-48FF-B378-B753C021B4BB}"/>
    <dgm:cxn modelId="{AB6193BD-0752-4A92-8D78-7D7911E951B1}" type="presOf" srcId="{B0D8CB48-6135-428E-9B30-B3F0D016E187}" destId="{CCFD9872-42C9-4D07-8E51-68A6FE2E88A4}" srcOrd="0" destOrd="0" presId="urn:microsoft.com/office/officeart/2018/5/layout/CenteredIconLabelDescriptionList"/>
    <dgm:cxn modelId="{C1472BD5-182A-4B66-809D-8850B6EA6BFE}" type="presOf" srcId="{2F69D7CA-2B29-415E-AFC7-794D6EC6F88F}" destId="{FC95A8E7-5C91-4909-9DBC-A1AAD3B57B8D}" srcOrd="0" destOrd="0" presId="urn:microsoft.com/office/officeart/2018/5/layout/CenteredIconLabelDescriptionList"/>
    <dgm:cxn modelId="{AB76E1E6-E0AB-4787-9A0A-022CBB1F0D66}" type="presOf" srcId="{7EDF2780-78BA-4570-9BEB-3761095D9619}" destId="{FC95A8E7-5C91-4909-9DBC-A1AAD3B57B8D}" srcOrd="0" destOrd="1" presId="urn:microsoft.com/office/officeart/2018/5/layout/CenteredIconLabelDescriptionList"/>
    <dgm:cxn modelId="{7D9DE9F4-8E4D-44C9-B40A-1176BAD8332F}" srcId="{C16C2F98-59AD-4BF6-8BFE-F541D0ABB905}" destId="{5DD9BD7D-1816-49C8-BFDA-9852A24C89D8}" srcOrd="2" destOrd="0" parTransId="{87762127-A0F9-44C7-9DD1-9EBE004D1B5E}" sibTransId="{B3E24BAA-1517-414A-9037-914287E2D11C}"/>
    <dgm:cxn modelId="{7A8B71F9-5912-4E89-9401-CBEDA54924A8}" type="presOf" srcId="{5DD9BD7D-1816-49C8-BFDA-9852A24C89D8}" destId="{832BEF14-EF33-41B0-8FA9-05D9C6DE6212}" srcOrd="0" destOrd="2" presId="urn:microsoft.com/office/officeart/2018/5/layout/CenteredIconLabelDescriptionList"/>
    <dgm:cxn modelId="{53A43CFE-6EC7-4B20-A8B8-3D20BEE67A1F}" srcId="{C16C2F98-59AD-4BF6-8BFE-F541D0ABB905}" destId="{AB051F93-6020-4A79-9121-C8E0471B475A}" srcOrd="0" destOrd="0" parTransId="{61CE6A2E-AB8C-4BD8-8AB7-6C602A62DEDF}" sibTransId="{FC03949A-6D1B-44E3-9928-7D90A4D60D1A}"/>
    <dgm:cxn modelId="{70068EB6-2859-43AA-A05D-9943E0DD8BB5}" type="presParOf" srcId="{74B0D311-C290-4186-86C8-3B57D100CEBC}" destId="{BA601CED-5BFF-4EE3-ACAA-55D21EB295A5}" srcOrd="0" destOrd="0" presId="urn:microsoft.com/office/officeart/2018/5/layout/CenteredIconLabelDescriptionList"/>
    <dgm:cxn modelId="{18A04735-C531-4320-BE2F-6CCCB9E8D4BC}" type="presParOf" srcId="{BA601CED-5BFF-4EE3-ACAA-55D21EB295A5}" destId="{5A3A300D-45AC-4EFD-95FC-E324EB1D7D75}" srcOrd="0" destOrd="0" presId="urn:microsoft.com/office/officeart/2018/5/layout/CenteredIconLabelDescriptionList"/>
    <dgm:cxn modelId="{3433F699-DD8B-4D46-81D0-364D3341A377}" type="presParOf" srcId="{BA601CED-5BFF-4EE3-ACAA-55D21EB295A5}" destId="{7AFF0142-8132-489A-85CB-044BC56E5447}" srcOrd="1" destOrd="0" presId="urn:microsoft.com/office/officeart/2018/5/layout/CenteredIconLabelDescriptionList"/>
    <dgm:cxn modelId="{40CCB9B4-4BEC-4162-B580-2BB6365C9A36}" type="presParOf" srcId="{BA601CED-5BFF-4EE3-ACAA-55D21EB295A5}" destId="{7C93A92F-FA05-4CD1-AB6D-ACD715C177B3}" srcOrd="2" destOrd="0" presId="urn:microsoft.com/office/officeart/2018/5/layout/CenteredIconLabelDescriptionList"/>
    <dgm:cxn modelId="{655A5A93-B463-4564-B2E9-66F7A642DA3C}" type="presParOf" srcId="{BA601CED-5BFF-4EE3-ACAA-55D21EB295A5}" destId="{D3A692D2-F7F9-4A0C-B63C-CE90E8C1968F}" srcOrd="3" destOrd="0" presId="urn:microsoft.com/office/officeart/2018/5/layout/CenteredIconLabelDescriptionList"/>
    <dgm:cxn modelId="{5A9D1887-0A8F-4844-B201-D7627A8B57D6}" type="presParOf" srcId="{BA601CED-5BFF-4EE3-ACAA-55D21EB295A5}" destId="{FC95A8E7-5C91-4909-9DBC-A1AAD3B57B8D}" srcOrd="4" destOrd="0" presId="urn:microsoft.com/office/officeart/2018/5/layout/CenteredIconLabelDescriptionList"/>
    <dgm:cxn modelId="{92A9DCAC-DD4F-4F78-826D-3A519AA8CD9A}" type="presParOf" srcId="{74B0D311-C290-4186-86C8-3B57D100CEBC}" destId="{1F42C468-6CFA-4244-9923-B3EE21D7D44A}" srcOrd="1" destOrd="0" presId="urn:microsoft.com/office/officeart/2018/5/layout/CenteredIconLabelDescriptionList"/>
    <dgm:cxn modelId="{69986F56-9FDC-4C78-8968-FA4ACCB5C0A9}" type="presParOf" srcId="{74B0D311-C290-4186-86C8-3B57D100CEBC}" destId="{8C2AABBE-1A93-4AB0-95CF-C32D506FEA2A}" srcOrd="2" destOrd="0" presId="urn:microsoft.com/office/officeart/2018/5/layout/CenteredIconLabelDescriptionList"/>
    <dgm:cxn modelId="{412AAB90-0FB1-44E2-B3DB-A43E2B81B2C1}" type="presParOf" srcId="{8C2AABBE-1A93-4AB0-95CF-C32D506FEA2A}" destId="{286DCD90-D825-4624-A9F8-52513F7CC486}" srcOrd="0" destOrd="0" presId="urn:microsoft.com/office/officeart/2018/5/layout/CenteredIconLabelDescriptionList"/>
    <dgm:cxn modelId="{79CE721B-D534-4444-82B0-B28A44D3AFFE}" type="presParOf" srcId="{8C2AABBE-1A93-4AB0-95CF-C32D506FEA2A}" destId="{B49091BA-59D6-4030-8B28-489E477EF426}" srcOrd="1" destOrd="0" presId="urn:microsoft.com/office/officeart/2018/5/layout/CenteredIconLabelDescriptionList"/>
    <dgm:cxn modelId="{707F7620-BD1D-4A5A-8CBD-57C1A4C61366}" type="presParOf" srcId="{8C2AABBE-1A93-4AB0-95CF-C32D506FEA2A}" destId="{F94A0CE2-E7F5-48CE-AFC2-094DCEBB5983}" srcOrd="2" destOrd="0" presId="urn:microsoft.com/office/officeart/2018/5/layout/CenteredIconLabelDescriptionList"/>
    <dgm:cxn modelId="{D829E494-C41D-43CA-AF4A-D47AA5BF91B7}" type="presParOf" srcId="{8C2AABBE-1A93-4AB0-95CF-C32D506FEA2A}" destId="{B26AADCF-5F86-485E-A04F-74D6571C470A}" srcOrd="3" destOrd="0" presId="urn:microsoft.com/office/officeart/2018/5/layout/CenteredIconLabelDescriptionList"/>
    <dgm:cxn modelId="{B2DDE1A1-0C92-45EF-A0D4-E2D1B9FFA931}" type="presParOf" srcId="{8C2AABBE-1A93-4AB0-95CF-C32D506FEA2A}" destId="{CCFD9872-42C9-4D07-8E51-68A6FE2E88A4}" srcOrd="4" destOrd="0" presId="urn:microsoft.com/office/officeart/2018/5/layout/CenteredIconLabelDescriptionList"/>
    <dgm:cxn modelId="{0D1629E8-1D5E-4748-8D35-6B03413B8B67}" type="presParOf" srcId="{74B0D311-C290-4186-86C8-3B57D100CEBC}" destId="{1CA40BCC-C26C-403E-B9B8-359410B8FDEA}" srcOrd="3" destOrd="0" presId="urn:microsoft.com/office/officeart/2018/5/layout/CenteredIconLabelDescriptionList"/>
    <dgm:cxn modelId="{0F26AAF6-9A6E-48A6-81DE-24EE192E4B45}" type="presParOf" srcId="{74B0D311-C290-4186-86C8-3B57D100CEBC}" destId="{807D8264-09A6-4D65-945A-EEE97302E4FE}" srcOrd="4" destOrd="0" presId="urn:microsoft.com/office/officeart/2018/5/layout/CenteredIconLabelDescriptionList"/>
    <dgm:cxn modelId="{7195AB0F-0C4B-4612-AFB5-BE2FEF01C7AE}" type="presParOf" srcId="{807D8264-09A6-4D65-945A-EEE97302E4FE}" destId="{DD812A19-4F2E-4804-A4E8-6373C69E6816}" srcOrd="0" destOrd="0" presId="urn:microsoft.com/office/officeart/2018/5/layout/CenteredIconLabelDescriptionList"/>
    <dgm:cxn modelId="{A13D401D-87A3-4395-83FA-5632F752BBE4}" type="presParOf" srcId="{807D8264-09A6-4D65-945A-EEE97302E4FE}" destId="{B552DF77-EC1F-4C25-8D8B-98832FB89068}" srcOrd="1" destOrd="0" presId="urn:microsoft.com/office/officeart/2018/5/layout/CenteredIconLabelDescriptionList"/>
    <dgm:cxn modelId="{F1E0B197-C364-492F-97CE-D165E6829605}" type="presParOf" srcId="{807D8264-09A6-4D65-945A-EEE97302E4FE}" destId="{6E1B920A-0CF1-477C-BF67-C7303F742B69}" srcOrd="2" destOrd="0" presId="urn:microsoft.com/office/officeart/2018/5/layout/CenteredIconLabelDescriptionList"/>
    <dgm:cxn modelId="{FF41E629-435B-453C-BE56-67B8030B1AD7}" type="presParOf" srcId="{807D8264-09A6-4D65-945A-EEE97302E4FE}" destId="{FC92BB01-9975-4AEC-B049-769D8FE65F39}" srcOrd="3" destOrd="0" presId="urn:microsoft.com/office/officeart/2018/5/layout/CenteredIconLabelDescriptionList"/>
    <dgm:cxn modelId="{8A3BCEBB-E2B4-45D6-86EA-56952382C786}" type="presParOf" srcId="{807D8264-09A6-4D65-945A-EEE97302E4FE}" destId="{30257BB4-3B21-46F6-B659-DB713A860608}" srcOrd="4" destOrd="0" presId="urn:microsoft.com/office/officeart/2018/5/layout/CenteredIconLabelDescriptionList"/>
    <dgm:cxn modelId="{2B7FCF70-56F3-4DCD-9B73-7C707B83786A}" type="presParOf" srcId="{74B0D311-C290-4186-86C8-3B57D100CEBC}" destId="{47834062-4EFB-41D9-9C18-E12E096B6316}" srcOrd="5" destOrd="0" presId="urn:microsoft.com/office/officeart/2018/5/layout/CenteredIconLabelDescriptionList"/>
    <dgm:cxn modelId="{8693C8B6-4FD4-41A0-A1A7-E7E0F3114628}" type="presParOf" srcId="{74B0D311-C290-4186-86C8-3B57D100CEBC}" destId="{22E8B070-54E1-4C5C-B7B0-05C1B2BBD735}" srcOrd="6" destOrd="0" presId="urn:microsoft.com/office/officeart/2018/5/layout/CenteredIconLabelDescriptionList"/>
    <dgm:cxn modelId="{666F69B6-D4DF-4B43-B360-C25EBA8F7391}" type="presParOf" srcId="{22E8B070-54E1-4C5C-B7B0-05C1B2BBD735}" destId="{A65B8F40-3AEA-4CAA-9258-1355D5C917E5}" srcOrd="0" destOrd="0" presId="urn:microsoft.com/office/officeart/2018/5/layout/CenteredIconLabelDescriptionList"/>
    <dgm:cxn modelId="{8D2EDF4B-E8CC-4745-9682-3426EB453D2C}" type="presParOf" srcId="{22E8B070-54E1-4C5C-B7B0-05C1B2BBD735}" destId="{C1323E02-8CF8-4F24-B67B-4A7AB0648DEB}" srcOrd="1" destOrd="0" presId="urn:microsoft.com/office/officeart/2018/5/layout/CenteredIconLabelDescriptionList"/>
    <dgm:cxn modelId="{EB60EE67-4B6B-4587-9537-A27735DF4E08}" type="presParOf" srcId="{22E8B070-54E1-4C5C-B7B0-05C1B2BBD735}" destId="{E1034D4A-CB54-4CC2-AF9E-425031BE2143}" srcOrd="2" destOrd="0" presId="urn:microsoft.com/office/officeart/2018/5/layout/CenteredIconLabelDescriptionList"/>
    <dgm:cxn modelId="{BF93A15C-5263-4111-AA49-61CC53E769A2}" type="presParOf" srcId="{22E8B070-54E1-4C5C-B7B0-05C1B2BBD735}" destId="{05CB314B-4694-42E0-B6D4-64CBA5ED0F81}" srcOrd="3" destOrd="0" presId="urn:microsoft.com/office/officeart/2018/5/layout/CenteredIconLabelDescriptionList"/>
    <dgm:cxn modelId="{B9361257-9251-4105-9257-6D210F9FF78C}" type="presParOf" srcId="{22E8B070-54E1-4C5C-B7B0-05C1B2BBD735}" destId="{832BEF14-EF33-41B0-8FA9-05D9C6DE6212}"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79B2B46-2518-411C-8D56-AD81E35DF231}" type="doc">
      <dgm:prSet loTypeId="urn:microsoft.com/office/officeart/2005/8/layout/hList1" loCatId="list" qsTypeId="urn:microsoft.com/office/officeart/2005/8/quickstyle/simple1" qsCatId="simple" csTypeId="urn:microsoft.com/office/officeart/2005/8/colors/colorful1" csCatId="colorful"/>
      <dgm:spPr/>
      <dgm:t>
        <a:bodyPr/>
        <a:lstStyle/>
        <a:p>
          <a:endParaRPr lang="en-US"/>
        </a:p>
      </dgm:t>
    </dgm:pt>
    <dgm:pt modelId="{2129B0AD-6132-4460-8B8D-F3912EE53766}">
      <dgm:prSet/>
      <dgm:spPr/>
      <dgm:t>
        <a:bodyPr/>
        <a:lstStyle/>
        <a:p>
          <a:r>
            <a:rPr lang="en-US" b="1"/>
            <a:t>1. Leadership</a:t>
          </a:r>
          <a:endParaRPr lang="en-US"/>
        </a:p>
      </dgm:t>
    </dgm:pt>
    <dgm:pt modelId="{BE9F0000-BEA2-4B2B-A740-62636818152C}" type="parTrans" cxnId="{E4B949C3-B23D-473E-BE35-A6348775F31E}">
      <dgm:prSet/>
      <dgm:spPr/>
      <dgm:t>
        <a:bodyPr/>
        <a:lstStyle/>
        <a:p>
          <a:endParaRPr lang="en-US"/>
        </a:p>
      </dgm:t>
    </dgm:pt>
    <dgm:pt modelId="{92CEF65F-8250-48D1-A8C3-1ABDC3A9FA3A}" type="sibTrans" cxnId="{E4B949C3-B23D-473E-BE35-A6348775F31E}">
      <dgm:prSet/>
      <dgm:spPr/>
      <dgm:t>
        <a:bodyPr/>
        <a:lstStyle/>
        <a:p>
          <a:endParaRPr lang="en-US"/>
        </a:p>
      </dgm:t>
    </dgm:pt>
    <dgm:pt modelId="{5EC81467-84C8-4035-9BAC-745AA8869C60}">
      <dgm:prSet/>
      <dgm:spPr/>
      <dgm:t>
        <a:bodyPr/>
        <a:lstStyle/>
        <a:p>
          <a:r>
            <a:rPr lang="en-US" b="1"/>
            <a:t>Explanation</a:t>
          </a:r>
          <a:r>
            <a:rPr lang="en-US"/>
            <a:t>: Inspiring and guiding the team toward achieving project goals.</a:t>
          </a:r>
        </a:p>
      </dgm:t>
    </dgm:pt>
    <dgm:pt modelId="{C6A95878-C026-48AD-9FB3-DF2E64BB2454}" type="parTrans" cxnId="{388CA9A5-A906-4F0C-8369-066AA38E2D5E}">
      <dgm:prSet/>
      <dgm:spPr/>
      <dgm:t>
        <a:bodyPr/>
        <a:lstStyle/>
        <a:p>
          <a:endParaRPr lang="en-US"/>
        </a:p>
      </dgm:t>
    </dgm:pt>
    <dgm:pt modelId="{968AC143-E5EC-4F76-B69A-8987A596BE9E}" type="sibTrans" cxnId="{388CA9A5-A906-4F0C-8369-066AA38E2D5E}">
      <dgm:prSet/>
      <dgm:spPr/>
      <dgm:t>
        <a:bodyPr/>
        <a:lstStyle/>
        <a:p>
          <a:endParaRPr lang="en-US"/>
        </a:p>
      </dgm:t>
    </dgm:pt>
    <dgm:pt modelId="{C5CE856D-9C18-4778-A8AB-7802E594F159}">
      <dgm:prSet/>
      <dgm:spPr/>
      <dgm:t>
        <a:bodyPr/>
        <a:lstStyle/>
        <a:p>
          <a:r>
            <a:rPr lang="en-US" b="1"/>
            <a:t>Example</a:t>
          </a:r>
          <a:r>
            <a:rPr lang="en-US"/>
            <a:t>: Motivating a team of developers during a tight deadline to stay focused and productive.</a:t>
          </a:r>
        </a:p>
      </dgm:t>
    </dgm:pt>
    <dgm:pt modelId="{90519CF7-5BAD-40F6-A9FE-F47BD18B633A}" type="parTrans" cxnId="{3BDB967A-7D66-4F37-A6F3-6D4289AC65ED}">
      <dgm:prSet/>
      <dgm:spPr/>
      <dgm:t>
        <a:bodyPr/>
        <a:lstStyle/>
        <a:p>
          <a:endParaRPr lang="en-US"/>
        </a:p>
      </dgm:t>
    </dgm:pt>
    <dgm:pt modelId="{7C77B48F-0A1B-4D44-B60E-25F1E6DD742A}" type="sibTrans" cxnId="{3BDB967A-7D66-4F37-A6F3-6D4289AC65ED}">
      <dgm:prSet/>
      <dgm:spPr/>
      <dgm:t>
        <a:bodyPr/>
        <a:lstStyle/>
        <a:p>
          <a:endParaRPr lang="en-US"/>
        </a:p>
      </dgm:t>
    </dgm:pt>
    <dgm:pt modelId="{FDEF8BAB-A33B-47A0-9408-385933F2EC38}">
      <dgm:prSet/>
      <dgm:spPr/>
      <dgm:t>
        <a:bodyPr/>
        <a:lstStyle/>
        <a:p>
          <a:r>
            <a:rPr lang="en-US" b="1"/>
            <a:t>2. Communication</a:t>
          </a:r>
          <a:endParaRPr lang="en-US"/>
        </a:p>
      </dgm:t>
    </dgm:pt>
    <dgm:pt modelId="{C1F3A774-7F73-4ED1-877E-C3CBEE4CBFC4}" type="parTrans" cxnId="{9407BEA0-FF2B-410B-B49B-34FB587C29A0}">
      <dgm:prSet/>
      <dgm:spPr/>
      <dgm:t>
        <a:bodyPr/>
        <a:lstStyle/>
        <a:p>
          <a:endParaRPr lang="en-US"/>
        </a:p>
      </dgm:t>
    </dgm:pt>
    <dgm:pt modelId="{D3410155-1037-4737-AC95-A7471DE66372}" type="sibTrans" cxnId="{9407BEA0-FF2B-410B-B49B-34FB587C29A0}">
      <dgm:prSet/>
      <dgm:spPr/>
      <dgm:t>
        <a:bodyPr/>
        <a:lstStyle/>
        <a:p>
          <a:endParaRPr lang="en-US"/>
        </a:p>
      </dgm:t>
    </dgm:pt>
    <dgm:pt modelId="{6060A175-545D-4A2B-B660-6BAFCC185CE0}">
      <dgm:prSet/>
      <dgm:spPr/>
      <dgm:t>
        <a:bodyPr/>
        <a:lstStyle/>
        <a:p>
          <a:r>
            <a:rPr lang="en-US" b="1"/>
            <a:t>Explanation</a:t>
          </a:r>
          <a:r>
            <a:rPr lang="en-US"/>
            <a:t>: Clearly conveying information to team members, stakeholders, and clients.</a:t>
          </a:r>
        </a:p>
      </dgm:t>
    </dgm:pt>
    <dgm:pt modelId="{4CD14BDB-C390-48E3-A490-E21D9290A738}" type="parTrans" cxnId="{94B3B2F3-B9B8-4CB6-BE09-4FE5EFEB985D}">
      <dgm:prSet/>
      <dgm:spPr/>
      <dgm:t>
        <a:bodyPr/>
        <a:lstStyle/>
        <a:p>
          <a:endParaRPr lang="en-US"/>
        </a:p>
      </dgm:t>
    </dgm:pt>
    <dgm:pt modelId="{84AA2A8D-DEF5-489E-8AB2-25C94FCD3578}" type="sibTrans" cxnId="{94B3B2F3-B9B8-4CB6-BE09-4FE5EFEB985D}">
      <dgm:prSet/>
      <dgm:spPr/>
      <dgm:t>
        <a:bodyPr/>
        <a:lstStyle/>
        <a:p>
          <a:endParaRPr lang="en-US"/>
        </a:p>
      </dgm:t>
    </dgm:pt>
    <dgm:pt modelId="{1B211661-B110-48EE-BBE0-2EBF8A78845F}">
      <dgm:prSet/>
      <dgm:spPr/>
      <dgm:t>
        <a:bodyPr/>
        <a:lstStyle/>
        <a:p>
          <a:r>
            <a:rPr lang="en-US" b="1"/>
            <a:t>Example</a:t>
          </a:r>
          <a:r>
            <a:rPr lang="en-US"/>
            <a:t>: Hosting weekly meetings to update stakeholders on project progress and challenges.</a:t>
          </a:r>
        </a:p>
      </dgm:t>
    </dgm:pt>
    <dgm:pt modelId="{26DD9B85-286B-4391-8CE0-32F75081DC4E}" type="parTrans" cxnId="{71AA678F-A308-4D6C-A6CB-3DA5E3E3A42A}">
      <dgm:prSet/>
      <dgm:spPr/>
      <dgm:t>
        <a:bodyPr/>
        <a:lstStyle/>
        <a:p>
          <a:endParaRPr lang="en-US"/>
        </a:p>
      </dgm:t>
    </dgm:pt>
    <dgm:pt modelId="{316A2FFC-E7E7-4379-BC92-E2E234ECFF5E}" type="sibTrans" cxnId="{71AA678F-A308-4D6C-A6CB-3DA5E3E3A42A}">
      <dgm:prSet/>
      <dgm:spPr/>
      <dgm:t>
        <a:bodyPr/>
        <a:lstStyle/>
        <a:p>
          <a:endParaRPr lang="en-US"/>
        </a:p>
      </dgm:t>
    </dgm:pt>
    <dgm:pt modelId="{0F613007-953F-4377-BAB0-B4E1E72B50B9}">
      <dgm:prSet/>
      <dgm:spPr/>
      <dgm:t>
        <a:bodyPr/>
        <a:lstStyle/>
        <a:p>
          <a:r>
            <a:rPr lang="en-US" b="1"/>
            <a:t>3. Time Management</a:t>
          </a:r>
          <a:endParaRPr lang="en-US"/>
        </a:p>
      </dgm:t>
    </dgm:pt>
    <dgm:pt modelId="{061A435F-F9E7-46E6-B9B6-6A86044B35F6}" type="parTrans" cxnId="{36A659CE-6771-42AE-A16E-55422EE23FDF}">
      <dgm:prSet/>
      <dgm:spPr/>
      <dgm:t>
        <a:bodyPr/>
        <a:lstStyle/>
        <a:p>
          <a:endParaRPr lang="en-US"/>
        </a:p>
      </dgm:t>
    </dgm:pt>
    <dgm:pt modelId="{537102A5-7CA8-4240-A34B-8388D15BB999}" type="sibTrans" cxnId="{36A659CE-6771-42AE-A16E-55422EE23FDF}">
      <dgm:prSet/>
      <dgm:spPr/>
      <dgm:t>
        <a:bodyPr/>
        <a:lstStyle/>
        <a:p>
          <a:endParaRPr lang="en-US"/>
        </a:p>
      </dgm:t>
    </dgm:pt>
    <dgm:pt modelId="{5EF77EE3-FF2B-426F-A076-7B951702CF16}">
      <dgm:prSet/>
      <dgm:spPr/>
      <dgm:t>
        <a:bodyPr/>
        <a:lstStyle/>
        <a:p>
          <a:r>
            <a:rPr lang="en-US" b="1"/>
            <a:t>Explanation</a:t>
          </a:r>
          <a:r>
            <a:rPr lang="en-US"/>
            <a:t>: Prioritizing tasks and ensuring deadlines are met.</a:t>
          </a:r>
        </a:p>
      </dgm:t>
    </dgm:pt>
    <dgm:pt modelId="{601453A8-F740-492A-835D-235F5E5584CE}" type="parTrans" cxnId="{2F171B32-0A52-482E-B8BB-E9388F3D5242}">
      <dgm:prSet/>
      <dgm:spPr/>
      <dgm:t>
        <a:bodyPr/>
        <a:lstStyle/>
        <a:p>
          <a:endParaRPr lang="en-US"/>
        </a:p>
      </dgm:t>
    </dgm:pt>
    <dgm:pt modelId="{79BDC145-957A-4801-8D08-2CC7292A6EA0}" type="sibTrans" cxnId="{2F171B32-0A52-482E-B8BB-E9388F3D5242}">
      <dgm:prSet/>
      <dgm:spPr/>
      <dgm:t>
        <a:bodyPr/>
        <a:lstStyle/>
        <a:p>
          <a:endParaRPr lang="en-US"/>
        </a:p>
      </dgm:t>
    </dgm:pt>
    <dgm:pt modelId="{0A06EF4D-1607-4812-9871-6BD43483371E}">
      <dgm:prSet/>
      <dgm:spPr/>
      <dgm:t>
        <a:bodyPr/>
        <a:lstStyle/>
        <a:p>
          <a:r>
            <a:rPr lang="en-US" b="1"/>
            <a:t>Example</a:t>
          </a:r>
          <a:r>
            <a:rPr lang="en-US"/>
            <a:t>: Creating a Gantt chart to schedule tasks and monitor progress in a website development project.</a:t>
          </a:r>
        </a:p>
      </dgm:t>
    </dgm:pt>
    <dgm:pt modelId="{4DD09051-D6E2-4D91-8B92-0CBE391ACFB3}" type="parTrans" cxnId="{8F36E6F0-C403-430B-8BCE-2D6FD5A2DFF9}">
      <dgm:prSet/>
      <dgm:spPr/>
      <dgm:t>
        <a:bodyPr/>
        <a:lstStyle/>
        <a:p>
          <a:endParaRPr lang="en-US"/>
        </a:p>
      </dgm:t>
    </dgm:pt>
    <dgm:pt modelId="{867D8864-D434-4424-817B-6F9DA7E22D93}" type="sibTrans" cxnId="{8F36E6F0-C403-430B-8BCE-2D6FD5A2DFF9}">
      <dgm:prSet/>
      <dgm:spPr/>
      <dgm:t>
        <a:bodyPr/>
        <a:lstStyle/>
        <a:p>
          <a:endParaRPr lang="en-US"/>
        </a:p>
      </dgm:t>
    </dgm:pt>
    <dgm:pt modelId="{4AD2C022-B417-4B96-9338-9EE8A594213B}" type="pres">
      <dgm:prSet presAssocID="{779B2B46-2518-411C-8D56-AD81E35DF231}" presName="Name0" presStyleCnt="0">
        <dgm:presLayoutVars>
          <dgm:dir/>
          <dgm:animLvl val="lvl"/>
          <dgm:resizeHandles val="exact"/>
        </dgm:presLayoutVars>
      </dgm:prSet>
      <dgm:spPr/>
    </dgm:pt>
    <dgm:pt modelId="{D9407A63-6D9D-47D1-9784-91E48EF07B5E}" type="pres">
      <dgm:prSet presAssocID="{2129B0AD-6132-4460-8B8D-F3912EE53766}" presName="composite" presStyleCnt="0"/>
      <dgm:spPr/>
    </dgm:pt>
    <dgm:pt modelId="{E951B44E-2A5B-4369-9D0B-C18B10130939}" type="pres">
      <dgm:prSet presAssocID="{2129B0AD-6132-4460-8B8D-F3912EE53766}" presName="parTx" presStyleLbl="alignNode1" presStyleIdx="0" presStyleCnt="3">
        <dgm:presLayoutVars>
          <dgm:chMax val="0"/>
          <dgm:chPref val="0"/>
          <dgm:bulletEnabled val="1"/>
        </dgm:presLayoutVars>
      </dgm:prSet>
      <dgm:spPr/>
    </dgm:pt>
    <dgm:pt modelId="{76C5403D-B270-4857-81BC-9FB9056B0A89}" type="pres">
      <dgm:prSet presAssocID="{2129B0AD-6132-4460-8B8D-F3912EE53766}" presName="desTx" presStyleLbl="alignAccFollowNode1" presStyleIdx="0" presStyleCnt="3">
        <dgm:presLayoutVars>
          <dgm:bulletEnabled val="1"/>
        </dgm:presLayoutVars>
      </dgm:prSet>
      <dgm:spPr/>
    </dgm:pt>
    <dgm:pt modelId="{89719AC7-4F34-448F-A816-99BD66CC38B2}" type="pres">
      <dgm:prSet presAssocID="{92CEF65F-8250-48D1-A8C3-1ABDC3A9FA3A}" presName="space" presStyleCnt="0"/>
      <dgm:spPr/>
    </dgm:pt>
    <dgm:pt modelId="{51B2D972-2FDB-4144-8839-0E284F4CAAA2}" type="pres">
      <dgm:prSet presAssocID="{FDEF8BAB-A33B-47A0-9408-385933F2EC38}" presName="composite" presStyleCnt="0"/>
      <dgm:spPr/>
    </dgm:pt>
    <dgm:pt modelId="{F7524E68-ACE9-4CD9-B084-60BF083D8D4C}" type="pres">
      <dgm:prSet presAssocID="{FDEF8BAB-A33B-47A0-9408-385933F2EC38}" presName="parTx" presStyleLbl="alignNode1" presStyleIdx="1" presStyleCnt="3">
        <dgm:presLayoutVars>
          <dgm:chMax val="0"/>
          <dgm:chPref val="0"/>
          <dgm:bulletEnabled val="1"/>
        </dgm:presLayoutVars>
      </dgm:prSet>
      <dgm:spPr/>
    </dgm:pt>
    <dgm:pt modelId="{D2CCF33B-D6D3-45E1-BCD0-FDA3F9997994}" type="pres">
      <dgm:prSet presAssocID="{FDEF8BAB-A33B-47A0-9408-385933F2EC38}" presName="desTx" presStyleLbl="alignAccFollowNode1" presStyleIdx="1" presStyleCnt="3">
        <dgm:presLayoutVars>
          <dgm:bulletEnabled val="1"/>
        </dgm:presLayoutVars>
      </dgm:prSet>
      <dgm:spPr/>
    </dgm:pt>
    <dgm:pt modelId="{E7004E54-ABEB-464E-A507-5896CEDC3B92}" type="pres">
      <dgm:prSet presAssocID="{D3410155-1037-4737-AC95-A7471DE66372}" presName="space" presStyleCnt="0"/>
      <dgm:spPr/>
    </dgm:pt>
    <dgm:pt modelId="{D86CF545-58B7-4F5B-9E35-D8FBBBAAD742}" type="pres">
      <dgm:prSet presAssocID="{0F613007-953F-4377-BAB0-B4E1E72B50B9}" presName="composite" presStyleCnt="0"/>
      <dgm:spPr/>
    </dgm:pt>
    <dgm:pt modelId="{52EEF163-DDD2-4411-A660-FAF7063774F6}" type="pres">
      <dgm:prSet presAssocID="{0F613007-953F-4377-BAB0-B4E1E72B50B9}" presName="parTx" presStyleLbl="alignNode1" presStyleIdx="2" presStyleCnt="3">
        <dgm:presLayoutVars>
          <dgm:chMax val="0"/>
          <dgm:chPref val="0"/>
          <dgm:bulletEnabled val="1"/>
        </dgm:presLayoutVars>
      </dgm:prSet>
      <dgm:spPr/>
    </dgm:pt>
    <dgm:pt modelId="{5ADDC4C8-1877-497F-A297-C6B20F64113F}" type="pres">
      <dgm:prSet presAssocID="{0F613007-953F-4377-BAB0-B4E1E72B50B9}" presName="desTx" presStyleLbl="alignAccFollowNode1" presStyleIdx="2" presStyleCnt="3">
        <dgm:presLayoutVars>
          <dgm:bulletEnabled val="1"/>
        </dgm:presLayoutVars>
      </dgm:prSet>
      <dgm:spPr/>
    </dgm:pt>
  </dgm:ptLst>
  <dgm:cxnLst>
    <dgm:cxn modelId="{A7C90E17-1E45-4E8F-B414-2AD32D264740}" type="presOf" srcId="{0F613007-953F-4377-BAB0-B4E1E72B50B9}" destId="{52EEF163-DDD2-4411-A660-FAF7063774F6}" srcOrd="0" destOrd="0" presId="urn:microsoft.com/office/officeart/2005/8/layout/hList1"/>
    <dgm:cxn modelId="{B6DDAA21-574C-4B8B-A164-7F7012AD846E}" type="presOf" srcId="{779B2B46-2518-411C-8D56-AD81E35DF231}" destId="{4AD2C022-B417-4B96-9338-9EE8A594213B}" srcOrd="0" destOrd="0" presId="urn:microsoft.com/office/officeart/2005/8/layout/hList1"/>
    <dgm:cxn modelId="{B88E4C29-55E9-4F29-A00E-3B7C85EEB1CA}" type="presOf" srcId="{5EF77EE3-FF2B-426F-A076-7B951702CF16}" destId="{5ADDC4C8-1877-497F-A297-C6B20F64113F}" srcOrd="0" destOrd="0" presId="urn:microsoft.com/office/officeart/2005/8/layout/hList1"/>
    <dgm:cxn modelId="{2F171B32-0A52-482E-B8BB-E9388F3D5242}" srcId="{0F613007-953F-4377-BAB0-B4E1E72B50B9}" destId="{5EF77EE3-FF2B-426F-A076-7B951702CF16}" srcOrd="0" destOrd="0" parTransId="{601453A8-F740-492A-835D-235F5E5584CE}" sibTransId="{79BDC145-957A-4801-8D08-2CC7292A6EA0}"/>
    <dgm:cxn modelId="{6F1F0C39-5BC6-4748-97FB-830FCC87297B}" type="presOf" srcId="{6060A175-545D-4A2B-B660-6BAFCC185CE0}" destId="{D2CCF33B-D6D3-45E1-BCD0-FDA3F9997994}" srcOrd="0" destOrd="0" presId="urn:microsoft.com/office/officeart/2005/8/layout/hList1"/>
    <dgm:cxn modelId="{2470F848-615B-4BCE-AFD3-FB3B47C9C171}" type="presOf" srcId="{0A06EF4D-1607-4812-9871-6BD43483371E}" destId="{5ADDC4C8-1877-497F-A297-C6B20F64113F}" srcOrd="0" destOrd="1" presId="urn:microsoft.com/office/officeart/2005/8/layout/hList1"/>
    <dgm:cxn modelId="{3BDB967A-7D66-4F37-A6F3-6D4289AC65ED}" srcId="{2129B0AD-6132-4460-8B8D-F3912EE53766}" destId="{C5CE856D-9C18-4778-A8AB-7802E594F159}" srcOrd="1" destOrd="0" parTransId="{90519CF7-5BAD-40F6-A9FE-F47BD18B633A}" sibTransId="{7C77B48F-0A1B-4D44-B60E-25F1E6DD742A}"/>
    <dgm:cxn modelId="{E95D1781-C12A-4AF0-B4BE-69E3CF9153DE}" type="presOf" srcId="{C5CE856D-9C18-4778-A8AB-7802E594F159}" destId="{76C5403D-B270-4857-81BC-9FB9056B0A89}" srcOrd="0" destOrd="1" presId="urn:microsoft.com/office/officeart/2005/8/layout/hList1"/>
    <dgm:cxn modelId="{71AA678F-A308-4D6C-A6CB-3DA5E3E3A42A}" srcId="{FDEF8BAB-A33B-47A0-9408-385933F2EC38}" destId="{1B211661-B110-48EE-BBE0-2EBF8A78845F}" srcOrd="1" destOrd="0" parTransId="{26DD9B85-286B-4391-8CE0-32F75081DC4E}" sibTransId="{316A2FFC-E7E7-4379-BC92-E2E234ECFF5E}"/>
    <dgm:cxn modelId="{9407BEA0-FF2B-410B-B49B-34FB587C29A0}" srcId="{779B2B46-2518-411C-8D56-AD81E35DF231}" destId="{FDEF8BAB-A33B-47A0-9408-385933F2EC38}" srcOrd="1" destOrd="0" parTransId="{C1F3A774-7F73-4ED1-877E-C3CBEE4CBFC4}" sibTransId="{D3410155-1037-4737-AC95-A7471DE66372}"/>
    <dgm:cxn modelId="{388CA9A5-A906-4F0C-8369-066AA38E2D5E}" srcId="{2129B0AD-6132-4460-8B8D-F3912EE53766}" destId="{5EC81467-84C8-4035-9BAC-745AA8869C60}" srcOrd="0" destOrd="0" parTransId="{C6A95878-C026-48AD-9FB3-DF2E64BB2454}" sibTransId="{968AC143-E5EC-4F76-B69A-8987A596BE9E}"/>
    <dgm:cxn modelId="{1743D8B0-91D5-4012-8B87-24D7E85C6284}" type="presOf" srcId="{5EC81467-84C8-4035-9BAC-745AA8869C60}" destId="{76C5403D-B270-4857-81BC-9FB9056B0A89}" srcOrd="0" destOrd="0" presId="urn:microsoft.com/office/officeart/2005/8/layout/hList1"/>
    <dgm:cxn modelId="{585BEEB4-99C9-4266-A8C5-EB965C26BA74}" type="presOf" srcId="{2129B0AD-6132-4460-8B8D-F3912EE53766}" destId="{E951B44E-2A5B-4369-9D0B-C18B10130939}" srcOrd="0" destOrd="0" presId="urn:microsoft.com/office/officeart/2005/8/layout/hList1"/>
    <dgm:cxn modelId="{E4B949C3-B23D-473E-BE35-A6348775F31E}" srcId="{779B2B46-2518-411C-8D56-AD81E35DF231}" destId="{2129B0AD-6132-4460-8B8D-F3912EE53766}" srcOrd="0" destOrd="0" parTransId="{BE9F0000-BEA2-4B2B-A740-62636818152C}" sibTransId="{92CEF65F-8250-48D1-A8C3-1ABDC3A9FA3A}"/>
    <dgm:cxn modelId="{727963C4-01FC-48BE-AB91-D0C2CAE8CC8F}" type="presOf" srcId="{1B211661-B110-48EE-BBE0-2EBF8A78845F}" destId="{D2CCF33B-D6D3-45E1-BCD0-FDA3F9997994}" srcOrd="0" destOrd="1" presId="urn:microsoft.com/office/officeart/2005/8/layout/hList1"/>
    <dgm:cxn modelId="{36A659CE-6771-42AE-A16E-55422EE23FDF}" srcId="{779B2B46-2518-411C-8D56-AD81E35DF231}" destId="{0F613007-953F-4377-BAB0-B4E1E72B50B9}" srcOrd="2" destOrd="0" parTransId="{061A435F-F9E7-46E6-B9B6-6A86044B35F6}" sibTransId="{537102A5-7CA8-4240-A34B-8388D15BB999}"/>
    <dgm:cxn modelId="{34A4DFCE-B1EF-46DA-A048-CA388D2ABF95}" type="presOf" srcId="{FDEF8BAB-A33B-47A0-9408-385933F2EC38}" destId="{F7524E68-ACE9-4CD9-B084-60BF083D8D4C}" srcOrd="0" destOrd="0" presId="urn:microsoft.com/office/officeart/2005/8/layout/hList1"/>
    <dgm:cxn modelId="{8F36E6F0-C403-430B-8BCE-2D6FD5A2DFF9}" srcId="{0F613007-953F-4377-BAB0-B4E1E72B50B9}" destId="{0A06EF4D-1607-4812-9871-6BD43483371E}" srcOrd="1" destOrd="0" parTransId="{4DD09051-D6E2-4D91-8B92-0CBE391ACFB3}" sibTransId="{867D8864-D434-4424-817B-6F9DA7E22D93}"/>
    <dgm:cxn modelId="{94B3B2F3-B9B8-4CB6-BE09-4FE5EFEB985D}" srcId="{FDEF8BAB-A33B-47A0-9408-385933F2EC38}" destId="{6060A175-545D-4A2B-B660-6BAFCC185CE0}" srcOrd="0" destOrd="0" parTransId="{4CD14BDB-C390-48E3-A490-E21D9290A738}" sibTransId="{84AA2A8D-DEF5-489E-8AB2-25C94FCD3578}"/>
    <dgm:cxn modelId="{4AC5E240-F6D3-4B30-B1B1-F3F8C5340DD4}" type="presParOf" srcId="{4AD2C022-B417-4B96-9338-9EE8A594213B}" destId="{D9407A63-6D9D-47D1-9784-91E48EF07B5E}" srcOrd="0" destOrd="0" presId="urn:microsoft.com/office/officeart/2005/8/layout/hList1"/>
    <dgm:cxn modelId="{8BA81D45-5AD5-43B6-B612-C50B73388DF1}" type="presParOf" srcId="{D9407A63-6D9D-47D1-9784-91E48EF07B5E}" destId="{E951B44E-2A5B-4369-9D0B-C18B10130939}" srcOrd="0" destOrd="0" presId="urn:microsoft.com/office/officeart/2005/8/layout/hList1"/>
    <dgm:cxn modelId="{9C6A2865-8BAC-4A48-99EF-ADD5852AD731}" type="presParOf" srcId="{D9407A63-6D9D-47D1-9784-91E48EF07B5E}" destId="{76C5403D-B270-4857-81BC-9FB9056B0A89}" srcOrd="1" destOrd="0" presId="urn:microsoft.com/office/officeart/2005/8/layout/hList1"/>
    <dgm:cxn modelId="{33428804-9E56-4E9E-9485-EE7212CEEFBD}" type="presParOf" srcId="{4AD2C022-B417-4B96-9338-9EE8A594213B}" destId="{89719AC7-4F34-448F-A816-99BD66CC38B2}" srcOrd="1" destOrd="0" presId="urn:microsoft.com/office/officeart/2005/8/layout/hList1"/>
    <dgm:cxn modelId="{1C35CEAC-36D2-4CA8-B1FD-90FA4E57F813}" type="presParOf" srcId="{4AD2C022-B417-4B96-9338-9EE8A594213B}" destId="{51B2D972-2FDB-4144-8839-0E284F4CAAA2}" srcOrd="2" destOrd="0" presId="urn:microsoft.com/office/officeart/2005/8/layout/hList1"/>
    <dgm:cxn modelId="{217A5624-BF17-45DB-B881-EC30ABFDCB99}" type="presParOf" srcId="{51B2D972-2FDB-4144-8839-0E284F4CAAA2}" destId="{F7524E68-ACE9-4CD9-B084-60BF083D8D4C}" srcOrd="0" destOrd="0" presId="urn:microsoft.com/office/officeart/2005/8/layout/hList1"/>
    <dgm:cxn modelId="{A5D47774-9F2F-4318-AFFE-A8A89B0FAFAD}" type="presParOf" srcId="{51B2D972-2FDB-4144-8839-0E284F4CAAA2}" destId="{D2CCF33B-D6D3-45E1-BCD0-FDA3F9997994}" srcOrd="1" destOrd="0" presId="urn:microsoft.com/office/officeart/2005/8/layout/hList1"/>
    <dgm:cxn modelId="{1A5EC1BC-DEC1-4491-AC3B-45725BA2834D}" type="presParOf" srcId="{4AD2C022-B417-4B96-9338-9EE8A594213B}" destId="{E7004E54-ABEB-464E-A507-5896CEDC3B92}" srcOrd="3" destOrd="0" presId="urn:microsoft.com/office/officeart/2005/8/layout/hList1"/>
    <dgm:cxn modelId="{90E1E9B2-2AC6-44F1-86DD-47A874E3AE78}" type="presParOf" srcId="{4AD2C022-B417-4B96-9338-9EE8A594213B}" destId="{D86CF545-58B7-4F5B-9E35-D8FBBBAAD742}" srcOrd="4" destOrd="0" presId="urn:microsoft.com/office/officeart/2005/8/layout/hList1"/>
    <dgm:cxn modelId="{1E1355D7-8942-4719-84A8-78C14C66FF8E}" type="presParOf" srcId="{D86CF545-58B7-4F5B-9E35-D8FBBBAAD742}" destId="{52EEF163-DDD2-4411-A660-FAF7063774F6}" srcOrd="0" destOrd="0" presId="urn:microsoft.com/office/officeart/2005/8/layout/hList1"/>
    <dgm:cxn modelId="{D08B1908-D98B-4924-A72A-0A48FC1544FB}" type="presParOf" srcId="{D86CF545-58B7-4F5B-9E35-D8FBBBAAD742}" destId="{5ADDC4C8-1877-497F-A297-C6B20F64113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A79BC41-4647-4867-8E87-2DE987CCE43E}"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9C985BBC-BAC7-493D-A090-460FC62D1F50}">
      <dgm:prSet/>
      <dgm:spPr/>
      <dgm:t>
        <a:bodyPr/>
        <a:lstStyle/>
        <a:p>
          <a:r>
            <a:rPr lang="en-US" b="1"/>
            <a:t>4. Risk Management</a:t>
          </a:r>
          <a:endParaRPr lang="en-US"/>
        </a:p>
      </dgm:t>
    </dgm:pt>
    <dgm:pt modelId="{43D15CD3-A6DA-40A3-BB38-EAEDE462686E}" type="parTrans" cxnId="{6E637779-ECC7-4E5C-ABF1-B246BC837430}">
      <dgm:prSet/>
      <dgm:spPr/>
      <dgm:t>
        <a:bodyPr/>
        <a:lstStyle/>
        <a:p>
          <a:endParaRPr lang="en-US"/>
        </a:p>
      </dgm:t>
    </dgm:pt>
    <dgm:pt modelId="{7D10DD45-EDDD-4215-86D8-D120A3AA541D}" type="sibTrans" cxnId="{6E637779-ECC7-4E5C-ABF1-B246BC837430}">
      <dgm:prSet/>
      <dgm:spPr/>
      <dgm:t>
        <a:bodyPr/>
        <a:lstStyle/>
        <a:p>
          <a:endParaRPr lang="en-US"/>
        </a:p>
      </dgm:t>
    </dgm:pt>
    <dgm:pt modelId="{DF60F2F1-553B-43F7-B26B-406E3C0470F3}">
      <dgm:prSet/>
      <dgm:spPr/>
      <dgm:t>
        <a:bodyPr/>
        <a:lstStyle/>
        <a:p>
          <a:r>
            <a:rPr lang="en-US" b="1"/>
            <a:t>Explanation</a:t>
          </a:r>
          <a:r>
            <a:rPr lang="en-US"/>
            <a:t>: Identifying potential problems and planning how to avoid or handle them.</a:t>
          </a:r>
        </a:p>
      </dgm:t>
    </dgm:pt>
    <dgm:pt modelId="{409C873A-068F-4341-8CF8-98F0F9A7348E}" type="parTrans" cxnId="{65FAB81A-D415-4094-8125-B430EFE8B709}">
      <dgm:prSet/>
      <dgm:spPr/>
      <dgm:t>
        <a:bodyPr/>
        <a:lstStyle/>
        <a:p>
          <a:endParaRPr lang="en-US"/>
        </a:p>
      </dgm:t>
    </dgm:pt>
    <dgm:pt modelId="{5889B77A-7755-4F78-B6F2-257B849F3C8F}" type="sibTrans" cxnId="{65FAB81A-D415-4094-8125-B430EFE8B709}">
      <dgm:prSet/>
      <dgm:spPr/>
      <dgm:t>
        <a:bodyPr/>
        <a:lstStyle/>
        <a:p>
          <a:endParaRPr lang="en-US"/>
        </a:p>
      </dgm:t>
    </dgm:pt>
    <dgm:pt modelId="{3D6BDEE2-A1C9-4A72-9A1D-489C27317F0A}">
      <dgm:prSet/>
      <dgm:spPr/>
      <dgm:t>
        <a:bodyPr/>
        <a:lstStyle/>
        <a:p>
          <a:r>
            <a:rPr lang="en-US" b="1"/>
            <a:t>Example</a:t>
          </a:r>
          <a:r>
            <a:rPr lang="en-US"/>
            <a:t>: Preparing a backup plan in case a software update causes system downtime.</a:t>
          </a:r>
        </a:p>
      </dgm:t>
    </dgm:pt>
    <dgm:pt modelId="{1CA60BDA-4731-4841-AF28-0A2B941A40B8}" type="parTrans" cxnId="{8536B8A6-31AB-42DB-8388-5751C548CFA8}">
      <dgm:prSet/>
      <dgm:spPr/>
      <dgm:t>
        <a:bodyPr/>
        <a:lstStyle/>
        <a:p>
          <a:endParaRPr lang="en-US"/>
        </a:p>
      </dgm:t>
    </dgm:pt>
    <dgm:pt modelId="{E0417497-8533-4AB8-8135-29F9A99B1661}" type="sibTrans" cxnId="{8536B8A6-31AB-42DB-8388-5751C548CFA8}">
      <dgm:prSet/>
      <dgm:spPr/>
      <dgm:t>
        <a:bodyPr/>
        <a:lstStyle/>
        <a:p>
          <a:endParaRPr lang="en-US"/>
        </a:p>
      </dgm:t>
    </dgm:pt>
    <dgm:pt modelId="{D44C3FB6-CD22-4FAE-ACF1-496D425B70B7}">
      <dgm:prSet/>
      <dgm:spPr/>
      <dgm:t>
        <a:bodyPr/>
        <a:lstStyle/>
        <a:p>
          <a:r>
            <a:rPr lang="en-US" b="1"/>
            <a:t>5. Problem-Solving</a:t>
          </a:r>
          <a:endParaRPr lang="en-US"/>
        </a:p>
      </dgm:t>
    </dgm:pt>
    <dgm:pt modelId="{36B985D6-E7D7-4338-818C-68BD0DA98ED8}" type="parTrans" cxnId="{33A23F5C-8577-4A91-B8FD-BDFA9C61380B}">
      <dgm:prSet/>
      <dgm:spPr/>
      <dgm:t>
        <a:bodyPr/>
        <a:lstStyle/>
        <a:p>
          <a:endParaRPr lang="en-US"/>
        </a:p>
      </dgm:t>
    </dgm:pt>
    <dgm:pt modelId="{BD90DF1A-3B1E-43AD-95CC-2DC363C97034}" type="sibTrans" cxnId="{33A23F5C-8577-4A91-B8FD-BDFA9C61380B}">
      <dgm:prSet/>
      <dgm:spPr/>
      <dgm:t>
        <a:bodyPr/>
        <a:lstStyle/>
        <a:p>
          <a:endParaRPr lang="en-US"/>
        </a:p>
      </dgm:t>
    </dgm:pt>
    <dgm:pt modelId="{6036CA9E-C866-417C-9235-496E4AC25D09}">
      <dgm:prSet/>
      <dgm:spPr/>
      <dgm:t>
        <a:bodyPr/>
        <a:lstStyle/>
        <a:p>
          <a:r>
            <a:rPr lang="en-US" b="1"/>
            <a:t>Explanation</a:t>
          </a:r>
          <a:r>
            <a:rPr lang="en-US"/>
            <a:t>: Finding solutions to unexpected issues during the project.</a:t>
          </a:r>
        </a:p>
      </dgm:t>
    </dgm:pt>
    <dgm:pt modelId="{B7D249B0-946A-4BC9-9E5A-63E524C5690E}" type="parTrans" cxnId="{40F77579-DD71-4917-8023-39A128888CBD}">
      <dgm:prSet/>
      <dgm:spPr/>
      <dgm:t>
        <a:bodyPr/>
        <a:lstStyle/>
        <a:p>
          <a:endParaRPr lang="en-US"/>
        </a:p>
      </dgm:t>
    </dgm:pt>
    <dgm:pt modelId="{F92903BF-FE76-4C1B-9AA5-68017D0936F6}" type="sibTrans" cxnId="{40F77579-DD71-4917-8023-39A128888CBD}">
      <dgm:prSet/>
      <dgm:spPr/>
      <dgm:t>
        <a:bodyPr/>
        <a:lstStyle/>
        <a:p>
          <a:endParaRPr lang="en-US"/>
        </a:p>
      </dgm:t>
    </dgm:pt>
    <dgm:pt modelId="{15BA1CFA-0026-4E39-B225-9DE3C8658A41}">
      <dgm:prSet/>
      <dgm:spPr/>
      <dgm:t>
        <a:bodyPr/>
        <a:lstStyle/>
        <a:p>
          <a:r>
            <a:rPr lang="en-US" b="1"/>
            <a:t>Example</a:t>
          </a:r>
          <a:r>
            <a:rPr lang="en-US"/>
            <a:t>: Resolving a conflict between team members or fixing a bug that delays deployment.</a:t>
          </a:r>
        </a:p>
      </dgm:t>
    </dgm:pt>
    <dgm:pt modelId="{D8DF2D43-6795-4041-86D7-9F291E314882}" type="parTrans" cxnId="{6586FC25-20EC-45A2-8D10-B439111C25BB}">
      <dgm:prSet/>
      <dgm:spPr/>
      <dgm:t>
        <a:bodyPr/>
        <a:lstStyle/>
        <a:p>
          <a:endParaRPr lang="en-US"/>
        </a:p>
      </dgm:t>
    </dgm:pt>
    <dgm:pt modelId="{8DD2E083-DDD1-46D6-BB9A-84112DAE4A9C}" type="sibTrans" cxnId="{6586FC25-20EC-45A2-8D10-B439111C25BB}">
      <dgm:prSet/>
      <dgm:spPr/>
      <dgm:t>
        <a:bodyPr/>
        <a:lstStyle/>
        <a:p>
          <a:endParaRPr lang="en-US"/>
        </a:p>
      </dgm:t>
    </dgm:pt>
    <dgm:pt modelId="{FA1494F7-0721-45D6-B67E-748CB91985BA}">
      <dgm:prSet/>
      <dgm:spPr/>
      <dgm:t>
        <a:bodyPr/>
        <a:lstStyle/>
        <a:p>
          <a:r>
            <a:rPr lang="en-US" b="1"/>
            <a:t>6. Negotiation</a:t>
          </a:r>
          <a:endParaRPr lang="en-US"/>
        </a:p>
      </dgm:t>
    </dgm:pt>
    <dgm:pt modelId="{0EE34455-B7F2-4F67-B276-5AF76D25B0F0}" type="parTrans" cxnId="{35538181-1E9F-4872-BB69-CAE1607537DF}">
      <dgm:prSet/>
      <dgm:spPr/>
      <dgm:t>
        <a:bodyPr/>
        <a:lstStyle/>
        <a:p>
          <a:endParaRPr lang="en-US"/>
        </a:p>
      </dgm:t>
    </dgm:pt>
    <dgm:pt modelId="{4430A726-DDFA-44C9-8152-368234F1374F}" type="sibTrans" cxnId="{35538181-1E9F-4872-BB69-CAE1607537DF}">
      <dgm:prSet/>
      <dgm:spPr/>
      <dgm:t>
        <a:bodyPr/>
        <a:lstStyle/>
        <a:p>
          <a:endParaRPr lang="en-US"/>
        </a:p>
      </dgm:t>
    </dgm:pt>
    <dgm:pt modelId="{BD93E514-6657-4026-837B-333C60BCC4C8}">
      <dgm:prSet/>
      <dgm:spPr/>
      <dgm:t>
        <a:bodyPr/>
        <a:lstStyle/>
        <a:p>
          <a:r>
            <a:rPr lang="en-US" b="1"/>
            <a:t>Explanation</a:t>
          </a:r>
          <a:r>
            <a:rPr lang="en-US"/>
            <a:t>: Reaching agreements with clients, vendors, or team members.</a:t>
          </a:r>
        </a:p>
      </dgm:t>
    </dgm:pt>
    <dgm:pt modelId="{1F0A4C2E-F730-498D-A4FF-04E9CBA2F76F}" type="parTrans" cxnId="{B3936FF3-FFA9-423D-84DA-192809C38CA7}">
      <dgm:prSet/>
      <dgm:spPr/>
      <dgm:t>
        <a:bodyPr/>
        <a:lstStyle/>
        <a:p>
          <a:endParaRPr lang="en-US"/>
        </a:p>
      </dgm:t>
    </dgm:pt>
    <dgm:pt modelId="{D593174E-BF92-4933-919F-A9CE88F87E68}" type="sibTrans" cxnId="{B3936FF3-FFA9-423D-84DA-192809C38CA7}">
      <dgm:prSet/>
      <dgm:spPr/>
      <dgm:t>
        <a:bodyPr/>
        <a:lstStyle/>
        <a:p>
          <a:endParaRPr lang="en-US"/>
        </a:p>
      </dgm:t>
    </dgm:pt>
    <dgm:pt modelId="{B0B91B4B-A67E-43FC-A0DB-552B141B4356}">
      <dgm:prSet/>
      <dgm:spPr/>
      <dgm:t>
        <a:bodyPr/>
        <a:lstStyle/>
        <a:p>
          <a:r>
            <a:rPr lang="en-US" b="1"/>
            <a:t>Example</a:t>
          </a:r>
          <a:r>
            <a:rPr lang="en-US"/>
            <a:t>: Negotiating with a client to extend the deadline in exchange for additional features.</a:t>
          </a:r>
        </a:p>
      </dgm:t>
    </dgm:pt>
    <dgm:pt modelId="{F586CFCB-BCDB-4C15-AA5F-2FAB432C5625}" type="parTrans" cxnId="{3DF81210-3756-4CF9-97EE-893D9EF94CC7}">
      <dgm:prSet/>
      <dgm:spPr/>
      <dgm:t>
        <a:bodyPr/>
        <a:lstStyle/>
        <a:p>
          <a:endParaRPr lang="en-US"/>
        </a:p>
      </dgm:t>
    </dgm:pt>
    <dgm:pt modelId="{5865DCD9-EAF4-4B02-AA93-09D86AC42AFC}" type="sibTrans" cxnId="{3DF81210-3756-4CF9-97EE-893D9EF94CC7}">
      <dgm:prSet/>
      <dgm:spPr/>
      <dgm:t>
        <a:bodyPr/>
        <a:lstStyle/>
        <a:p>
          <a:endParaRPr lang="en-US"/>
        </a:p>
      </dgm:t>
    </dgm:pt>
    <dgm:pt modelId="{37A25149-BDD8-48DB-8D27-1DB85FE0C5BB}" type="pres">
      <dgm:prSet presAssocID="{EA79BC41-4647-4867-8E87-2DE987CCE43E}" presName="Name0" presStyleCnt="0">
        <dgm:presLayoutVars>
          <dgm:dir/>
          <dgm:animLvl val="lvl"/>
          <dgm:resizeHandles val="exact"/>
        </dgm:presLayoutVars>
      </dgm:prSet>
      <dgm:spPr/>
    </dgm:pt>
    <dgm:pt modelId="{CE34BDFB-E803-49E9-8901-7380BF2905BE}" type="pres">
      <dgm:prSet presAssocID="{9C985BBC-BAC7-493D-A090-460FC62D1F50}" presName="composite" presStyleCnt="0"/>
      <dgm:spPr/>
    </dgm:pt>
    <dgm:pt modelId="{F7EDBE6A-1444-4765-8C97-CED73549F731}" type="pres">
      <dgm:prSet presAssocID="{9C985BBC-BAC7-493D-A090-460FC62D1F50}" presName="parTx" presStyleLbl="alignNode1" presStyleIdx="0" presStyleCnt="3">
        <dgm:presLayoutVars>
          <dgm:chMax val="0"/>
          <dgm:chPref val="0"/>
          <dgm:bulletEnabled val="1"/>
        </dgm:presLayoutVars>
      </dgm:prSet>
      <dgm:spPr/>
    </dgm:pt>
    <dgm:pt modelId="{F97892F9-1301-4927-8649-BEA96E4FCF74}" type="pres">
      <dgm:prSet presAssocID="{9C985BBC-BAC7-493D-A090-460FC62D1F50}" presName="desTx" presStyleLbl="alignAccFollowNode1" presStyleIdx="0" presStyleCnt="3">
        <dgm:presLayoutVars>
          <dgm:bulletEnabled val="1"/>
        </dgm:presLayoutVars>
      </dgm:prSet>
      <dgm:spPr/>
    </dgm:pt>
    <dgm:pt modelId="{3AD84B37-BE11-4639-8626-88FEEA3C3E5C}" type="pres">
      <dgm:prSet presAssocID="{7D10DD45-EDDD-4215-86D8-D120A3AA541D}" presName="space" presStyleCnt="0"/>
      <dgm:spPr/>
    </dgm:pt>
    <dgm:pt modelId="{53F69B19-BAC2-4F2A-B237-A667261FCDD6}" type="pres">
      <dgm:prSet presAssocID="{D44C3FB6-CD22-4FAE-ACF1-496D425B70B7}" presName="composite" presStyleCnt="0"/>
      <dgm:spPr/>
    </dgm:pt>
    <dgm:pt modelId="{15B29871-F33E-4F03-9DAB-56DA090A020B}" type="pres">
      <dgm:prSet presAssocID="{D44C3FB6-CD22-4FAE-ACF1-496D425B70B7}" presName="parTx" presStyleLbl="alignNode1" presStyleIdx="1" presStyleCnt="3">
        <dgm:presLayoutVars>
          <dgm:chMax val="0"/>
          <dgm:chPref val="0"/>
          <dgm:bulletEnabled val="1"/>
        </dgm:presLayoutVars>
      </dgm:prSet>
      <dgm:spPr/>
    </dgm:pt>
    <dgm:pt modelId="{3C34F65D-968D-43A2-8F21-1EDF4AC618D0}" type="pres">
      <dgm:prSet presAssocID="{D44C3FB6-CD22-4FAE-ACF1-496D425B70B7}" presName="desTx" presStyleLbl="alignAccFollowNode1" presStyleIdx="1" presStyleCnt="3">
        <dgm:presLayoutVars>
          <dgm:bulletEnabled val="1"/>
        </dgm:presLayoutVars>
      </dgm:prSet>
      <dgm:spPr/>
    </dgm:pt>
    <dgm:pt modelId="{038D6B4F-1CC5-4070-A7B2-3756A078D6D9}" type="pres">
      <dgm:prSet presAssocID="{BD90DF1A-3B1E-43AD-95CC-2DC363C97034}" presName="space" presStyleCnt="0"/>
      <dgm:spPr/>
    </dgm:pt>
    <dgm:pt modelId="{F5875BBA-A56F-48C1-ADBD-8BA7A1C103BE}" type="pres">
      <dgm:prSet presAssocID="{FA1494F7-0721-45D6-B67E-748CB91985BA}" presName="composite" presStyleCnt="0"/>
      <dgm:spPr/>
    </dgm:pt>
    <dgm:pt modelId="{6D7125A9-EE04-48A1-B057-983BC798C63E}" type="pres">
      <dgm:prSet presAssocID="{FA1494F7-0721-45D6-B67E-748CB91985BA}" presName="parTx" presStyleLbl="alignNode1" presStyleIdx="2" presStyleCnt="3">
        <dgm:presLayoutVars>
          <dgm:chMax val="0"/>
          <dgm:chPref val="0"/>
          <dgm:bulletEnabled val="1"/>
        </dgm:presLayoutVars>
      </dgm:prSet>
      <dgm:spPr/>
    </dgm:pt>
    <dgm:pt modelId="{194B76C3-5A10-4E31-97A8-22BE3F555B5F}" type="pres">
      <dgm:prSet presAssocID="{FA1494F7-0721-45D6-B67E-748CB91985BA}" presName="desTx" presStyleLbl="alignAccFollowNode1" presStyleIdx="2" presStyleCnt="3">
        <dgm:presLayoutVars>
          <dgm:bulletEnabled val="1"/>
        </dgm:presLayoutVars>
      </dgm:prSet>
      <dgm:spPr/>
    </dgm:pt>
  </dgm:ptLst>
  <dgm:cxnLst>
    <dgm:cxn modelId="{F73EC90E-3BDE-486B-A181-8113FDB96EBA}" type="presOf" srcId="{6036CA9E-C866-417C-9235-496E4AC25D09}" destId="{3C34F65D-968D-43A2-8F21-1EDF4AC618D0}" srcOrd="0" destOrd="0" presId="urn:microsoft.com/office/officeart/2005/8/layout/hList1"/>
    <dgm:cxn modelId="{3DF81210-3756-4CF9-97EE-893D9EF94CC7}" srcId="{FA1494F7-0721-45D6-B67E-748CB91985BA}" destId="{B0B91B4B-A67E-43FC-A0DB-552B141B4356}" srcOrd="1" destOrd="0" parTransId="{F586CFCB-BCDB-4C15-AA5F-2FAB432C5625}" sibTransId="{5865DCD9-EAF4-4B02-AA93-09D86AC42AFC}"/>
    <dgm:cxn modelId="{65FAB81A-D415-4094-8125-B430EFE8B709}" srcId="{9C985BBC-BAC7-493D-A090-460FC62D1F50}" destId="{DF60F2F1-553B-43F7-B26B-406E3C0470F3}" srcOrd="0" destOrd="0" parTransId="{409C873A-068F-4341-8CF8-98F0F9A7348E}" sibTransId="{5889B77A-7755-4F78-B6F2-257B849F3C8F}"/>
    <dgm:cxn modelId="{6586FC25-20EC-45A2-8D10-B439111C25BB}" srcId="{D44C3FB6-CD22-4FAE-ACF1-496D425B70B7}" destId="{15BA1CFA-0026-4E39-B225-9DE3C8658A41}" srcOrd="1" destOrd="0" parTransId="{D8DF2D43-6795-4041-86D7-9F291E314882}" sibTransId="{8DD2E083-DDD1-46D6-BB9A-84112DAE4A9C}"/>
    <dgm:cxn modelId="{29E49228-A49F-4808-8D9D-03CDCE7F796C}" type="presOf" srcId="{EA79BC41-4647-4867-8E87-2DE987CCE43E}" destId="{37A25149-BDD8-48DB-8D27-1DB85FE0C5BB}" srcOrd="0" destOrd="0" presId="urn:microsoft.com/office/officeart/2005/8/layout/hList1"/>
    <dgm:cxn modelId="{33A23F5C-8577-4A91-B8FD-BDFA9C61380B}" srcId="{EA79BC41-4647-4867-8E87-2DE987CCE43E}" destId="{D44C3FB6-CD22-4FAE-ACF1-496D425B70B7}" srcOrd="1" destOrd="0" parTransId="{36B985D6-E7D7-4338-818C-68BD0DA98ED8}" sibTransId="{BD90DF1A-3B1E-43AD-95CC-2DC363C97034}"/>
    <dgm:cxn modelId="{3549ED43-17E5-4FE1-845C-391F657DDE52}" type="presOf" srcId="{15BA1CFA-0026-4E39-B225-9DE3C8658A41}" destId="{3C34F65D-968D-43A2-8F21-1EDF4AC618D0}" srcOrd="0" destOrd="1" presId="urn:microsoft.com/office/officeart/2005/8/layout/hList1"/>
    <dgm:cxn modelId="{BA7D266A-97CD-434F-9435-A68AF3DAB9F2}" type="presOf" srcId="{9C985BBC-BAC7-493D-A090-460FC62D1F50}" destId="{F7EDBE6A-1444-4765-8C97-CED73549F731}" srcOrd="0" destOrd="0" presId="urn:microsoft.com/office/officeart/2005/8/layout/hList1"/>
    <dgm:cxn modelId="{196F4E6A-A7F2-4FA3-9F72-7608210B4F9E}" type="presOf" srcId="{B0B91B4B-A67E-43FC-A0DB-552B141B4356}" destId="{194B76C3-5A10-4E31-97A8-22BE3F555B5F}" srcOrd="0" destOrd="1" presId="urn:microsoft.com/office/officeart/2005/8/layout/hList1"/>
    <dgm:cxn modelId="{13049E4F-244C-41D7-8B55-1643B3B38BDA}" type="presOf" srcId="{FA1494F7-0721-45D6-B67E-748CB91985BA}" destId="{6D7125A9-EE04-48A1-B057-983BC798C63E}" srcOrd="0" destOrd="0" presId="urn:microsoft.com/office/officeart/2005/8/layout/hList1"/>
    <dgm:cxn modelId="{40F77579-DD71-4917-8023-39A128888CBD}" srcId="{D44C3FB6-CD22-4FAE-ACF1-496D425B70B7}" destId="{6036CA9E-C866-417C-9235-496E4AC25D09}" srcOrd="0" destOrd="0" parTransId="{B7D249B0-946A-4BC9-9E5A-63E524C5690E}" sibTransId="{F92903BF-FE76-4C1B-9AA5-68017D0936F6}"/>
    <dgm:cxn modelId="{6E637779-ECC7-4E5C-ABF1-B246BC837430}" srcId="{EA79BC41-4647-4867-8E87-2DE987CCE43E}" destId="{9C985BBC-BAC7-493D-A090-460FC62D1F50}" srcOrd="0" destOrd="0" parTransId="{43D15CD3-A6DA-40A3-BB38-EAEDE462686E}" sibTransId="{7D10DD45-EDDD-4215-86D8-D120A3AA541D}"/>
    <dgm:cxn modelId="{35538181-1E9F-4872-BB69-CAE1607537DF}" srcId="{EA79BC41-4647-4867-8E87-2DE987CCE43E}" destId="{FA1494F7-0721-45D6-B67E-748CB91985BA}" srcOrd="2" destOrd="0" parTransId="{0EE34455-B7F2-4F67-B276-5AF76D25B0F0}" sibTransId="{4430A726-DDFA-44C9-8152-368234F1374F}"/>
    <dgm:cxn modelId="{7D6DC79C-1B82-4FE2-AE4F-2F2C0E91D23A}" type="presOf" srcId="{D44C3FB6-CD22-4FAE-ACF1-496D425B70B7}" destId="{15B29871-F33E-4F03-9DAB-56DA090A020B}" srcOrd="0" destOrd="0" presId="urn:microsoft.com/office/officeart/2005/8/layout/hList1"/>
    <dgm:cxn modelId="{8536B8A6-31AB-42DB-8388-5751C548CFA8}" srcId="{9C985BBC-BAC7-493D-A090-460FC62D1F50}" destId="{3D6BDEE2-A1C9-4A72-9A1D-489C27317F0A}" srcOrd="1" destOrd="0" parTransId="{1CA60BDA-4731-4841-AF28-0A2B941A40B8}" sibTransId="{E0417497-8533-4AB8-8135-29F9A99B1661}"/>
    <dgm:cxn modelId="{2A0E8FB6-A39C-4E79-91F3-AFEE7CC765E0}" type="presOf" srcId="{DF60F2F1-553B-43F7-B26B-406E3C0470F3}" destId="{F97892F9-1301-4927-8649-BEA96E4FCF74}" srcOrd="0" destOrd="0" presId="urn:microsoft.com/office/officeart/2005/8/layout/hList1"/>
    <dgm:cxn modelId="{B1785BDE-EAD0-4F14-AB81-2DE099B3EB9C}" type="presOf" srcId="{3D6BDEE2-A1C9-4A72-9A1D-489C27317F0A}" destId="{F97892F9-1301-4927-8649-BEA96E4FCF74}" srcOrd="0" destOrd="1" presId="urn:microsoft.com/office/officeart/2005/8/layout/hList1"/>
    <dgm:cxn modelId="{D6948BE3-51AE-4417-B02C-55AA7F01E9E3}" type="presOf" srcId="{BD93E514-6657-4026-837B-333C60BCC4C8}" destId="{194B76C3-5A10-4E31-97A8-22BE3F555B5F}" srcOrd="0" destOrd="0" presId="urn:microsoft.com/office/officeart/2005/8/layout/hList1"/>
    <dgm:cxn modelId="{B3936FF3-FFA9-423D-84DA-192809C38CA7}" srcId="{FA1494F7-0721-45D6-B67E-748CB91985BA}" destId="{BD93E514-6657-4026-837B-333C60BCC4C8}" srcOrd="0" destOrd="0" parTransId="{1F0A4C2E-F730-498D-A4FF-04E9CBA2F76F}" sibTransId="{D593174E-BF92-4933-919F-A9CE88F87E68}"/>
    <dgm:cxn modelId="{5600B007-C84B-455B-8713-960186A5144B}" type="presParOf" srcId="{37A25149-BDD8-48DB-8D27-1DB85FE0C5BB}" destId="{CE34BDFB-E803-49E9-8901-7380BF2905BE}" srcOrd="0" destOrd="0" presId="urn:microsoft.com/office/officeart/2005/8/layout/hList1"/>
    <dgm:cxn modelId="{F56AEB75-B1F6-4BF1-9901-3B8B142E20DB}" type="presParOf" srcId="{CE34BDFB-E803-49E9-8901-7380BF2905BE}" destId="{F7EDBE6A-1444-4765-8C97-CED73549F731}" srcOrd="0" destOrd="0" presId="urn:microsoft.com/office/officeart/2005/8/layout/hList1"/>
    <dgm:cxn modelId="{3EECC597-6741-426A-9D90-A9984A4376BB}" type="presParOf" srcId="{CE34BDFB-E803-49E9-8901-7380BF2905BE}" destId="{F97892F9-1301-4927-8649-BEA96E4FCF74}" srcOrd="1" destOrd="0" presId="urn:microsoft.com/office/officeart/2005/8/layout/hList1"/>
    <dgm:cxn modelId="{38DD7A44-5E52-43B1-84FC-F4A95C91C20C}" type="presParOf" srcId="{37A25149-BDD8-48DB-8D27-1DB85FE0C5BB}" destId="{3AD84B37-BE11-4639-8626-88FEEA3C3E5C}" srcOrd="1" destOrd="0" presId="urn:microsoft.com/office/officeart/2005/8/layout/hList1"/>
    <dgm:cxn modelId="{43E96180-FFFB-4F8F-9FA1-40A99BA1C13E}" type="presParOf" srcId="{37A25149-BDD8-48DB-8D27-1DB85FE0C5BB}" destId="{53F69B19-BAC2-4F2A-B237-A667261FCDD6}" srcOrd="2" destOrd="0" presId="urn:microsoft.com/office/officeart/2005/8/layout/hList1"/>
    <dgm:cxn modelId="{59B51A84-B039-4F2A-97AA-70C493E47734}" type="presParOf" srcId="{53F69B19-BAC2-4F2A-B237-A667261FCDD6}" destId="{15B29871-F33E-4F03-9DAB-56DA090A020B}" srcOrd="0" destOrd="0" presId="urn:microsoft.com/office/officeart/2005/8/layout/hList1"/>
    <dgm:cxn modelId="{0CA9DB08-B038-4F41-A068-EE5388490074}" type="presParOf" srcId="{53F69B19-BAC2-4F2A-B237-A667261FCDD6}" destId="{3C34F65D-968D-43A2-8F21-1EDF4AC618D0}" srcOrd="1" destOrd="0" presId="urn:microsoft.com/office/officeart/2005/8/layout/hList1"/>
    <dgm:cxn modelId="{E4804E19-2618-41AC-8DC6-DBD91FB729AD}" type="presParOf" srcId="{37A25149-BDD8-48DB-8D27-1DB85FE0C5BB}" destId="{038D6B4F-1CC5-4070-A7B2-3756A078D6D9}" srcOrd="3" destOrd="0" presId="urn:microsoft.com/office/officeart/2005/8/layout/hList1"/>
    <dgm:cxn modelId="{120D8595-D62B-41E2-A57F-FCCBFD566415}" type="presParOf" srcId="{37A25149-BDD8-48DB-8D27-1DB85FE0C5BB}" destId="{F5875BBA-A56F-48C1-ADBD-8BA7A1C103BE}" srcOrd="4" destOrd="0" presId="urn:microsoft.com/office/officeart/2005/8/layout/hList1"/>
    <dgm:cxn modelId="{42518EC1-5F0E-4854-80B1-8DE90B8EB2A8}" type="presParOf" srcId="{F5875BBA-A56F-48C1-ADBD-8BA7A1C103BE}" destId="{6D7125A9-EE04-48A1-B057-983BC798C63E}" srcOrd="0" destOrd="0" presId="urn:microsoft.com/office/officeart/2005/8/layout/hList1"/>
    <dgm:cxn modelId="{6529194A-67AF-40C3-BFCF-CD85907E6082}" type="presParOf" srcId="{F5875BBA-A56F-48C1-ADBD-8BA7A1C103BE}" destId="{194B76C3-5A10-4E31-97A8-22BE3F555B5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3D988D1-E089-4FE1-BCC5-814530646FD4}"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BC4ECBFA-4E51-4B93-9574-AB87D4CC7AE3}">
      <dgm:prSet/>
      <dgm:spPr/>
      <dgm:t>
        <a:bodyPr/>
        <a:lstStyle/>
        <a:p>
          <a:r>
            <a:rPr lang="en-US" b="1"/>
            <a:t>7. Budgeting</a:t>
          </a:r>
          <a:endParaRPr lang="en-US"/>
        </a:p>
      </dgm:t>
    </dgm:pt>
    <dgm:pt modelId="{2E4F1F62-82EC-4637-8846-D3F85AC8A627}" type="parTrans" cxnId="{359D537F-951C-4079-A019-82AFFEEA5DA7}">
      <dgm:prSet/>
      <dgm:spPr/>
      <dgm:t>
        <a:bodyPr/>
        <a:lstStyle/>
        <a:p>
          <a:endParaRPr lang="en-US"/>
        </a:p>
      </dgm:t>
    </dgm:pt>
    <dgm:pt modelId="{FA59C54C-FFB0-4496-A2B4-E4C5198EB21E}" type="sibTrans" cxnId="{359D537F-951C-4079-A019-82AFFEEA5DA7}">
      <dgm:prSet/>
      <dgm:spPr/>
      <dgm:t>
        <a:bodyPr/>
        <a:lstStyle/>
        <a:p>
          <a:endParaRPr lang="en-US"/>
        </a:p>
      </dgm:t>
    </dgm:pt>
    <dgm:pt modelId="{6F6B9394-BE62-4126-B90E-665F440ABFC2}">
      <dgm:prSet/>
      <dgm:spPr/>
      <dgm:t>
        <a:bodyPr/>
        <a:lstStyle/>
        <a:p>
          <a:r>
            <a:rPr lang="en-US" b="1"/>
            <a:t>Explanation</a:t>
          </a:r>
          <a:r>
            <a:rPr lang="en-US"/>
            <a:t>: Managing project finances and ensuring spending stays within limits.</a:t>
          </a:r>
        </a:p>
      </dgm:t>
    </dgm:pt>
    <dgm:pt modelId="{99929FEC-8483-47BA-AA4E-13E17ADFAD2A}" type="parTrans" cxnId="{A9D524A7-EF68-47D4-B84F-93D10FB2DB62}">
      <dgm:prSet/>
      <dgm:spPr/>
      <dgm:t>
        <a:bodyPr/>
        <a:lstStyle/>
        <a:p>
          <a:endParaRPr lang="en-US"/>
        </a:p>
      </dgm:t>
    </dgm:pt>
    <dgm:pt modelId="{0A6F98E8-42ED-4AE3-9ACB-45BE1417D68B}" type="sibTrans" cxnId="{A9D524A7-EF68-47D4-B84F-93D10FB2DB62}">
      <dgm:prSet/>
      <dgm:spPr/>
      <dgm:t>
        <a:bodyPr/>
        <a:lstStyle/>
        <a:p>
          <a:endParaRPr lang="en-US"/>
        </a:p>
      </dgm:t>
    </dgm:pt>
    <dgm:pt modelId="{F93F17FC-1F44-4CFE-9F25-42A8003BC918}">
      <dgm:prSet/>
      <dgm:spPr/>
      <dgm:t>
        <a:bodyPr/>
        <a:lstStyle/>
        <a:p>
          <a:r>
            <a:rPr lang="en-US" b="1"/>
            <a:t>Example</a:t>
          </a:r>
          <a:r>
            <a:rPr lang="en-US"/>
            <a:t>: Allocating funds for software licenses, team salaries, and testing tools.</a:t>
          </a:r>
        </a:p>
      </dgm:t>
    </dgm:pt>
    <dgm:pt modelId="{A12F112D-562E-4771-A29D-20EE0E8F6805}" type="parTrans" cxnId="{CD2CEB16-6E4C-4349-83FB-FA558CDD8D08}">
      <dgm:prSet/>
      <dgm:spPr/>
      <dgm:t>
        <a:bodyPr/>
        <a:lstStyle/>
        <a:p>
          <a:endParaRPr lang="en-US"/>
        </a:p>
      </dgm:t>
    </dgm:pt>
    <dgm:pt modelId="{8046362C-F5E4-43B3-9B9F-75169D3B256E}" type="sibTrans" cxnId="{CD2CEB16-6E4C-4349-83FB-FA558CDD8D08}">
      <dgm:prSet/>
      <dgm:spPr/>
      <dgm:t>
        <a:bodyPr/>
        <a:lstStyle/>
        <a:p>
          <a:endParaRPr lang="en-US"/>
        </a:p>
      </dgm:t>
    </dgm:pt>
    <dgm:pt modelId="{9A797E57-7D71-4065-A8B8-B911D5A59EC1}">
      <dgm:prSet/>
      <dgm:spPr/>
      <dgm:t>
        <a:bodyPr/>
        <a:lstStyle/>
        <a:p>
          <a:r>
            <a:rPr lang="en-US" b="1"/>
            <a:t>8. Technical Knowledge (especially in IT projects)</a:t>
          </a:r>
          <a:endParaRPr lang="en-US"/>
        </a:p>
      </dgm:t>
    </dgm:pt>
    <dgm:pt modelId="{37D6F60E-B654-4862-8F97-CAA75A205A3E}" type="parTrans" cxnId="{0E62F823-B988-4119-B2D6-20361A722DB0}">
      <dgm:prSet/>
      <dgm:spPr/>
      <dgm:t>
        <a:bodyPr/>
        <a:lstStyle/>
        <a:p>
          <a:endParaRPr lang="en-US"/>
        </a:p>
      </dgm:t>
    </dgm:pt>
    <dgm:pt modelId="{D655FB5F-569B-49F8-A746-BA8DBD607B09}" type="sibTrans" cxnId="{0E62F823-B988-4119-B2D6-20361A722DB0}">
      <dgm:prSet/>
      <dgm:spPr/>
      <dgm:t>
        <a:bodyPr/>
        <a:lstStyle/>
        <a:p>
          <a:endParaRPr lang="en-US"/>
        </a:p>
      </dgm:t>
    </dgm:pt>
    <dgm:pt modelId="{79B34A33-A151-4841-AB38-E15B7AE87578}">
      <dgm:prSet/>
      <dgm:spPr/>
      <dgm:t>
        <a:bodyPr/>
        <a:lstStyle/>
        <a:p>
          <a:r>
            <a:rPr lang="en-US" b="1"/>
            <a:t>Explanation</a:t>
          </a:r>
          <a:r>
            <a:rPr lang="en-US"/>
            <a:t>: Understanding the technology being used to make informed decisions.</a:t>
          </a:r>
        </a:p>
      </dgm:t>
    </dgm:pt>
    <dgm:pt modelId="{9682FB54-373F-44A2-BF20-3A4DC17F437A}" type="parTrans" cxnId="{55B144F9-94D1-4B2A-8E1E-6A60B23707D8}">
      <dgm:prSet/>
      <dgm:spPr/>
      <dgm:t>
        <a:bodyPr/>
        <a:lstStyle/>
        <a:p>
          <a:endParaRPr lang="en-US"/>
        </a:p>
      </dgm:t>
    </dgm:pt>
    <dgm:pt modelId="{8FE3124B-893B-4219-B40B-6DFB3541CC8A}" type="sibTrans" cxnId="{55B144F9-94D1-4B2A-8E1E-6A60B23707D8}">
      <dgm:prSet/>
      <dgm:spPr/>
      <dgm:t>
        <a:bodyPr/>
        <a:lstStyle/>
        <a:p>
          <a:endParaRPr lang="en-US"/>
        </a:p>
      </dgm:t>
    </dgm:pt>
    <dgm:pt modelId="{8B877681-1C7A-49C8-8F2C-148CD5214FAA}">
      <dgm:prSet/>
      <dgm:spPr/>
      <dgm:t>
        <a:bodyPr/>
        <a:lstStyle/>
        <a:p>
          <a:r>
            <a:rPr lang="en-US" b="1"/>
            <a:t>Example</a:t>
          </a:r>
          <a:r>
            <a:rPr lang="en-US"/>
            <a:t>: Knowing how APIs work to guide developers in integrating third-party services.</a:t>
          </a:r>
        </a:p>
      </dgm:t>
    </dgm:pt>
    <dgm:pt modelId="{6FE0FF78-31D8-4999-A305-A3DFB724EEE5}" type="parTrans" cxnId="{C1D76DC1-3F46-4EC4-A913-3EC7C1F194C0}">
      <dgm:prSet/>
      <dgm:spPr/>
      <dgm:t>
        <a:bodyPr/>
        <a:lstStyle/>
        <a:p>
          <a:endParaRPr lang="en-US"/>
        </a:p>
      </dgm:t>
    </dgm:pt>
    <dgm:pt modelId="{9D97114D-D2B9-4C25-BF42-B913645A5097}" type="sibTrans" cxnId="{C1D76DC1-3F46-4EC4-A913-3EC7C1F194C0}">
      <dgm:prSet/>
      <dgm:spPr/>
      <dgm:t>
        <a:bodyPr/>
        <a:lstStyle/>
        <a:p>
          <a:endParaRPr lang="en-US"/>
        </a:p>
      </dgm:t>
    </dgm:pt>
    <dgm:pt modelId="{3FE8588E-F747-4B85-9698-E32DF7FAD089}">
      <dgm:prSet/>
      <dgm:spPr/>
      <dgm:t>
        <a:bodyPr/>
        <a:lstStyle/>
        <a:p>
          <a:r>
            <a:rPr lang="en-US" b="1"/>
            <a:t>9. Adaptability</a:t>
          </a:r>
          <a:endParaRPr lang="en-US"/>
        </a:p>
      </dgm:t>
    </dgm:pt>
    <dgm:pt modelId="{B5EA3E65-A151-4C67-AC0D-773602C1D20F}" type="parTrans" cxnId="{E12E397D-4527-475C-8D03-55242DDF15E6}">
      <dgm:prSet/>
      <dgm:spPr/>
      <dgm:t>
        <a:bodyPr/>
        <a:lstStyle/>
        <a:p>
          <a:endParaRPr lang="en-US"/>
        </a:p>
      </dgm:t>
    </dgm:pt>
    <dgm:pt modelId="{7FB9E447-D899-402D-98A5-D7E52E46633B}" type="sibTrans" cxnId="{E12E397D-4527-475C-8D03-55242DDF15E6}">
      <dgm:prSet/>
      <dgm:spPr/>
      <dgm:t>
        <a:bodyPr/>
        <a:lstStyle/>
        <a:p>
          <a:endParaRPr lang="en-US"/>
        </a:p>
      </dgm:t>
    </dgm:pt>
    <dgm:pt modelId="{5456C4C8-9230-4107-9A4C-894CC72E6652}">
      <dgm:prSet/>
      <dgm:spPr/>
      <dgm:t>
        <a:bodyPr/>
        <a:lstStyle/>
        <a:p>
          <a:r>
            <a:rPr lang="en-US" b="1"/>
            <a:t>Explanation</a:t>
          </a:r>
          <a:r>
            <a:rPr lang="en-US"/>
            <a:t>: Adjusting plans and strategies when project conditions change.</a:t>
          </a:r>
        </a:p>
      </dgm:t>
    </dgm:pt>
    <dgm:pt modelId="{13329F36-57DC-499D-9B9F-04E2AA04B5F9}" type="parTrans" cxnId="{E4658D05-1215-4B4C-BF0C-35EF700432FF}">
      <dgm:prSet/>
      <dgm:spPr/>
      <dgm:t>
        <a:bodyPr/>
        <a:lstStyle/>
        <a:p>
          <a:endParaRPr lang="en-US"/>
        </a:p>
      </dgm:t>
    </dgm:pt>
    <dgm:pt modelId="{F44B30C2-9136-4D13-83CE-BBE8AE306A33}" type="sibTrans" cxnId="{E4658D05-1215-4B4C-BF0C-35EF700432FF}">
      <dgm:prSet/>
      <dgm:spPr/>
      <dgm:t>
        <a:bodyPr/>
        <a:lstStyle/>
        <a:p>
          <a:endParaRPr lang="en-US"/>
        </a:p>
      </dgm:t>
    </dgm:pt>
    <dgm:pt modelId="{47A7CC63-AAD2-4EBC-B708-CE4940D11823}">
      <dgm:prSet/>
      <dgm:spPr/>
      <dgm:t>
        <a:bodyPr/>
        <a:lstStyle/>
        <a:p>
          <a:r>
            <a:rPr lang="en-US" b="1"/>
            <a:t>Example</a:t>
          </a:r>
          <a:r>
            <a:rPr lang="en-US"/>
            <a:t>: Switching from Waterfall to Agile methodology when client requirements evolve.</a:t>
          </a:r>
        </a:p>
      </dgm:t>
    </dgm:pt>
    <dgm:pt modelId="{EFEDD0FD-A31E-4AC1-BABE-A7E9A7760AB6}" type="parTrans" cxnId="{4EF6F1E1-2905-4C7C-AA32-3DB9E37B3485}">
      <dgm:prSet/>
      <dgm:spPr/>
      <dgm:t>
        <a:bodyPr/>
        <a:lstStyle/>
        <a:p>
          <a:endParaRPr lang="en-US"/>
        </a:p>
      </dgm:t>
    </dgm:pt>
    <dgm:pt modelId="{E09E1842-2B14-40F9-8FFE-512474AF592D}" type="sibTrans" cxnId="{4EF6F1E1-2905-4C7C-AA32-3DB9E37B3485}">
      <dgm:prSet/>
      <dgm:spPr/>
      <dgm:t>
        <a:bodyPr/>
        <a:lstStyle/>
        <a:p>
          <a:endParaRPr lang="en-US"/>
        </a:p>
      </dgm:t>
    </dgm:pt>
    <dgm:pt modelId="{A0ED0D34-E526-4953-B8D6-60A263601735}">
      <dgm:prSet/>
      <dgm:spPr/>
      <dgm:t>
        <a:bodyPr/>
        <a:lstStyle/>
        <a:p>
          <a:r>
            <a:rPr lang="en-US" b="1"/>
            <a:t>10. Organizational Skills</a:t>
          </a:r>
          <a:endParaRPr lang="en-US"/>
        </a:p>
      </dgm:t>
    </dgm:pt>
    <dgm:pt modelId="{3F0116DB-322E-4BC2-AEBA-EB08D721A405}" type="parTrans" cxnId="{38441ABE-CF5B-4756-AF1D-6BF5101920DE}">
      <dgm:prSet/>
      <dgm:spPr/>
      <dgm:t>
        <a:bodyPr/>
        <a:lstStyle/>
        <a:p>
          <a:endParaRPr lang="en-US"/>
        </a:p>
      </dgm:t>
    </dgm:pt>
    <dgm:pt modelId="{205719B1-E38C-40B9-8535-C876158094A4}" type="sibTrans" cxnId="{38441ABE-CF5B-4756-AF1D-6BF5101920DE}">
      <dgm:prSet/>
      <dgm:spPr/>
      <dgm:t>
        <a:bodyPr/>
        <a:lstStyle/>
        <a:p>
          <a:endParaRPr lang="en-US"/>
        </a:p>
      </dgm:t>
    </dgm:pt>
    <dgm:pt modelId="{2AA32AF5-F772-476A-8DC3-A5AE1ED0DB57}">
      <dgm:prSet/>
      <dgm:spPr/>
      <dgm:t>
        <a:bodyPr/>
        <a:lstStyle/>
        <a:p>
          <a:r>
            <a:rPr lang="en-US" b="1"/>
            <a:t>Explanation</a:t>
          </a:r>
          <a:r>
            <a:rPr lang="en-US"/>
            <a:t>: Keeping project documents, schedules, and resources well-managed.</a:t>
          </a:r>
        </a:p>
      </dgm:t>
    </dgm:pt>
    <dgm:pt modelId="{9557C321-CE12-4F7F-8D58-5325F30443B8}" type="parTrans" cxnId="{C31AF5DB-03A7-4F68-94C8-0C0B1A83C306}">
      <dgm:prSet/>
      <dgm:spPr/>
      <dgm:t>
        <a:bodyPr/>
        <a:lstStyle/>
        <a:p>
          <a:endParaRPr lang="en-US"/>
        </a:p>
      </dgm:t>
    </dgm:pt>
    <dgm:pt modelId="{0D1B5BEA-4F72-4741-8102-B8CF7267C989}" type="sibTrans" cxnId="{C31AF5DB-03A7-4F68-94C8-0C0B1A83C306}">
      <dgm:prSet/>
      <dgm:spPr/>
      <dgm:t>
        <a:bodyPr/>
        <a:lstStyle/>
        <a:p>
          <a:endParaRPr lang="en-US"/>
        </a:p>
      </dgm:t>
    </dgm:pt>
    <dgm:pt modelId="{36614EBB-87B4-4D29-82C3-9B32D5536818}">
      <dgm:prSet/>
      <dgm:spPr/>
      <dgm:t>
        <a:bodyPr/>
        <a:lstStyle/>
        <a:p>
          <a:r>
            <a:rPr lang="en-US" b="1"/>
            <a:t>Example</a:t>
          </a:r>
          <a:r>
            <a:rPr lang="en-US"/>
            <a:t>: Using project management tools like Trello or Asana to track tasks and deadlines.</a:t>
          </a:r>
        </a:p>
      </dgm:t>
    </dgm:pt>
    <dgm:pt modelId="{7E6525B2-A559-40BE-AC3D-312C84B2AB5D}" type="parTrans" cxnId="{E6E5D54A-FA33-432D-85F7-1835D3A9A745}">
      <dgm:prSet/>
      <dgm:spPr/>
      <dgm:t>
        <a:bodyPr/>
        <a:lstStyle/>
        <a:p>
          <a:endParaRPr lang="en-US"/>
        </a:p>
      </dgm:t>
    </dgm:pt>
    <dgm:pt modelId="{FE8A1E23-B37E-40B4-BAAE-80A8E7EC2242}" type="sibTrans" cxnId="{E6E5D54A-FA33-432D-85F7-1835D3A9A745}">
      <dgm:prSet/>
      <dgm:spPr/>
      <dgm:t>
        <a:bodyPr/>
        <a:lstStyle/>
        <a:p>
          <a:endParaRPr lang="en-US"/>
        </a:p>
      </dgm:t>
    </dgm:pt>
    <dgm:pt modelId="{1AFF26E0-0575-4391-B2E2-64620556B96B}" type="pres">
      <dgm:prSet presAssocID="{F3D988D1-E089-4FE1-BCC5-814530646FD4}" presName="Name0" presStyleCnt="0">
        <dgm:presLayoutVars>
          <dgm:dir/>
          <dgm:animLvl val="lvl"/>
          <dgm:resizeHandles val="exact"/>
        </dgm:presLayoutVars>
      </dgm:prSet>
      <dgm:spPr/>
    </dgm:pt>
    <dgm:pt modelId="{E0E75B68-CBC9-40A5-A5FC-7A2A672CA458}" type="pres">
      <dgm:prSet presAssocID="{BC4ECBFA-4E51-4B93-9574-AB87D4CC7AE3}" presName="composite" presStyleCnt="0"/>
      <dgm:spPr/>
    </dgm:pt>
    <dgm:pt modelId="{6C595F82-D495-4D6C-8D6C-FAADCE9ECC66}" type="pres">
      <dgm:prSet presAssocID="{BC4ECBFA-4E51-4B93-9574-AB87D4CC7AE3}" presName="parTx" presStyleLbl="alignNode1" presStyleIdx="0" presStyleCnt="4">
        <dgm:presLayoutVars>
          <dgm:chMax val="0"/>
          <dgm:chPref val="0"/>
          <dgm:bulletEnabled val="1"/>
        </dgm:presLayoutVars>
      </dgm:prSet>
      <dgm:spPr/>
    </dgm:pt>
    <dgm:pt modelId="{032DFF93-7EA6-4A13-B544-54CE7341A1D3}" type="pres">
      <dgm:prSet presAssocID="{BC4ECBFA-4E51-4B93-9574-AB87D4CC7AE3}" presName="desTx" presStyleLbl="alignAccFollowNode1" presStyleIdx="0" presStyleCnt="4">
        <dgm:presLayoutVars>
          <dgm:bulletEnabled val="1"/>
        </dgm:presLayoutVars>
      </dgm:prSet>
      <dgm:spPr/>
    </dgm:pt>
    <dgm:pt modelId="{10EC4735-D485-413E-9014-DF058D578E21}" type="pres">
      <dgm:prSet presAssocID="{FA59C54C-FFB0-4496-A2B4-E4C5198EB21E}" presName="space" presStyleCnt="0"/>
      <dgm:spPr/>
    </dgm:pt>
    <dgm:pt modelId="{88940B38-5EEE-4A18-B912-F7527F6E82BA}" type="pres">
      <dgm:prSet presAssocID="{9A797E57-7D71-4065-A8B8-B911D5A59EC1}" presName="composite" presStyleCnt="0"/>
      <dgm:spPr/>
    </dgm:pt>
    <dgm:pt modelId="{6721DE2A-C040-417E-BD0F-C5A5BF87179E}" type="pres">
      <dgm:prSet presAssocID="{9A797E57-7D71-4065-A8B8-B911D5A59EC1}" presName="parTx" presStyleLbl="alignNode1" presStyleIdx="1" presStyleCnt="4">
        <dgm:presLayoutVars>
          <dgm:chMax val="0"/>
          <dgm:chPref val="0"/>
          <dgm:bulletEnabled val="1"/>
        </dgm:presLayoutVars>
      </dgm:prSet>
      <dgm:spPr/>
    </dgm:pt>
    <dgm:pt modelId="{93E2B3AA-566D-4756-80BF-D87BA251D1C6}" type="pres">
      <dgm:prSet presAssocID="{9A797E57-7D71-4065-A8B8-B911D5A59EC1}" presName="desTx" presStyleLbl="alignAccFollowNode1" presStyleIdx="1" presStyleCnt="4">
        <dgm:presLayoutVars>
          <dgm:bulletEnabled val="1"/>
        </dgm:presLayoutVars>
      </dgm:prSet>
      <dgm:spPr/>
    </dgm:pt>
    <dgm:pt modelId="{82F80BAE-2D81-4F1E-B0E8-99CFD35274FB}" type="pres">
      <dgm:prSet presAssocID="{D655FB5F-569B-49F8-A746-BA8DBD607B09}" presName="space" presStyleCnt="0"/>
      <dgm:spPr/>
    </dgm:pt>
    <dgm:pt modelId="{BED8A85A-6949-4F58-8B3E-E5D9BFB748DC}" type="pres">
      <dgm:prSet presAssocID="{3FE8588E-F747-4B85-9698-E32DF7FAD089}" presName="composite" presStyleCnt="0"/>
      <dgm:spPr/>
    </dgm:pt>
    <dgm:pt modelId="{D9FF399F-8195-4FF3-9949-1EA741F9F979}" type="pres">
      <dgm:prSet presAssocID="{3FE8588E-F747-4B85-9698-E32DF7FAD089}" presName="parTx" presStyleLbl="alignNode1" presStyleIdx="2" presStyleCnt="4">
        <dgm:presLayoutVars>
          <dgm:chMax val="0"/>
          <dgm:chPref val="0"/>
          <dgm:bulletEnabled val="1"/>
        </dgm:presLayoutVars>
      </dgm:prSet>
      <dgm:spPr/>
    </dgm:pt>
    <dgm:pt modelId="{4B591875-4E25-4EC6-80D6-8F8B622BAB98}" type="pres">
      <dgm:prSet presAssocID="{3FE8588E-F747-4B85-9698-E32DF7FAD089}" presName="desTx" presStyleLbl="alignAccFollowNode1" presStyleIdx="2" presStyleCnt="4">
        <dgm:presLayoutVars>
          <dgm:bulletEnabled val="1"/>
        </dgm:presLayoutVars>
      </dgm:prSet>
      <dgm:spPr/>
    </dgm:pt>
    <dgm:pt modelId="{7B781D58-29F7-473D-B739-C0E1275D0A26}" type="pres">
      <dgm:prSet presAssocID="{7FB9E447-D899-402D-98A5-D7E52E46633B}" presName="space" presStyleCnt="0"/>
      <dgm:spPr/>
    </dgm:pt>
    <dgm:pt modelId="{DDBBD276-9CB7-4D67-8C83-544D236BDB3D}" type="pres">
      <dgm:prSet presAssocID="{A0ED0D34-E526-4953-B8D6-60A263601735}" presName="composite" presStyleCnt="0"/>
      <dgm:spPr/>
    </dgm:pt>
    <dgm:pt modelId="{F1B7EEE3-6361-4046-87A7-C3F0AC5BAA53}" type="pres">
      <dgm:prSet presAssocID="{A0ED0D34-E526-4953-B8D6-60A263601735}" presName="parTx" presStyleLbl="alignNode1" presStyleIdx="3" presStyleCnt="4">
        <dgm:presLayoutVars>
          <dgm:chMax val="0"/>
          <dgm:chPref val="0"/>
          <dgm:bulletEnabled val="1"/>
        </dgm:presLayoutVars>
      </dgm:prSet>
      <dgm:spPr/>
    </dgm:pt>
    <dgm:pt modelId="{6DEFCCED-C0B4-4D98-AC7A-C51FEDC1A624}" type="pres">
      <dgm:prSet presAssocID="{A0ED0D34-E526-4953-B8D6-60A263601735}" presName="desTx" presStyleLbl="alignAccFollowNode1" presStyleIdx="3" presStyleCnt="4">
        <dgm:presLayoutVars>
          <dgm:bulletEnabled val="1"/>
        </dgm:presLayoutVars>
      </dgm:prSet>
      <dgm:spPr/>
    </dgm:pt>
  </dgm:ptLst>
  <dgm:cxnLst>
    <dgm:cxn modelId="{E4658D05-1215-4B4C-BF0C-35EF700432FF}" srcId="{3FE8588E-F747-4B85-9698-E32DF7FAD089}" destId="{5456C4C8-9230-4107-9A4C-894CC72E6652}" srcOrd="0" destOrd="0" parTransId="{13329F36-57DC-499D-9B9F-04E2AA04B5F9}" sibTransId="{F44B30C2-9136-4D13-83CE-BBE8AE306A33}"/>
    <dgm:cxn modelId="{0620AF13-724B-4611-81F4-4E87C418471E}" type="presOf" srcId="{36614EBB-87B4-4D29-82C3-9B32D5536818}" destId="{6DEFCCED-C0B4-4D98-AC7A-C51FEDC1A624}" srcOrd="0" destOrd="1" presId="urn:microsoft.com/office/officeart/2005/8/layout/hList1"/>
    <dgm:cxn modelId="{CD2CEB16-6E4C-4349-83FB-FA558CDD8D08}" srcId="{BC4ECBFA-4E51-4B93-9574-AB87D4CC7AE3}" destId="{F93F17FC-1F44-4CFE-9F25-42A8003BC918}" srcOrd="1" destOrd="0" parTransId="{A12F112D-562E-4771-A29D-20EE0E8F6805}" sibTransId="{8046362C-F5E4-43B3-9B9F-75169D3B256E}"/>
    <dgm:cxn modelId="{0E62F823-B988-4119-B2D6-20361A722DB0}" srcId="{F3D988D1-E089-4FE1-BCC5-814530646FD4}" destId="{9A797E57-7D71-4065-A8B8-B911D5A59EC1}" srcOrd="1" destOrd="0" parTransId="{37D6F60E-B654-4862-8F97-CAA75A205A3E}" sibTransId="{D655FB5F-569B-49F8-A746-BA8DBD607B09}"/>
    <dgm:cxn modelId="{9AE7D42E-F8D4-4D94-BA5E-A9F020EDBF12}" type="presOf" srcId="{F93F17FC-1F44-4CFE-9F25-42A8003BC918}" destId="{032DFF93-7EA6-4A13-B544-54CE7341A1D3}" srcOrd="0" destOrd="1" presId="urn:microsoft.com/office/officeart/2005/8/layout/hList1"/>
    <dgm:cxn modelId="{2F8E6935-4917-4667-A435-50DFC1C7B6A8}" type="presOf" srcId="{6F6B9394-BE62-4126-B90E-665F440ABFC2}" destId="{032DFF93-7EA6-4A13-B544-54CE7341A1D3}" srcOrd="0" destOrd="0" presId="urn:microsoft.com/office/officeart/2005/8/layout/hList1"/>
    <dgm:cxn modelId="{C5DACF66-ECA6-4F34-AE25-DA1FC0E82701}" type="presOf" srcId="{F3D988D1-E089-4FE1-BCC5-814530646FD4}" destId="{1AFF26E0-0575-4391-B2E2-64620556B96B}" srcOrd="0" destOrd="0" presId="urn:microsoft.com/office/officeart/2005/8/layout/hList1"/>
    <dgm:cxn modelId="{E6E5D54A-FA33-432D-85F7-1835D3A9A745}" srcId="{A0ED0D34-E526-4953-B8D6-60A263601735}" destId="{36614EBB-87B4-4D29-82C3-9B32D5536818}" srcOrd="1" destOrd="0" parTransId="{7E6525B2-A559-40BE-AC3D-312C84B2AB5D}" sibTransId="{FE8A1E23-B37E-40B4-BAAE-80A8E7EC2242}"/>
    <dgm:cxn modelId="{FA16CB4D-11F1-4A79-A27F-61C746B63980}" type="presOf" srcId="{47A7CC63-AAD2-4EBC-B708-CE4940D11823}" destId="{4B591875-4E25-4EC6-80D6-8F8B622BAB98}" srcOrd="0" destOrd="1" presId="urn:microsoft.com/office/officeart/2005/8/layout/hList1"/>
    <dgm:cxn modelId="{A30F0178-63CC-44D7-8811-D38C00E383A9}" type="presOf" srcId="{2AA32AF5-F772-476A-8DC3-A5AE1ED0DB57}" destId="{6DEFCCED-C0B4-4D98-AC7A-C51FEDC1A624}" srcOrd="0" destOrd="0" presId="urn:microsoft.com/office/officeart/2005/8/layout/hList1"/>
    <dgm:cxn modelId="{495AE47A-CD0A-4765-9A29-DE52030AD313}" type="presOf" srcId="{79B34A33-A151-4841-AB38-E15B7AE87578}" destId="{93E2B3AA-566D-4756-80BF-D87BA251D1C6}" srcOrd="0" destOrd="0" presId="urn:microsoft.com/office/officeart/2005/8/layout/hList1"/>
    <dgm:cxn modelId="{E12E397D-4527-475C-8D03-55242DDF15E6}" srcId="{F3D988D1-E089-4FE1-BCC5-814530646FD4}" destId="{3FE8588E-F747-4B85-9698-E32DF7FAD089}" srcOrd="2" destOrd="0" parTransId="{B5EA3E65-A151-4C67-AC0D-773602C1D20F}" sibTransId="{7FB9E447-D899-402D-98A5-D7E52E46633B}"/>
    <dgm:cxn modelId="{359D537F-951C-4079-A019-82AFFEEA5DA7}" srcId="{F3D988D1-E089-4FE1-BCC5-814530646FD4}" destId="{BC4ECBFA-4E51-4B93-9574-AB87D4CC7AE3}" srcOrd="0" destOrd="0" parTransId="{2E4F1F62-82EC-4637-8846-D3F85AC8A627}" sibTransId="{FA59C54C-FFB0-4496-A2B4-E4C5198EB21E}"/>
    <dgm:cxn modelId="{85F4D38C-BC12-4520-9D97-5FDF29D68BD7}" type="presOf" srcId="{A0ED0D34-E526-4953-B8D6-60A263601735}" destId="{F1B7EEE3-6361-4046-87A7-C3F0AC5BAA53}" srcOrd="0" destOrd="0" presId="urn:microsoft.com/office/officeart/2005/8/layout/hList1"/>
    <dgm:cxn modelId="{6A08E397-8D40-43B4-BF84-775F17F65021}" type="presOf" srcId="{3FE8588E-F747-4B85-9698-E32DF7FAD089}" destId="{D9FF399F-8195-4FF3-9949-1EA741F9F979}" srcOrd="0" destOrd="0" presId="urn:microsoft.com/office/officeart/2005/8/layout/hList1"/>
    <dgm:cxn modelId="{0D7FC69B-B136-44F9-BAF9-2FD27A9D3D8C}" type="presOf" srcId="{5456C4C8-9230-4107-9A4C-894CC72E6652}" destId="{4B591875-4E25-4EC6-80D6-8F8B622BAB98}" srcOrd="0" destOrd="0" presId="urn:microsoft.com/office/officeart/2005/8/layout/hList1"/>
    <dgm:cxn modelId="{A9D524A7-EF68-47D4-B84F-93D10FB2DB62}" srcId="{BC4ECBFA-4E51-4B93-9574-AB87D4CC7AE3}" destId="{6F6B9394-BE62-4126-B90E-665F440ABFC2}" srcOrd="0" destOrd="0" parTransId="{99929FEC-8483-47BA-AA4E-13E17ADFAD2A}" sibTransId="{0A6F98E8-42ED-4AE3-9ACB-45BE1417D68B}"/>
    <dgm:cxn modelId="{38441ABE-CF5B-4756-AF1D-6BF5101920DE}" srcId="{F3D988D1-E089-4FE1-BCC5-814530646FD4}" destId="{A0ED0D34-E526-4953-B8D6-60A263601735}" srcOrd="3" destOrd="0" parTransId="{3F0116DB-322E-4BC2-AEBA-EB08D721A405}" sibTransId="{205719B1-E38C-40B9-8535-C876158094A4}"/>
    <dgm:cxn modelId="{C1D76DC1-3F46-4EC4-A913-3EC7C1F194C0}" srcId="{9A797E57-7D71-4065-A8B8-B911D5A59EC1}" destId="{8B877681-1C7A-49C8-8F2C-148CD5214FAA}" srcOrd="1" destOrd="0" parTransId="{6FE0FF78-31D8-4999-A305-A3DFB724EEE5}" sibTransId="{9D97114D-D2B9-4C25-BF42-B913645A5097}"/>
    <dgm:cxn modelId="{AF0D17D6-8351-4D00-8F23-440F0412C764}" type="presOf" srcId="{8B877681-1C7A-49C8-8F2C-148CD5214FAA}" destId="{93E2B3AA-566D-4756-80BF-D87BA251D1C6}" srcOrd="0" destOrd="1" presId="urn:microsoft.com/office/officeart/2005/8/layout/hList1"/>
    <dgm:cxn modelId="{C31AF5DB-03A7-4F68-94C8-0C0B1A83C306}" srcId="{A0ED0D34-E526-4953-B8D6-60A263601735}" destId="{2AA32AF5-F772-476A-8DC3-A5AE1ED0DB57}" srcOrd="0" destOrd="0" parTransId="{9557C321-CE12-4F7F-8D58-5325F30443B8}" sibTransId="{0D1B5BEA-4F72-4741-8102-B8CF7267C989}"/>
    <dgm:cxn modelId="{4EF6F1E1-2905-4C7C-AA32-3DB9E37B3485}" srcId="{3FE8588E-F747-4B85-9698-E32DF7FAD089}" destId="{47A7CC63-AAD2-4EBC-B708-CE4940D11823}" srcOrd="1" destOrd="0" parTransId="{EFEDD0FD-A31E-4AC1-BABE-A7E9A7760AB6}" sibTransId="{E09E1842-2B14-40F9-8FFE-512474AF592D}"/>
    <dgm:cxn modelId="{655633E2-8801-4D95-B51F-916B8ADF0202}" type="presOf" srcId="{9A797E57-7D71-4065-A8B8-B911D5A59EC1}" destId="{6721DE2A-C040-417E-BD0F-C5A5BF87179E}" srcOrd="0" destOrd="0" presId="urn:microsoft.com/office/officeart/2005/8/layout/hList1"/>
    <dgm:cxn modelId="{7DE689F1-7A13-4F0E-ADFC-6F2AE3277612}" type="presOf" srcId="{BC4ECBFA-4E51-4B93-9574-AB87D4CC7AE3}" destId="{6C595F82-D495-4D6C-8D6C-FAADCE9ECC66}" srcOrd="0" destOrd="0" presId="urn:microsoft.com/office/officeart/2005/8/layout/hList1"/>
    <dgm:cxn modelId="{55B144F9-94D1-4B2A-8E1E-6A60B23707D8}" srcId="{9A797E57-7D71-4065-A8B8-B911D5A59EC1}" destId="{79B34A33-A151-4841-AB38-E15B7AE87578}" srcOrd="0" destOrd="0" parTransId="{9682FB54-373F-44A2-BF20-3A4DC17F437A}" sibTransId="{8FE3124B-893B-4219-B40B-6DFB3541CC8A}"/>
    <dgm:cxn modelId="{29A5455B-182A-446F-96E6-5E4A8C1CAC78}" type="presParOf" srcId="{1AFF26E0-0575-4391-B2E2-64620556B96B}" destId="{E0E75B68-CBC9-40A5-A5FC-7A2A672CA458}" srcOrd="0" destOrd="0" presId="urn:microsoft.com/office/officeart/2005/8/layout/hList1"/>
    <dgm:cxn modelId="{DE35FA5B-537A-444A-BA69-65DA2D8E9658}" type="presParOf" srcId="{E0E75B68-CBC9-40A5-A5FC-7A2A672CA458}" destId="{6C595F82-D495-4D6C-8D6C-FAADCE9ECC66}" srcOrd="0" destOrd="0" presId="urn:microsoft.com/office/officeart/2005/8/layout/hList1"/>
    <dgm:cxn modelId="{CEF7289F-6FCA-4E53-8B86-402A299220BA}" type="presParOf" srcId="{E0E75B68-CBC9-40A5-A5FC-7A2A672CA458}" destId="{032DFF93-7EA6-4A13-B544-54CE7341A1D3}" srcOrd="1" destOrd="0" presId="urn:microsoft.com/office/officeart/2005/8/layout/hList1"/>
    <dgm:cxn modelId="{6E4BBA1F-05C2-4441-BD7D-4F59A67F5520}" type="presParOf" srcId="{1AFF26E0-0575-4391-B2E2-64620556B96B}" destId="{10EC4735-D485-413E-9014-DF058D578E21}" srcOrd="1" destOrd="0" presId="urn:microsoft.com/office/officeart/2005/8/layout/hList1"/>
    <dgm:cxn modelId="{57A00AFC-FE23-4F1D-8622-79390631AFB8}" type="presParOf" srcId="{1AFF26E0-0575-4391-B2E2-64620556B96B}" destId="{88940B38-5EEE-4A18-B912-F7527F6E82BA}" srcOrd="2" destOrd="0" presId="urn:microsoft.com/office/officeart/2005/8/layout/hList1"/>
    <dgm:cxn modelId="{9D64B0DB-0E09-4286-BC51-78068FE677AE}" type="presParOf" srcId="{88940B38-5EEE-4A18-B912-F7527F6E82BA}" destId="{6721DE2A-C040-417E-BD0F-C5A5BF87179E}" srcOrd="0" destOrd="0" presId="urn:microsoft.com/office/officeart/2005/8/layout/hList1"/>
    <dgm:cxn modelId="{299967E3-A673-461D-9CEB-4C98052F8F56}" type="presParOf" srcId="{88940B38-5EEE-4A18-B912-F7527F6E82BA}" destId="{93E2B3AA-566D-4756-80BF-D87BA251D1C6}" srcOrd="1" destOrd="0" presId="urn:microsoft.com/office/officeart/2005/8/layout/hList1"/>
    <dgm:cxn modelId="{C3F4C46B-0601-4487-B0B1-B3572416B285}" type="presParOf" srcId="{1AFF26E0-0575-4391-B2E2-64620556B96B}" destId="{82F80BAE-2D81-4F1E-B0E8-99CFD35274FB}" srcOrd="3" destOrd="0" presId="urn:microsoft.com/office/officeart/2005/8/layout/hList1"/>
    <dgm:cxn modelId="{8C49902D-0B2F-47B2-990F-33909752927C}" type="presParOf" srcId="{1AFF26E0-0575-4391-B2E2-64620556B96B}" destId="{BED8A85A-6949-4F58-8B3E-E5D9BFB748DC}" srcOrd="4" destOrd="0" presId="urn:microsoft.com/office/officeart/2005/8/layout/hList1"/>
    <dgm:cxn modelId="{5E20A80B-960F-47D6-9AB4-F24BE3DD1F96}" type="presParOf" srcId="{BED8A85A-6949-4F58-8B3E-E5D9BFB748DC}" destId="{D9FF399F-8195-4FF3-9949-1EA741F9F979}" srcOrd="0" destOrd="0" presId="urn:microsoft.com/office/officeart/2005/8/layout/hList1"/>
    <dgm:cxn modelId="{F8B43594-6C93-4608-AE1D-157C6194068D}" type="presParOf" srcId="{BED8A85A-6949-4F58-8B3E-E5D9BFB748DC}" destId="{4B591875-4E25-4EC6-80D6-8F8B622BAB98}" srcOrd="1" destOrd="0" presId="urn:microsoft.com/office/officeart/2005/8/layout/hList1"/>
    <dgm:cxn modelId="{0179EE42-F11A-4662-875F-F6F67BD57DA4}" type="presParOf" srcId="{1AFF26E0-0575-4391-B2E2-64620556B96B}" destId="{7B781D58-29F7-473D-B739-C0E1275D0A26}" srcOrd="5" destOrd="0" presId="urn:microsoft.com/office/officeart/2005/8/layout/hList1"/>
    <dgm:cxn modelId="{06888B6C-2337-4D92-9456-5CA0981A6387}" type="presParOf" srcId="{1AFF26E0-0575-4391-B2E2-64620556B96B}" destId="{DDBBD276-9CB7-4D67-8C83-544D236BDB3D}" srcOrd="6" destOrd="0" presId="urn:microsoft.com/office/officeart/2005/8/layout/hList1"/>
    <dgm:cxn modelId="{A3504167-D854-4801-8942-CB0DC8FDF934}" type="presParOf" srcId="{DDBBD276-9CB7-4D67-8C83-544D236BDB3D}" destId="{F1B7EEE3-6361-4046-87A7-C3F0AC5BAA53}" srcOrd="0" destOrd="0" presId="urn:microsoft.com/office/officeart/2005/8/layout/hList1"/>
    <dgm:cxn modelId="{049151F9-E23A-484C-93A3-A55D1106F2B0}" type="presParOf" srcId="{DDBBD276-9CB7-4D67-8C83-544D236BDB3D}" destId="{6DEFCCED-C0B4-4D98-AC7A-C51FEDC1A62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2ECC1DA-65BF-4341-823C-4C7B98FAF6FC}"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5B51F0E8-54A0-4AF0-8EE3-7326DFA34DE1}">
      <dgm:prSet/>
      <dgm:spPr/>
      <dgm:t>
        <a:bodyPr/>
        <a:lstStyle/>
        <a:p>
          <a:r>
            <a:rPr lang="en-US" b="1"/>
            <a:t>Technical Skills</a:t>
          </a:r>
          <a:endParaRPr lang="en-US"/>
        </a:p>
      </dgm:t>
    </dgm:pt>
    <dgm:pt modelId="{529AA54C-4A8B-4406-B26B-718F7EC41E91}" type="parTrans" cxnId="{C5FBF662-048F-49DE-ACD8-3517C33E1AFD}">
      <dgm:prSet/>
      <dgm:spPr/>
      <dgm:t>
        <a:bodyPr/>
        <a:lstStyle/>
        <a:p>
          <a:endParaRPr lang="en-US"/>
        </a:p>
      </dgm:t>
    </dgm:pt>
    <dgm:pt modelId="{77BE8FB4-6B10-4FFB-A50C-B131B4DF382E}" type="sibTrans" cxnId="{C5FBF662-048F-49DE-ACD8-3517C33E1AFD}">
      <dgm:prSet/>
      <dgm:spPr/>
      <dgm:t>
        <a:bodyPr/>
        <a:lstStyle/>
        <a:p>
          <a:endParaRPr lang="en-US"/>
        </a:p>
      </dgm:t>
    </dgm:pt>
    <dgm:pt modelId="{D1A924B6-BE26-4C12-8F3E-08429F00313D}">
      <dgm:prSet/>
      <dgm:spPr/>
      <dgm:t>
        <a:bodyPr/>
        <a:lstStyle/>
        <a:p>
          <a:r>
            <a:rPr lang="en-US" b="1"/>
            <a:t>Project Management Methodologies</a:t>
          </a:r>
          <a:endParaRPr lang="en-US"/>
        </a:p>
      </dgm:t>
    </dgm:pt>
    <dgm:pt modelId="{CAE11E8C-032B-408E-9163-0261EEDFE8BE}" type="parTrans" cxnId="{D05B913A-1ABB-42DC-8BDE-849692938FFE}">
      <dgm:prSet/>
      <dgm:spPr/>
      <dgm:t>
        <a:bodyPr/>
        <a:lstStyle/>
        <a:p>
          <a:endParaRPr lang="en-US"/>
        </a:p>
      </dgm:t>
    </dgm:pt>
    <dgm:pt modelId="{024B35CA-0261-4C0A-839E-97FFBFFBAE94}" type="sibTrans" cxnId="{D05B913A-1ABB-42DC-8BDE-849692938FFE}">
      <dgm:prSet/>
      <dgm:spPr/>
      <dgm:t>
        <a:bodyPr/>
        <a:lstStyle/>
        <a:p>
          <a:endParaRPr lang="en-US"/>
        </a:p>
      </dgm:t>
    </dgm:pt>
    <dgm:pt modelId="{8F4710A1-BF53-4DEF-BE0E-C56D5C803860}">
      <dgm:prSet/>
      <dgm:spPr/>
      <dgm:t>
        <a:bodyPr/>
        <a:lstStyle/>
        <a:p>
          <a:r>
            <a:rPr lang="en-US"/>
            <a:t>Agile, Scrum, Kanban, Waterfall, Hybrid</a:t>
          </a:r>
        </a:p>
      </dgm:t>
    </dgm:pt>
    <dgm:pt modelId="{A399FA60-B475-46A1-9DB8-21AA5D9BFDBB}" type="parTrans" cxnId="{2166EE45-0469-4D55-9531-C9F48DAEF543}">
      <dgm:prSet/>
      <dgm:spPr/>
      <dgm:t>
        <a:bodyPr/>
        <a:lstStyle/>
        <a:p>
          <a:endParaRPr lang="en-US"/>
        </a:p>
      </dgm:t>
    </dgm:pt>
    <dgm:pt modelId="{6D68CE08-D5F2-4748-BE85-89F059E3AF0B}" type="sibTrans" cxnId="{2166EE45-0469-4D55-9531-C9F48DAEF543}">
      <dgm:prSet/>
      <dgm:spPr/>
      <dgm:t>
        <a:bodyPr/>
        <a:lstStyle/>
        <a:p>
          <a:endParaRPr lang="en-US"/>
        </a:p>
      </dgm:t>
    </dgm:pt>
    <dgm:pt modelId="{E0A1C74B-5DF6-4CA8-8C60-762472AA8729}">
      <dgm:prSet/>
      <dgm:spPr/>
      <dgm:t>
        <a:bodyPr/>
        <a:lstStyle/>
        <a:p>
          <a:r>
            <a:rPr lang="en-US"/>
            <a:t>PMP, PRINCE2, or Scrum Master certification</a:t>
          </a:r>
        </a:p>
      </dgm:t>
    </dgm:pt>
    <dgm:pt modelId="{42703F36-4CE3-46B6-B9A1-C479628F487C}" type="parTrans" cxnId="{E8DDB090-AE98-405E-960A-063C9243CF8E}">
      <dgm:prSet/>
      <dgm:spPr/>
      <dgm:t>
        <a:bodyPr/>
        <a:lstStyle/>
        <a:p>
          <a:endParaRPr lang="en-US"/>
        </a:p>
      </dgm:t>
    </dgm:pt>
    <dgm:pt modelId="{B5A1F151-A5E5-4D61-913B-AC944136AE54}" type="sibTrans" cxnId="{E8DDB090-AE98-405E-960A-063C9243CF8E}">
      <dgm:prSet/>
      <dgm:spPr/>
      <dgm:t>
        <a:bodyPr/>
        <a:lstStyle/>
        <a:p>
          <a:endParaRPr lang="en-US"/>
        </a:p>
      </dgm:t>
    </dgm:pt>
    <dgm:pt modelId="{C4E0F55A-8EB3-4EB5-8510-CD1A010009CC}">
      <dgm:prSet/>
      <dgm:spPr/>
      <dgm:t>
        <a:bodyPr/>
        <a:lstStyle/>
        <a:p>
          <a:r>
            <a:rPr lang="en-US" b="1"/>
            <a:t>Software Development Life Cycle (SDLC) Understanding</a:t>
          </a:r>
          <a:endParaRPr lang="en-US"/>
        </a:p>
      </dgm:t>
    </dgm:pt>
    <dgm:pt modelId="{4BFD10C1-310B-441C-878B-BC6680AC3D49}" type="parTrans" cxnId="{E59F5613-A105-402C-B874-36BF9A0A5982}">
      <dgm:prSet/>
      <dgm:spPr/>
      <dgm:t>
        <a:bodyPr/>
        <a:lstStyle/>
        <a:p>
          <a:endParaRPr lang="en-US"/>
        </a:p>
      </dgm:t>
    </dgm:pt>
    <dgm:pt modelId="{510C9D59-A5ED-4C5F-B5C4-570FC4001FFB}" type="sibTrans" cxnId="{E59F5613-A105-402C-B874-36BF9A0A5982}">
      <dgm:prSet/>
      <dgm:spPr/>
      <dgm:t>
        <a:bodyPr/>
        <a:lstStyle/>
        <a:p>
          <a:endParaRPr lang="en-US"/>
        </a:p>
      </dgm:t>
    </dgm:pt>
    <dgm:pt modelId="{281A9D80-3245-4DCD-8A48-576FE9626782}">
      <dgm:prSet/>
      <dgm:spPr/>
      <dgm:t>
        <a:bodyPr/>
        <a:lstStyle/>
        <a:p>
          <a:r>
            <a:rPr lang="en-US"/>
            <a:t>Knowledge of phases: requirements, design, development, testing, deployment, and maintenance</a:t>
          </a:r>
        </a:p>
      </dgm:t>
    </dgm:pt>
    <dgm:pt modelId="{B47F3CCE-B9D2-4BF1-B45F-8E160AF105F7}" type="parTrans" cxnId="{796F0C8A-04A1-43FA-8DDE-45D1AF5A2BF1}">
      <dgm:prSet/>
      <dgm:spPr/>
      <dgm:t>
        <a:bodyPr/>
        <a:lstStyle/>
        <a:p>
          <a:endParaRPr lang="en-US"/>
        </a:p>
      </dgm:t>
    </dgm:pt>
    <dgm:pt modelId="{39105455-3BE7-4FD9-87FD-E4DCDC1FC675}" type="sibTrans" cxnId="{796F0C8A-04A1-43FA-8DDE-45D1AF5A2BF1}">
      <dgm:prSet/>
      <dgm:spPr/>
      <dgm:t>
        <a:bodyPr/>
        <a:lstStyle/>
        <a:p>
          <a:endParaRPr lang="en-US"/>
        </a:p>
      </dgm:t>
    </dgm:pt>
    <dgm:pt modelId="{CB8DB47E-31AA-4527-AE75-884BEBBBA91D}">
      <dgm:prSet/>
      <dgm:spPr/>
      <dgm:t>
        <a:bodyPr/>
        <a:lstStyle/>
        <a:p>
          <a:r>
            <a:rPr lang="en-US" b="1"/>
            <a:t>IT Infrastructure Knowledge</a:t>
          </a:r>
          <a:endParaRPr lang="en-US"/>
        </a:p>
      </dgm:t>
    </dgm:pt>
    <dgm:pt modelId="{AAD7A7EB-C3B2-4C22-BC2B-4969234699FC}" type="parTrans" cxnId="{C13624F6-5F3C-4221-BD1A-02A5E5AF39B8}">
      <dgm:prSet/>
      <dgm:spPr/>
      <dgm:t>
        <a:bodyPr/>
        <a:lstStyle/>
        <a:p>
          <a:endParaRPr lang="en-US"/>
        </a:p>
      </dgm:t>
    </dgm:pt>
    <dgm:pt modelId="{56D03D36-D852-41CC-8992-80F4ECE525EA}" type="sibTrans" cxnId="{C13624F6-5F3C-4221-BD1A-02A5E5AF39B8}">
      <dgm:prSet/>
      <dgm:spPr/>
      <dgm:t>
        <a:bodyPr/>
        <a:lstStyle/>
        <a:p>
          <a:endParaRPr lang="en-US"/>
        </a:p>
      </dgm:t>
    </dgm:pt>
    <dgm:pt modelId="{B8D0638C-6D36-4DA1-B7F7-D8D6774FB476}">
      <dgm:prSet/>
      <dgm:spPr/>
      <dgm:t>
        <a:bodyPr/>
        <a:lstStyle/>
        <a:p>
          <a:r>
            <a:rPr lang="en-US"/>
            <a:t>Networking, cloud computing (AWS, Azure, GCP), databases, cybersecurity basics</a:t>
          </a:r>
        </a:p>
      </dgm:t>
    </dgm:pt>
    <dgm:pt modelId="{57D4FA79-B86E-46C0-BB09-2BF8F90C18E9}" type="parTrans" cxnId="{ACBBAD29-8DB7-4215-8C46-A1E4B807070C}">
      <dgm:prSet/>
      <dgm:spPr/>
      <dgm:t>
        <a:bodyPr/>
        <a:lstStyle/>
        <a:p>
          <a:endParaRPr lang="en-US"/>
        </a:p>
      </dgm:t>
    </dgm:pt>
    <dgm:pt modelId="{23826BEF-DDDE-4AD7-AF72-082142DB2E98}" type="sibTrans" cxnId="{ACBBAD29-8DB7-4215-8C46-A1E4B807070C}">
      <dgm:prSet/>
      <dgm:spPr/>
      <dgm:t>
        <a:bodyPr/>
        <a:lstStyle/>
        <a:p>
          <a:endParaRPr lang="en-US"/>
        </a:p>
      </dgm:t>
    </dgm:pt>
    <dgm:pt modelId="{AA140843-FE65-4DC6-8AEB-F9B886FC20E1}">
      <dgm:prSet/>
      <dgm:spPr/>
      <dgm:t>
        <a:bodyPr/>
        <a:lstStyle/>
        <a:p>
          <a:r>
            <a:rPr lang="en-US" b="1"/>
            <a:t>Project Management Tools</a:t>
          </a:r>
          <a:endParaRPr lang="en-US"/>
        </a:p>
      </dgm:t>
    </dgm:pt>
    <dgm:pt modelId="{1CCDF181-80D0-4603-8114-407494BDEAD1}" type="parTrans" cxnId="{B1ABD806-CBEE-4CA4-8BD4-59991EA34A49}">
      <dgm:prSet/>
      <dgm:spPr/>
      <dgm:t>
        <a:bodyPr/>
        <a:lstStyle/>
        <a:p>
          <a:endParaRPr lang="en-US"/>
        </a:p>
      </dgm:t>
    </dgm:pt>
    <dgm:pt modelId="{3E710B87-A8E3-4055-BF07-CB3ED67B9ED0}" type="sibTrans" cxnId="{B1ABD806-CBEE-4CA4-8BD4-59991EA34A49}">
      <dgm:prSet/>
      <dgm:spPr/>
      <dgm:t>
        <a:bodyPr/>
        <a:lstStyle/>
        <a:p>
          <a:endParaRPr lang="en-US"/>
        </a:p>
      </dgm:t>
    </dgm:pt>
    <dgm:pt modelId="{5065C8EC-EFC9-4CEC-8440-425DE0CBEAC9}">
      <dgm:prSet/>
      <dgm:spPr/>
      <dgm:t>
        <a:bodyPr/>
        <a:lstStyle/>
        <a:p>
          <a:r>
            <a:rPr lang="en-US"/>
            <a:t>Tools like Jira, Trello, Microsoft Project, Asana, Monday.com, or ClickUp</a:t>
          </a:r>
        </a:p>
      </dgm:t>
    </dgm:pt>
    <dgm:pt modelId="{7E45BBCC-4149-43C1-A77E-13FD9F9D8FB0}" type="parTrans" cxnId="{93F1664B-B3BB-481B-A64B-A38A50A9BD1F}">
      <dgm:prSet/>
      <dgm:spPr/>
      <dgm:t>
        <a:bodyPr/>
        <a:lstStyle/>
        <a:p>
          <a:endParaRPr lang="en-US"/>
        </a:p>
      </dgm:t>
    </dgm:pt>
    <dgm:pt modelId="{BD4F5011-D91C-43E8-9B63-4DD9040777B4}" type="sibTrans" cxnId="{93F1664B-B3BB-481B-A64B-A38A50A9BD1F}">
      <dgm:prSet/>
      <dgm:spPr/>
      <dgm:t>
        <a:bodyPr/>
        <a:lstStyle/>
        <a:p>
          <a:endParaRPr lang="en-US"/>
        </a:p>
      </dgm:t>
    </dgm:pt>
    <dgm:pt modelId="{E6305D65-C20C-43BE-A372-09B303A13B1F}">
      <dgm:prSet/>
      <dgm:spPr/>
      <dgm:t>
        <a:bodyPr/>
        <a:lstStyle/>
        <a:p>
          <a:r>
            <a:rPr lang="en-US" b="1"/>
            <a:t>Risk Management</a:t>
          </a:r>
          <a:endParaRPr lang="en-US"/>
        </a:p>
      </dgm:t>
    </dgm:pt>
    <dgm:pt modelId="{31628DD6-4A34-44A8-B65E-4CACE0CC1644}" type="parTrans" cxnId="{B816F2C4-4FDB-42E0-953D-A78DBDC841E9}">
      <dgm:prSet/>
      <dgm:spPr/>
      <dgm:t>
        <a:bodyPr/>
        <a:lstStyle/>
        <a:p>
          <a:endParaRPr lang="en-US"/>
        </a:p>
      </dgm:t>
    </dgm:pt>
    <dgm:pt modelId="{771E5BCD-97EE-43CA-9475-BEE7CE371FE5}" type="sibTrans" cxnId="{B816F2C4-4FDB-42E0-953D-A78DBDC841E9}">
      <dgm:prSet/>
      <dgm:spPr/>
      <dgm:t>
        <a:bodyPr/>
        <a:lstStyle/>
        <a:p>
          <a:endParaRPr lang="en-US"/>
        </a:p>
      </dgm:t>
    </dgm:pt>
    <dgm:pt modelId="{27D91884-68AA-4ED2-900D-F7CDCFB7052B}">
      <dgm:prSet/>
      <dgm:spPr/>
      <dgm:t>
        <a:bodyPr/>
        <a:lstStyle/>
        <a:p>
          <a:r>
            <a:rPr lang="en-US"/>
            <a:t>Identifying, analyzing, mitigating risks and managing issues throughout the project</a:t>
          </a:r>
        </a:p>
      </dgm:t>
    </dgm:pt>
    <dgm:pt modelId="{21371DF3-8082-4096-89EC-41BCC1D3641C}" type="parTrans" cxnId="{1A627B9B-37BF-4A12-8CD1-2A1AF91D54D6}">
      <dgm:prSet/>
      <dgm:spPr/>
      <dgm:t>
        <a:bodyPr/>
        <a:lstStyle/>
        <a:p>
          <a:endParaRPr lang="en-US"/>
        </a:p>
      </dgm:t>
    </dgm:pt>
    <dgm:pt modelId="{66B1948A-7A42-4755-AF65-F514FF4D1B20}" type="sibTrans" cxnId="{1A627B9B-37BF-4A12-8CD1-2A1AF91D54D6}">
      <dgm:prSet/>
      <dgm:spPr/>
      <dgm:t>
        <a:bodyPr/>
        <a:lstStyle/>
        <a:p>
          <a:endParaRPr lang="en-US"/>
        </a:p>
      </dgm:t>
    </dgm:pt>
    <dgm:pt modelId="{7089BFD6-EF91-4895-8368-9ACB07228873}">
      <dgm:prSet/>
      <dgm:spPr/>
      <dgm:t>
        <a:bodyPr/>
        <a:lstStyle/>
        <a:p>
          <a:r>
            <a:rPr lang="en-US" b="1"/>
            <a:t>Budgeting and Resource Management</a:t>
          </a:r>
          <a:endParaRPr lang="en-US"/>
        </a:p>
      </dgm:t>
    </dgm:pt>
    <dgm:pt modelId="{3033AC65-D3BF-4F79-BF81-C1B6C521A83D}" type="parTrans" cxnId="{4DC1F777-9C77-4951-A551-BE7329D3178F}">
      <dgm:prSet/>
      <dgm:spPr/>
      <dgm:t>
        <a:bodyPr/>
        <a:lstStyle/>
        <a:p>
          <a:endParaRPr lang="en-US"/>
        </a:p>
      </dgm:t>
    </dgm:pt>
    <dgm:pt modelId="{7287AF66-E83D-40E7-8949-C173C96EAF19}" type="sibTrans" cxnId="{4DC1F777-9C77-4951-A551-BE7329D3178F}">
      <dgm:prSet/>
      <dgm:spPr/>
      <dgm:t>
        <a:bodyPr/>
        <a:lstStyle/>
        <a:p>
          <a:endParaRPr lang="en-US"/>
        </a:p>
      </dgm:t>
    </dgm:pt>
    <dgm:pt modelId="{FE3DDF4C-653D-48F5-A4E7-B9A5ABCA062B}">
      <dgm:prSet/>
      <dgm:spPr/>
      <dgm:t>
        <a:bodyPr/>
        <a:lstStyle/>
        <a:p>
          <a:r>
            <a:rPr lang="en-US"/>
            <a:t>Cost estimation, budget tracking, resource allocation, and utilization</a:t>
          </a:r>
        </a:p>
      </dgm:t>
    </dgm:pt>
    <dgm:pt modelId="{AACC7E69-9C2F-4B18-8047-73D4D0F559FE}" type="parTrans" cxnId="{92321E34-95BA-4651-BDA9-860ED630D7A3}">
      <dgm:prSet/>
      <dgm:spPr/>
      <dgm:t>
        <a:bodyPr/>
        <a:lstStyle/>
        <a:p>
          <a:endParaRPr lang="en-US"/>
        </a:p>
      </dgm:t>
    </dgm:pt>
    <dgm:pt modelId="{AA41FA37-6A0C-4D3D-A0EB-D7CEE2921467}" type="sibTrans" cxnId="{92321E34-95BA-4651-BDA9-860ED630D7A3}">
      <dgm:prSet/>
      <dgm:spPr/>
      <dgm:t>
        <a:bodyPr/>
        <a:lstStyle/>
        <a:p>
          <a:endParaRPr lang="en-US"/>
        </a:p>
      </dgm:t>
    </dgm:pt>
    <dgm:pt modelId="{1C008110-480A-4F83-9E7E-595BD22454DD}">
      <dgm:prSet/>
      <dgm:spPr/>
      <dgm:t>
        <a:bodyPr/>
        <a:lstStyle/>
        <a:p>
          <a:r>
            <a:rPr lang="en-US" b="1"/>
            <a:t>Data and Metrics Interpretation</a:t>
          </a:r>
          <a:endParaRPr lang="en-US"/>
        </a:p>
      </dgm:t>
    </dgm:pt>
    <dgm:pt modelId="{F41140BC-4367-4D29-B498-9B74281C4F62}" type="parTrans" cxnId="{2663DDCB-0048-43A9-8C4F-D3046210EAC7}">
      <dgm:prSet/>
      <dgm:spPr/>
      <dgm:t>
        <a:bodyPr/>
        <a:lstStyle/>
        <a:p>
          <a:endParaRPr lang="en-US"/>
        </a:p>
      </dgm:t>
    </dgm:pt>
    <dgm:pt modelId="{E79E4667-D68C-49A1-B21E-ED5F10F702F9}" type="sibTrans" cxnId="{2663DDCB-0048-43A9-8C4F-D3046210EAC7}">
      <dgm:prSet/>
      <dgm:spPr/>
      <dgm:t>
        <a:bodyPr/>
        <a:lstStyle/>
        <a:p>
          <a:endParaRPr lang="en-US"/>
        </a:p>
      </dgm:t>
    </dgm:pt>
    <dgm:pt modelId="{90AFF775-905A-49CB-AFA6-C7FCDF812A51}">
      <dgm:prSet/>
      <dgm:spPr/>
      <dgm:t>
        <a:bodyPr/>
        <a:lstStyle/>
        <a:p>
          <a:r>
            <a:rPr lang="en-US"/>
            <a:t>KPIs, burndown charts, velocity, earned value management (EVM)</a:t>
          </a:r>
        </a:p>
      </dgm:t>
    </dgm:pt>
    <dgm:pt modelId="{080AF966-5DC9-42EF-8B00-329072D49D29}" type="parTrans" cxnId="{31E87C90-CB96-47E1-9B54-EC971274656A}">
      <dgm:prSet/>
      <dgm:spPr/>
      <dgm:t>
        <a:bodyPr/>
        <a:lstStyle/>
        <a:p>
          <a:endParaRPr lang="en-US"/>
        </a:p>
      </dgm:t>
    </dgm:pt>
    <dgm:pt modelId="{D81299A8-ABC1-4D7E-A1FA-831F1C00F045}" type="sibTrans" cxnId="{31E87C90-CB96-47E1-9B54-EC971274656A}">
      <dgm:prSet/>
      <dgm:spPr/>
      <dgm:t>
        <a:bodyPr/>
        <a:lstStyle/>
        <a:p>
          <a:endParaRPr lang="en-US"/>
        </a:p>
      </dgm:t>
    </dgm:pt>
    <dgm:pt modelId="{5C6A5788-C82E-48AA-8B41-DD362C4D47E0}">
      <dgm:prSet/>
      <dgm:spPr/>
      <dgm:t>
        <a:bodyPr/>
        <a:lstStyle/>
        <a:p>
          <a:r>
            <a:rPr lang="en-US" b="1"/>
            <a:t>Contract &amp; Vendor Management</a:t>
          </a:r>
          <a:endParaRPr lang="en-US"/>
        </a:p>
      </dgm:t>
    </dgm:pt>
    <dgm:pt modelId="{E412F9C9-E5DB-406F-9A5E-61DE31C155A0}" type="parTrans" cxnId="{5705C37D-200E-4E44-A816-3DE47468CBC8}">
      <dgm:prSet/>
      <dgm:spPr/>
      <dgm:t>
        <a:bodyPr/>
        <a:lstStyle/>
        <a:p>
          <a:endParaRPr lang="en-US"/>
        </a:p>
      </dgm:t>
    </dgm:pt>
    <dgm:pt modelId="{AB3D7200-D85F-4C58-9D63-3295B1E3A59A}" type="sibTrans" cxnId="{5705C37D-200E-4E44-A816-3DE47468CBC8}">
      <dgm:prSet/>
      <dgm:spPr/>
      <dgm:t>
        <a:bodyPr/>
        <a:lstStyle/>
        <a:p>
          <a:endParaRPr lang="en-US"/>
        </a:p>
      </dgm:t>
    </dgm:pt>
    <dgm:pt modelId="{6452D392-ACC4-41A9-A774-FE234EC86050}">
      <dgm:prSet/>
      <dgm:spPr/>
      <dgm:t>
        <a:bodyPr/>
        <a:lstStyle/>
        <a:p>
          <a:r>
            <a:rPr lang="en-US"/>
            <a:t>Working with third-party vendors, drafting contracts, managing SLAs</a:t>
          </a:r>
        </a:p>
      </dgm:t>
    </dgm:pt>
    <dgm:pt modelId="{2DA5B27E-7A13-477A-BC5A-60C99B98DA88}" type="parTrans" cxnId="{DCB311D3-0BAC-456C-BDF6-A18A73B5D687}">
      <dgm:prSet/>
      <dgm:spPr/>
      <dgm:t>
        <a:bodyPr/>
        <a:lstStyle/>
        <a:p>
          <a:endParaRPr lang="en-US"/>
        </a:p>
      </dgm:t>
    </dgm:pt>
    <dgm:pt modelId="{718FFAB2-13CD-4326-8D56-CC1A81DC9068}" type="sibTrans" cxnId="{DCB311D3-0BAC-456C-BDF6-A18A73B5D687}">
      <dgm:prSet/>
      <dgm:spPr/>
      <dgm:t>
        <a:bodyPr/>
        <a:lstStyle/>
        <a:p>
          <a:endParaRPr lang="en-US"/>
        </a:p>
      </dgm:t>
    </dgm:pt>
    <dgm:pt modelId="{37F89EEC-B32D-407C-8D88-F844020119E3}" type="pres">
      <dgm:prSet presAssocID="{E2ECC1DA-65BF-4341-823C-4C7B98FAF6FC}" presName="diagram" presStyleCnt="0">
        <dgm:presLayoutVars>
          <dgm:dir/>
          <dgm:resizeHandles val="exact"/>
        </dgm:presLayoutVars>
      </dgm:prSet>
      <dgm:spPr/>
    </dgm:pt>
    <dgm:pt modelId="{9D365B3D-3743-4A8A-AFCB-7F76FFDC3753}" type="pres">
      <dgm:prSet presAssocID="{5B51F0E8-54A0-4AF0-8EE3-7326DFA34DE1}" presName="node" presStyleLbl="node1" presStyleIdx="0" presStyleCnt="9">
        <dgm:presLayoutVars>
          <dgm:bulletEnabled val="1"/>
        </dgm:presLayoutVars>
      </dgm:prSet>
      <dgm:spPr/>
    </dgm:pt>
    <dgm:pt modelId="{7D806FD1-A3AC-43FE-B0D3-B66A2027CC6C}" type="pres">
      <dgm:prSet presAssocID="{77BE8FB4-6B10-4FFB-A50C-B131B4DF382E}" presName="sibTrans" presStyleCnt="0"/>
      <dgm:spPr/>
    </dgm:pt>
    <dgm:pt modelId="{72D5C4E5-A6A0-4F30-ABA0-2454D0DBC538}" type="pres">
      <dgm:prSet presAssocID="{D1A924B6-BE26-4C12-8F3E-08429F00313D}" presName="node" presStyleLbl="node1" presStyleIdx="1" presStyleCnt="9">
        <dgm:presLayoutVars>
          <dgm:bulletEnabled val="1"/>
        </dgm:presLayoutVars>
      </dgm:prSet>
      <dgm:spPr/>
    </dgm:pt>
    <dgm:pt modelId="{026BC3CD-6650-419B-A030-EFE0DD44BCF5}" type="pres">
      <dgm:prSet presAssocID="{024B35CA-0261-4C0A-839E-97FFBFFBAE94}" presName="sibTrans" presStyleCnt="0"/>
      <dgm:spPr/>
    </dgm:pt>
    <dgm:pt modelId="{A868111C-FEFC-4301-84DC-3F5D029A00A6}" type="pres">
      <dgm:prSet presAssocID="{C4E0F55A-8EB3-4EB5-8510-CD1A010009CC}" presName="node" presStyleLbl="node1" presStyleIdx="2" presStyleCnt="9">
        <dgm:presLayoutVars>
          <dgm:bulletEnabled val="1"/>
        </dgm:presLayoutVars>
      </dgm:prSet>
      <dgm:spPr/>
    </dgm:pt>
    <dgm:pt modelId="{C0FE5C43-5B56-41A5-BFF7-2E76F5154289}" type="pres">
      <dgm:prSet presAssocID="{510C9D59-A5ED-4C5F-B5C4-570FC4001FFB}" presName="sibTrans" presStyleCnt="0"/>
      <dgm:spPr/>
    </dgm:pt>
    <dgm:pt modelId="{10F4CB06-8FCF-4E96-A3F9-0732EF9E5242}" type="pres">
      <dgm:prSet presAssocID="{CB8DB47E-31AA-4527-AE75-884BEBBBA91D}" presName="node" presStyleLbl="node1" presStyleIdx="3" presStyleCnt="9">
        <dgm:presLayoutVars>
          <dgm:bulletEnabled val="1"/>
        </dgm:presLayoutVars>
      </dgm:prSet>
      <dgm:spPr/>
    </dgm:pt>
    <dgm:pt modelId="{97CA4D23-2434-4320-AB0E-EB5FAA9B6D31}" type="pres">
      <dgm:prSet presAssocID="{56D03D36-D852-41CC-8992-80F4ECE525EA}" presName="sibTrans" presStyleCnt="0"/>
      <dgm:spPr/>
    </dgm:pt>
    <dgm:pt modelId="{0A8CB5F3-60F1-4B28-8DA6-777D6B97A73D}" type="pres">
      <dgm:prSet presAssocID="{AA140843-FE65-4DC6-8AEB-F9B886FC20E1}" presName="node" presStyleLbl="node1" presStyleIdx="4" presStyleCnt="9">
        <dgm:presLayoutVars>
          <dgm:bulletEnabled val="1"/>
        </dgm:presLayoutVars>
      </dgm:prSet>
      <dgm:spPr/>
    </dgm:pt>
    <dgm:pt modelId="{550B6AFC-5FA6-4B59-9044-8354FD19E353}" type="pres">
      <dgm:prSet presAssocID="{3E710B87-A8E3-4055-BF07-CB3ED67B9ED0}" presName="sibTrans" presStyleCnt="0"/>
      <dgm:spPr/>
    </dgm:pt>
    <dgm:pt modelId="{52593E8B-4B09-4EFC-9932-E60A68AF78A7}" type="pres">
      <dgm:prSet presAssocID="{E6305D65-C20C-43BE-A372-09B303A13B1F}" presName="node" presStyleLbl="node1" presStyleIdx="5" presStyleCnt="9">
        <dgm:presLayoutVars>
          <dgm:bulletEnabled val="1"/>
        </dgm:presLayoutVars>
      </dgm:prSet>
      <dgm:spPr/>
    </dgm:pt>
    <dgm:pt modelId="{C53F1A54-6BC0-4882-B47D-B7671CF65AC7}" type="pres">
      <dgm:prSet presAssocID="{771E5BCD-97EE-43CA-9475-BEE7CE371FE5}" presName="sibTrans" presStyleCnt="0"/>
      <dgm:spPr/>
    </dgm:pt>
    <dgm:pt modelId="{0CBC026A-F31E-4037-A000-ECF8CEDBF7FF}" type="pres">
      <dgm:prSet presAssocID="{7089BFD6-EF91-4895-8368-9ACB07228873}" presName="node" presStyleLbl="node1" presStyleIdx="6" presStyleCnt="9">
        <dgm:presLayoutVars>
          <dgm:bulletEnabled val="1"/>
        </dgm:presLayoutVars>
      </dgm:prSet>
      <dgm:spPr/>
    </dgm:pt>
    <dgm:pt modelId="{FD2617AB-5210-4C15-AFA6-CED5F4C04ED2}" type="pres">
      <dgm:prSet presAssocID="{7287AF66-E83D-40E7-8949-C173C96EAF19}" presName="sibTrans" presStyleCnt="0"/>
      <dgm:spPr/>
    </dgm:pt>
    <dgm:pt modelId="{00517E2D-059D-4E67-AF6B-C3AFE7E86194}" type="pres">
      <dgm:prSet presAssocID="{1C008110-480A-4F83-9E7E-595BD22454DD}" presName="node" presStyleLbl="node1" presStyleIdx="7" presStyleCnt="9">
        <dgm:presLayoutVars>
          <dgm:bulletEnabled val="1"/>
        </dgm:presLayoutVars>
      </dgm:prSet>
      <dgm:spPr/>
    </dgm:pt>
    <dgm:pt modelId="{3C9DC7C4-3137-4E63-8141-CFF89564B8EA}" type="pres">
      <dgm:prSet presAssocID="{E79E4667-D68C-49A1-B21E-ED5F10F702F9}" presName="sibTrans" presStyleCnt="0"/>
      <dgm:spPr/>
    </dgm:pt>
    <dgm:pt modelId="{70D41766-7093-4930-A92C-B0EE19B8C5D0}" type="pres">
      <dgm:prSet presAssocID="{5C6A5788-C82E-48AA-8B41-DD362C4D47E0}" presName="node" presStyleLbl="node1" presStyleIdx="8" presStyleCnt="9">
        <dgm:presLayoutVars>
          <dgm:bulletEnabled val="1"/>
        </dgm:presLayoutVars>
      </dgm:prSet>
      <dgm:spPr/>
    </dgm:pt>
  </dgm:ptLst>
  <dgm:cxnLst>
    <dgm:cxn modelId="{B1ABD806-CBEE-4CA4-8BD4-59991EA34A49}" srcId="{E2ECC1DA-65BF-4341-823C-4C7B98FAF6FC}" destId="{AA140843-FE65-4DC6-8AEB-F9B886FC20E1}" srcOrd="4" destOrd="0" parTransId="{1CCDF181-80D0-4603-8114-407494BDEAD1}" sibTransId="{3E710B87-A8E3-4055-BF07-CB3ED67B9ED0}"/>
    <dgm:cxn modelId="{94ED500B-0167-479A-B0BC-70234A8BF633}" type="presOf" srcId="{5065C8EC-EFC9-4CEC-8440-425DE0CBEAC9}" destId="{0A8CB5F3-60F1-4B28-8DA6-777D6B97A73D}" srcOrd="0" destOrd="1" presId="urn:microsoft.com/office/officeart/2005/8/layout/default"/>
    <dgm:cxn modelId="{2E03860B-667A-41EE-8B2D-8E0CD5ED28E1}" type="presOf" srcId="{FE3DDF4C-653D-48F5-A4E7-B9A5ABCA062B}" destId="{0CBC026A-F31E-4037-A000-ECF8CEDBF7FF}" srcOrd="0" destOrd="1" presId="urn:microsoft.com/office/officeart/2005/8/layout/default"/>
    <dgm:cxn modelId="{E59F5613-A105-402C-B874-36BF9A0A5982}" srcId="{E2ECC1DA-65BF-4341-823C-4C7B98FAF6FC}" destId="{C4E0F55A-8EB3-4EB5-8510-CD1A010009CC}" srcOrd="2" destOrd="0" parTransId="{4BFD10C1-310B-441C-878B-BC6680AC3D49}" sibTransId="{510C9D59-A5ED-4C5F-B5C4-570FC4001FFB}"/>
    <dgm:cxn modelId="{ACBBAD29-8DB7-4215-8C46-A1E4B807070C}" srcId="{CB8DB47E-31AA-4527-AE75-884BEBBBA91D}" destId="{B8D0638C-6D36-4DA1-B7F7-D8D6774FB476}" srcOrd="0" destOrd="0" parTransId="{57D4FA79-B86E-46C0-BB09-2BF8F90C18E9}" sibTransId="{23826BEF-DDDE-4AD7-AF72-082142DB2E98}"/>
    <dgm:cxn modelId="{92321E34-95BA-4651-BDA9-860ED630D7A3}" srcId="{7089BFD6-EF91-4895-8368-9ACB07228873}" destId="{FE3DDF4C-653D-48F5-A4E7-B9A5ABCA062B}" srcOrd="0" destOrd="0" parTransId="{AACC7E69-9C2F-4B18-8047-73D4D0F559FE}" sibTransId="{AA41FA37-6A0C-4D3D-A0EB-D7CEE2921467}"/>
    <dgm:cxn modelId="{D05B913A-1ABB-42DC-8BDE-849692938FFE}" srcId="{E2ECC1DA-65BF-4341-823C-4C7B98FAF6FC}" destId="{D1A924B6-BE26-4C12-8F3E-08429F00313D}" srcOrd="1" destOrd="0" parTransId="{CAE11E8C-032B-408E-9163-0261EEDFE8BE}" sibTransId="{024B35CA-0261-4C0A-839E-97FFBFFBAE94}"/>
    <dgm:cxn modelId="{4B0AAA41-E44C-44EB-A7B3-57F689FC3029}" type="presOf" srcId="{8F4710A1-BF53-4DEF-BE0E-C56D5C803860}" destId="{72D5C4E5-A6A0-4F30-ABA0-2454D0DBC538}" srcOrd="0" destOrd="1" presId="urn:microsoft.com/office/officeart/2005/8/layout/default"/>
    <dgm:cxn modelId="{E69CB142-CFB9-4F25-9F9D-02CA7997D142}" type="presOf" srcId="{6452D392-ACC4-41A9-A774-FE234EC86050}" destId="{70D41766-7093-4930-A92C-B0EE19B8C5D0}" srcOrd="0" destOrd="1" presId="urn:microsoft.com/office/officeart/2005/8/layout/default"/>
    <dgm:cxn modelId="{C5FBF662-048F-49DE-ACD8-3517C33E1AFD}" srcId="{E2ECC1DA-65BF-4341-823C-4C7B98FAF6FC}" destId="{5B51F0E8-54A0-4AF0-8EE3-7326DFA34DE1}" srcOrd="0" destOrd="0" parTransId="{529AA54C-4A8B-4406-B26B-718F7EC41E91}" sibTransId="{77BE8FB4-6B10-4FFB-A50C-B131B4DF382E}"/>
    <dgm:cxn modelId="{2166EE45-0469-4D55-9531-C9F48DAEF543}" srcId="{D1A924B6-BE26-4C12-8F3E-08429F00313D}" destId="{8F4710A1-BF53-4DEF-BE0E-C56D5C803860}" srcOrd="0" destOrd="0" parTransId="{A399FA60-B475-46A1-9DB8-21AA5D9BFDBB}" sibTransId="{6D68CE08-D5F2-4748-BE85-89F059E3AF0B}"/>
    <dgm:cxn modelId="{923BD947-D9AD-4468-BFD5-0728669CE1CE}" type="presOf" srcId="{B8D0638C-6D36-4DA1-B7F7-D8D6774FB476}" destId="{10F4CB06-8FCF-4E96-A3F9-0732EF9E5242}" srcOrd="0" destOrd="1" presId="urn:microsoft.com/office/officeart/2005/8/layout/default"/>
    <dgm:cxn modelId="{93F1664B-B3BB-481B-A64B-A38A50A9BD1F}" srcId="{AA140843-FE65-4DC6-8AEB-F9B886FC20E1}" destId="{5065C8EC-EFC9-4CEC-8440-425DE0CBEAC9}" srcOrd="0" destOrd="0" parTransId="{7E45BBCC-4149-43C1-A77E-13FD9F9D8FB0}" sibTransId="{BD4F5011-D91C-43E8-9B63-4DD9040777B4}"/>
    <dgm:cxn modelId="{0159E64B-2907-4926-B366-EE05AC7E5736}" type="presOf" srcId="{E6305D65-C20C-43BE-A372-09B303A13B1F}" destId="{52593E8B-4B09-4EFC-9932-E60A68AF78A7}" srcOrd="0" destOrd="0" presId="urn:microsoft.com/office/officeart/2005/8/layout/default"/>
    <dgm:cxn modelId="{C19B514E-8E11-4D8D-8972-61336A81914A}" type="presOf" srcId="{E0A1C74B-5DF6-4CA8-8C60-762472AA8729}" destId="{72D5C4E5-A6A0-4F30-ABA0-2454D0DBC538}" srcOrd="0" destOrd="2" presId="urn:microsoft.com/office/officeart/2005/8/layout/default"/>
    <dgm:cxn modelId="{4DC1F777-9C77-4951-A551-BE7329D3178F}" srcId="{E2ECC1DA-65BF-4341-823C-4C7B98FAF6FC}" destId="{7089BFD6-EF91-4895-8368-9ACB07228873}" srcOrd="6" destOrd="0" parTransId="{3033AC65-D3BF-4F79-BF81-C1B6C521A83D}" sibTransId="{7287AF66-E83D-40E7-8949-C173C96EAF19}"/>
    <dgm:cxn modelId="{5705C37D-200E-4E44-A816-3DE47468CBC8}" srcId="{E2ECC1DA-65BF-4341-823C-4C7B98FAF6FC}" destId="{5C6A5788-C82E-48AA-8B41-DD362C4D47E0}" srcOrd="8" destOrd="0" parTransId="{E412F9C9-E5DB-406F-9A5E-61DE31C155A0}" sibTransId="{AB3D7200-D85F-4C58-9D63-3295B1E3A59A}"/>
    <dgm:cxn modelId="{C2059E82-6051-400F-A009-234FAF51627D}" type="presOf" srcId="{5C6A5788-C82E-48AA-8B41-DD362C4D47E0}" destId="{70D41766-7093-4930-A92C-B0EE19B8C5D0}" srcOrd="0" destOrd="0" presId="urn:microsoft.com/office/officeart/2005/8/layout/default"/>
    <dgm:cxn modelId="{0FE73285-CD3F-4987-BB77-C7F431F2E68E}" type="presOf" srcId="{281A9D80-3245-4DCD-8A48-576FE9626782}" destId="{A868111C-FEFC-4301-84DC-3F5D029A00A6}" srcOrd="0" destOrd="1" presId="urn:microsoft.com/office/officeart/2005/8/layout/default"/>
    <dgm:cxn modelId="{796F0C8A-04A1-43FA-8DDE-45D1AF5A2BF1}" srcId="{C4E0F55A-8EB3-4EB5-8510-CD1A010009CC}" destId="{281A9D80-3245-4DCD-8A48-576FE9626782}" srcOrd="0" destOrd="0" parTransId="{B47F3CCE-B9D2-4BF1-B45F-8E160AF105F7}" sibTransId="{39105455-3BE7-4FD9-87FD-E4DCDC1FC675}"/>
    <dgm:cxn modelId="{31E87C90-CB96-47E1-9B54-EC971274656A}" srcId="{1C008110-480A-4F83-9E7E-595BD22454DD}" destId="{90AFF775-905A-49CB-AFA6-C7FCDF812A51}" srcOrd="0" destOrd="0" parTransId="{080AF966-5DC9-42EF-8B00-329072D49D29}" sibTransId="{D81299A8-ABC1-4D7E-A1FA-831F1C00F045}"/>
    <dgm:cxn modelId="{E8DDB090-AE98-405E-960A-063C9243CF8E}" srcId="{D1A924B6-BE26-4C12-8F3E-08429F00313D}" destId="{E0A1C74B-5DF6-4CA8-8C60-762472AA8729}" srcOrd="1" destOrd="0" parTransId="{42703F36-4CE3-46B6-B9A1-C479628F487C}" sibTransId="{B5A1F151-A5E5-4D61-913B-AC944136AE54}"/>
    <dgm:cxn modelId="{87CD2A94-A13F-44A7-89B6-ECBFC6CA3FDE}" type="presOf" srcId="{1C008110-480A-4F83-9E7E-595BD22454DD}" destId="{00517E2D-059D-4E67-AF6B-C3AFE7E86194}" srcOrd="0" destOrd="0" presId="urn:microsoft.com/office/officeart/2005/8/layout/default"/>
    <dgm:cxn modelId="{286C7596-8A06-4166-993D-B2647F927E02}" type="presOf" srcId="{E2ECC1DA-65BF-4341-823C-4C7B98FAF6FC}" destId="{37F89EEC-B32D-407C-8D88-F844020119E3}" srcOrd="0" destOrd="0" presId="urn:microsoft.com/office/officeart/2005/8/layout/default"/>
    <dgm:cxn modelId="{1A627B9B-37BF-4A12-8CD1-2A1AF91D54D6}" srcId="{E6305D65-C20C-43BE-A372-09B303A13B1F}" destId="{27D91884-68AA-4ED2-900D-F7CDCFB7052B}" srcOrd="0" destOrd="0" parTransId="{21371DF3-8082-4096-89EC-41BCC1D3641C}" sibTransId="{66B1948A-7A42-4755-AF65-F514FF4D1B20}"/>
    <dgm:cxn modelId="{1A6F97A2-88A5-41A4-8B36-CFF1B526A3C6}" type="presOf" srcId="{27D91884-68AA-4ED2-900D-F7CDCFB7052B}" destId="{52593E8B-4B09-4EFC-9932-E60A68AF78A7}" srcOrd="0" destOrd="1" presId="urn:microsoft.com/office/officeart/2005/8/layout/default"/>
    <dgm:cxn modelId="{71EFA0AE-4E73-4BFE-9F38-C82A0CEC88C1}" type="presOf" srcId="{C4E0F55A-8EB3-4EB5-8510-CD1A010009CC}" destId="{A868111C-FEFC-4301-84DC-3F5D029A00A6}" srcOrd="0" destOrd="0" presId="urn:microsoft.com/office/officeart/2005/8/layout/default"/>
    <dgm:cxn modelId="{CA1F16C2-B8CA-4732-BA24-E10AACA9C86F}" type="presOf" srcId="{D1A924B6-BE26-4C12-8F3E-08429F00313D}" destId="{72D5C4E5-A6A0-4F30-ABA0-2454D0DBC538}" srcOrd="0" destOrd="0" presId="urn:microsoft.com/office/officeart/2005/8/layout/default"/>
    <dgm:cxn modelId="{9A6DDAC4-D8D5-463A-8B33-06E1C097513F}" type="presOf" srcId="{5B51F0E8-54A0-4AF0-8EE3-7326DFA34DE1}" destId="{9D365B3D-3743-4A8A-AFCB-7F76FFDC3753}" srcOrd="0" destOrd="0" presId="urn:microsoft.com/office/officeart/2005/8/layout/default"/>
    <dgm:cxn modelId="{B816F2C4-4FDB-42E0-953D-A78DBDC841E9}" srcId="{E2ECC1DA-65BF-4341-823C-4C7B98FAF6FC}" destId="{E6305D65-C20C-43BE-A372-09B303A13B1F}" srcOrd="5" destOrd="0" parTransId="{31628DD6-4A34-44A8-B65E-4CACE0CC1644}" sibTransId="{771E5BCD-97EE-43CA-9475-BEE7CE371FE5}"/>
    <dgm:cxn modelId="{CCF044CA-0F9B-4B0E-9EE2-CBD72BF9B4CF}" type="presOf" srcId="{AA140843-FE65-4DC6-8AEB-F9B886FC20E1}" destId="{0A8CB5F3-60F1-4B28-8DA6-777D6B97A73D}" srcOrd="0" destOrd="0" presId="urn:microsoft.com/office/officeart/2005/8/layout/default"/>
    <dgm:cxn modelId="{2663DDCB-0048-43A9-8C4F-D3046210EAC7}" srcId="{E2ECC1DA-65BF-4341-823C-4C7B98FAF6FC}" destId="{1C008110-480A-4F83-9E7E-595BD22454DD}" srcOrd="7" destOrd="0" parTransId="{F41140BC-4367-4D29-B498-9B74281C4F62}" sibTransId="{E79E4667-D68C-49A1-B21E-ED5F10F702F9}"/>
    <dgm:cxn modelId="{2150A3D2-5BE1-46B2-BE01-6B637BBBF121}" type="presOf" srcId="{90AFF775-905A-49CB-AFA6-C7FCDF812A51}" destId="{00517E2D-059D-4E67-AF6B-C3AFE7E86194}" srcOrd="0" destOrd="1" presId="urn:microsoft.com/office/officeart/2005/8/layout/default"/>
    <dgm:cxn modelId="{DCB311D3-0BAC-456C-BDF6-A18A73B5D687}" srcId="{5C6A5788-C82E-48AA-8B41-DD362C4D47E0}" destId="{6452D392-ACC4-41A9-A774-FE234EC86050}" srcOrd="0" destOrd="0" parTransId="{2DA5B27E-7A13-477A-BC5A-60C99B98DA88}" sibTransId="{718FFAB2-13CD-4326-8D56-CC1A81DC9068}"/>
    <dgm:cxn modelId="{3194F7E7-5FCB-41DC-AB39-06BEB7F62E6F}" type="presOf" srcId="{7089BFD6-EF91-4895-8368-9ACB07228873}" destId="{0CBC026A-F31E-4037-A000-ECF8CEDBF7FF}" srcOrd="0" destOrd="0" presId="urn:microsoft.com/office/officeart/2005/8/layout/default"/>
    <dgm:cxn modelId="{8D66BEEA-0F27-47C8-9D61-A18B592332D0}" type="presOf" srcId="{CB8DB47E-31AA-4527-AE75-884BEBBBA91D}" destId="{10F4CB06-8FCF-4E96-A3F9-0732EF9E5242}" srcOrd="0" destOrd="0" presId="urn:microsoft.com/office/officeart/2005/8/layout/default"/>
    <dgm:cxn modelId="{C13624F6-5F3C-4221-BD1A-02A5E5AF39B8}" srcId="{E2ECC1DA-65BF-4341-823C-4C7B98FAF6FC}" destId="{CB8DB47E-31AA-4527-AE75-884BEBBBA91D}" srcOrd="3" destOrd="0" parTransId="{AAD7A7EB-C3B2-4C22-BC2B-4969234699FC}" sibTransId="{56D03D36-D852-41CC-8992-80F4ECE525EA}"/>
    <dgm:cxn modelId="{D6E32371-5C46-4ED4-BD3D-5B140F9AC0F4}" type="presParOf" srcId="{37F89EEC-B32D-407C-8D88-F844020119E3}" destId="{9D365B3D-3743-4A8A-AFCB-7F76FFDC3753}" srcOrd="0" destOrd="0" presId="urn:microsoft.com/office/officeart/2005/8/layout/default"/>
    <dgm:cxn modelId="{B51C7995-6801-4AA9-9AD5-DF77BA1BBC2C}" type="presParOf" srcId="{37F89EEC-B32D-407C-8D88-F844020119E3}" destId="{7D806FD1-A3AC-43FE-B0D3-B66A2027CC6C}" srcOrd="1" destOrd="0" presId="urn:microsoft.com/office/officeart/2005/8/layout/default"/>
    <dgm:cxn modelId="{C0F2664A-2DA9-4C1C-AED0-A6EF865F2BCE}" type="presParOf" srcId="{37F89EEC-B32D-407C-8D88-F844020119E3}" destId="{72D5C4E5-A6A0-4F30-ABA0-2454D0DBC538}" srcOrd="2" destOrd="0" presId="urn:microsoft.com/office/officeart/2005/8/layout/default"/>
    <dgm:cxn modelId="{034AB472-6B9D-48B5-97F8-632863714674}" type="presParOf" srcId="{37F89EEC-B32D-407C-8D88-F844020119E3}" destId="{026BC3CD-6650-419B-A030-EFE0DD44BCF5}" srcOrd="3" destOrd="0" presId="urn:microsoft.com/office/officeart/2005/8/layout/default"/>
    <dgm:cxn modelId="{CD733FF2-C854-4670-8B9B-09EB0F3C36D7}" type="presParOf" srcId="{37F89EEC-B32D-407C-8D88-F844020119E3}" destId="{A868111C-FEFC-4301-84DC-3F5D029A00A6}" srcOrd="4" destOrd="0" presId="urn:microsoft.com/office/officeart/2005/8/layout/default"/>
    <dgm:cxn modelId="{6EBC658F-4B6B-48FD-8E74-B6DA45F8F012}" type="presParOf" srcId="{37F89EEC-B32D-407C-8D88-F844020119E3}" destId="{C0FE5C43-5B56-41A5-BFF7-2E76F5154289}" srcOrd="5" destOrd="0" presId="urn:microsoft.com/office/officeart/2005/8/layout/default"/>
    <dgm:cxn modelId="{9AB670C5-52A1-4EB4-BDD8-0B82A24B3458}" type="presParOf" srcId="{37F89EEC-B32D-407C-8D88-F844020119E3}" destId="{10F4CB06-8FCF-4E96-A3F9-0732EF9E5242}" srcOrd="6" destOrd="0" presId="urn:microsoft.com/office/officeart/2005/8/layout/default"/>
    <dgm:cxn modelId="{04697747-25D7-406A-B1B8-1A8982631D8F}" type="presParOf" srcId="{37F89EEC-B32D-407C-8D88-F844020119E3}" destId="{97CA4D23-2434-4320-AB0E-EB5FAA9B6D31}" srcOrd="7" destOrd="0" presId="urn:microsoft.com/office/officeart/2005/8/layout/default"/>
    <dgm:cxn modelId="{DD083BF5-A015-4C9D-9F56-DA72A77D6E40}" type="presParOf" srcId="{37F89EEC-B32D-407C-8D88-F844020119E3}" destId="{0A8CB5F3-60F1-4B28-8DA6-777D6B97A73D}" srcOrd="8" destOrd="0" presId="urn:microsoft.com/office/officeart/2005/8/layout/default"/>
    <dgm:cxn modelId="{9C319E4B-C36F-4C36-A05F-8AAE443378D4}" type="presParOf" srcId="{37F89EEC-B32D-407C-8D88-F844020119E3}" destId="{550B6AFC-5FA6-4B59-9044-8354FD19E353}" srcOrd="9" destOrd="0" presId="urn:microsoft.com/office/officeart/2005/8/layout/default"/>
    <dgm:cxn modelId="{86DD7741-5C82-4552-900F-744034FFBBDE}" type="presParOf" srcId="{37F89EEC-B32D-407C-8D88-F844020119E3}" destId="{52593E8B-4B09-4EFC-9932-E60A68AF78A7}" srcOrd="10" destOrd="0" presId="urn:microsoft.com/office/officeart/2005/8/layout/default"/>
    <dgm:cxn modelId="{7E016CFF-4724-441E-BE12-D5E724AF93AF}" type="presParOf" srcId="{37F89EEC-B32D-407C-8D88-F844020119E3}" destId="{C53F1A54-6BC0-4882-B47D-B7671CF65AC7}" srcOrd="11" destOrd="0" presId="urn:microsoft.com/office/officeart/2005/8/layout/default"/>
    <dgm:cxn modelId="{AD3CF116-35A7-4060-AEC1-2E3A3019807D}" type="presParOf" srcId="{37F89EEC-B32D-407C-8D88-F844020119E3}" destId="{0CBC026A-F31E-4037-A000-ECF8CEDBF7FF}" srcOrd="12" destOrd="0" presId="urn:microsoft.com/office/officeart/2005/8/layout/default"/>
    <dgm:cxn modelId="{EA8687A3-81AA-4AC5-8F4D-0B6D534BA423}" type="presParOf" srcId="{37F89EEC-B32D-407C-8D88-F844020119E3}" destId="{FD2617AB-5210-4C15-AFA6-CED5F4C04ED2}" srcOrd="13" destOrd="0" presId="urn:microsoft.com/office/officeart/2005/8/layout/default"/>
    <dgm:cxn modelId="{A6754CF2-60FD-4240-94C0-8CE7AC5BCF97}" type="presParOf" srcId="{37F89EEC-B32D-407C-8D88-F844020119E3}" destId="{00517E2D-059D-4E67-AF6B-C3AFE7E86194}" srcOrd="14" destOrd="0" presId="urn:microsoft.com/office/officeart/2005/8/layout/default"/>
    <dgm:cxn modelId="{93C1DC0F-F386-46E9-B4B9-7D4362CF026A}" type="presParOf" srcId="{37F89EEC-B32D-407C-8D88-F844020119E3}" destId="{3C9DC7C4-3137-4E63-8141-CFF89564B8EA}" srcOrd="15" destOrd="0" presId="urn:microsoft.com/office/officeart/2005/8/layout/default"/>
    <dgm:cxn modelId="{7B11E276-685B-421B-AB0C-302E3043B106}" type="presParOf" srcId="{37F89EEC-B32D-407C-8D88-F844020119E3}" destId="{70D41766-7093-4930-A92C-B0EE19B8C5D0}"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D6DCDBC-7A92-4950-BF91-936888914B2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0DB32B1-EAFF-4445-BB7A-2579DDB24854}">
      <dgm:prSet/>
      <dgm:spPr/>
      <dgm:t>
        <a:bodyPr/>
        <a:lstStyle/>
        <a:p>
          <a:r>
            <a:rPr lang="en-US" b="1"/>
            <a:t>Analytical &amp; Problem-Solving Skills</a:t>
          </a:r>
          <a:endParaRPr lang="en-US"/>
        </a:p>
      </dgm:t>
    </dgm:pt>
    <dgm:pt modelId="{1FFA59F1-7726-400E-A103-65782F60F4A9}" type="parTrans" cxnId="{AB4B549E-A849-4BEE-866A-EAB9F0451DCF}">
      <dgm:prSet/>
      <dgm:spPr/>
      <dgm:t>
        <a:bodyPr/>
        <a:lstStyle/>
        <a:p>
          <a:endParaRPr lang="en-US"/>
        </a:p>
      </dgm:t>
    </dgm:pt>
    <dgm:pt modelId="{AD108E48-0AC0-4295-9581-CC9DA6BEF88A}" type="sibTrans" cxnId="{AB4B549E-A849-4BEE-866A-EAB9F0451DCF}">
      <dgm:prSet/>
      <dgm:spPr/>
      <dgm:t>
        <a:bodyPr/>
        <a:lstStyle/>
        <a:p>
          <a:endParaRPr lang="en-US"/>
        </a:p>
      </dgm:t>
    </dgm:pt>
    <dgm:pt modelId="{874F52FF-B566-4302-ACD7-724E321B43DA}">
      <dgm:prSet/>
      <dgm:spPr/>
      <dgm:t>
        <a:bodyPr/>
        <a:lstStyle/>
        <a:p>
          <a:r>
            <a:rPr lang="en-US" b="1"/>
            <a:t>Critical Thinking</a:t>
          </a:r>
          <a:endParaRPr lang="en-US"/>
        </a:p>
      </dgm:t>
    </dgm:pt>
    <dgm:pt modelId="{24E7E125-EFF8-4DF6-A520-CA90BEED990F}" type="parTrans" cxnId="{22E87975-AA7E-47BF-96DA-A29A5AE008A5}">
      <dgm:prSet/>
      <dgm:spPr/>
      <dgm:t>
        <a:bodyPr/>
        <a:lstStyle/>
        <a:p>
          <a:endParaRPr lang="en-US"/>
        </a:p>
      </dgm:t>
    </dgm:pt>
    <dgm:pt modelId="{72043C30-BC07-4D77-B283-02F3C5B35A21}" type="sibTrans" cxnId="{22E87975-AA7E-47BF-96DA-A29A5AE008A5}">
      <dgm:prSet/>
      <dgm:spPr/>
      <dgm:t>
        <a:bodyPr/>
        <a:lstStyle/>
        <a:p>
          <a:endParaRPr lang="en-US"/>
        </a:p>
      </dgm:t>
    </dgm:pt>
    <dgm:pt modelId="{6E7EE28E-2175-4FDC-AB33-6B4548666381}">
      <dgm:prSet/>
      <dgm:spPr/>
      <dgm:t>
        <a:bodyPr/>
        <a:lstStyle/>
        <a:p>
          <a:r>
            <a:rPr lang="en-US"/>
            <a:t>Ability to analyze project issues and derive logical solutions quickly</a:t>
          </a:r>
        </a:p>
      </dgm:t>
    </dgm:pt>
    <dgm:pt modelId="{77982197-FDB5-4C8A-9A76-F933027125D1}" type="parTrans" cxnId="{41DD39C9-681A-4EE2-8ECA-4FB6601B6750}">
      <dgm:prSet/>
      <dgm:spPr/>
      <dgm:t>
        <a:bodyPr/>
        <a:lstStyle/>
        <a:p>
          <a:endParaRPr lang="en-US"/>
        </a:p>
      </dgm:t>
    </dgm:pt>
    <dgm:pt modelId="{4F34397A-C036-4ACA-A6A3-A826A522C26A}" type="sibTrans" cxnId="{41DD39C9-681A-4EE2-8ECA-4FB6601B6750}">
      <dgm:prSet/>
      <dgm:spPr/>
      <dgm:t>
        <a:bodyPr/>
        <a:lstStyle/>
        <a:p>
          <a:endParaRPr lang="en-US"/>
        </a:p>
      </dgm:t>
    </dgm:pt>
    <dgm:pt modelId="{BED36AFA-A216-439E-BD5B-F8ADAE4A8E03}">
      <dgm:prSet/>
      <dgm:spPr/>
      <dgm:t>
        <a:bodyPr/>
        <a:lstStyle/>
        <a:p>
          <a:r>
            <a:rPr lang="en-US" b="1"/>
            <a:t>Decision-Making</a:t>
          </a:r>
          <a:endParaRPr lang="en-US"/>
        </a:p>
      </dgm:t>
    </dgm:pt>
    <dgm:pt modelId="{0087D2D6-2A9F-46D9-8ADC-529C5218BE82}" type="parTrans" cxnId="{B18297AA-6892-4A42-B4FF-2A71F7F6B42F}">
      <dgm:prSet/>
      <dgm:spPr/>
      <dgm:t>
        <a:bodyPr/>
        <a:lstStyle/>
        <a:p>
          <a:endParaRPr lang="en-US"/>
        </a:p>
      </dgm:t>
    </dgm:pt>
    <dgm:pt modelId="{10AC106E-A38B-4613-A866-081542DAA311}" type="sibTrans" cxnId="{B18297AA-6892-4A42-B4FF-2A71F7F6B42F}">
      <dgm:prSet/>
      <dgm:spPr/>
      <dgm:t>
        <a:bodyPr/>
        <a:lstStyle/>
        <a:p>
          <a:endParaRPr lang="en-US"/>
        </a:p>
      </dgm:t>
    </dgm:pt>
    <dgm:pt modelId="{B81B3384-884B-4269-8C31-14B856BFC5EF}">
      <dgm:prSet/>
      <dgm:spPr/>
      <dgm:t>
        <a:bodyPr/>
        <a:lstStyle/>
        <a:p>
          <a:r>
            <a:rPr lang="en-US"/>
            <a:t>Making timely decisions considering business and technical impact</a:t>
          </a:r>
        </a:p>
      </dgm:t>
    </dgm:pt>
    <dgm:pt modelId="{B7698039-6243-4404-8D16-347485F3AB6D}" type="parTrans" cxnId="{251BB7A2-CF7E-4930-A2BE-65AE3A19A22B}">
      <dgm:prSet/>
      <dgm:spPr/>
      <dgm:t>
        <a:bodyPr/>
        <a:lstStyle/>
        <a:p>
          <a:endParaRPr lang="en-US"/>
        </a:p>
      </dgm:t>
    </dgm:pt>
    <dgm:pt modelId="{13A11116-AA0F-45F1-B3DA-E5D9D446C551}" type="sibTrans" cxnId="{251BB7A2-CF7E-4930-A2BE-65AE3A19A22B}">
      <dgm:prSet/>
      <dgm:spPr/>
      <dgm:t>
        <a:bodyPr/>
        <a:lstStyle/>
        <a:p>
          <a:endParaRPr lang="en-US"/>
        </a:p>
      </dgm:t>
    </dgm:pt>
    <dgm:pt modelId="{BD67C428-1953-47BA-AB50-17D8159D6217}">
      <dgm:prSet/>
      <dgm:spPr/>
      <dgm:t>
        <a:bodyPr/>
        <a:lstStyle/>
        <a:p>
          <a:r>
            <a:rPr lang="en-US" b="1"/>
            <a:t>Leadership &amp; Interpersonal Skills</a:t>
          </a:r>
          <a:endParaRPr lang="en-US"/>
        </a:p>
      </dgm:t>
    </dgm:pt>
    <dgm:pt modelId="{ED5CC18E-9E6C-4D23-9DF4-E72BBF92334A}" type="parTrans" cxnId="{43CEB838-9792-4F5F-917B-3C4E56324506}">
      <dgm:prSet/>
      <dgm:spPr/>
      <dgm:t>
        <a:bodyPr/>
        <a:lstStyle/>
        <a:p>
          <a:endParaRPr lang="en-US"/>
        </a:p>
      </dgm:t>
    </dgm:pt>
    <dgm:pt modelId="{BAA03D48-6AF9-48E9-BB6E-950E9CA7ABD7}" type="sibTrans" cxnId="{43CEB838-9792-4F5F-917B-3C4E56324506}">
      <dgm:prSet/>
      <dgm:spPr/>
      <dgm:t>
        <a:bodyPr/>
        <a:lstStyle/>
        <a:p>
          <a:endParaRPr lang="en-US"/>
        </a:p>
      </dgm:t>
    </dgm:pt>
    <dgm:pt modelId="{E84D3353-D23C-4ACE-A2EE-0B3A7EDE0219}">
      <dgm:prSet/>
      <dgm:spPr/>
      <dgm:t>
        <a:bodyPr/>
        <a:lstStyle/>
        <a:p>
          <a:r>
            <a:rPr lang="en-US" b="1"/>
            <a:t>Team Leadership</a:t>
          </a:r>
          <a:endParaRPr lang="en-US"/>
        </a:p>
      </dgm:t>
    </dgm:pt>
    <dgm:pt modelId="{75E3C5DC-6D10-488C-A2CA-BBBB9B411E87}" type="parTrans" cxnId="{20DB20B7-8340-473D-AC45-2643DBB2BEDB}">
      <dgm:prSet/>
      <dgm:spPr/>
      <dgm:t>
        <a:bodyPr/>
        <a:lstStyle/>
        <a:p>
          <a:endParaRPr lang="en-US"/>
        </a:p>
      </dgm:t>
    </dgm:pt>
    <dgm:pt modelId="{52E45E28-4238-4D17-A412-13E321F8BCBE}" type="sibTrans" cxnId="{20DB20B7-8340-473D-AC45-2643DBB2BEDB}">
      <dgm:prSet/>
      <dgm:spPr/>
      <dgm:t>
        <a:bodyPr/>
        <a:lstStyle/>
        <a:p>
          <a:endParaRPr lang="en-US"/>
        </a:p>
      </dgm:t>
    </dgm:pt>
    <dgm:pt modelId="{8245983B-32F1-4917-B402-A6A2CB4341CD}">
      <dgm:prSet/>
      <dgm:spPr/>
      <dgm:t>
        <a:bodyPr/>
        <a:lstStyle/>
        <a:p>
          <a:r>
            <a:rPr lang="en-US"/>
            <a:t>Motivating cross-functional teams, resolving conflicts, and ensuring productivity</a:t>
          </a:r>
        </a:p>
      </dgm:t>
    </dgm:pt>
    <dgm:pt modelId="{C5BB75A3-CED4-4925-9569-AEB67CC5CABC}" type="parTrans" cxnId="{B3B3939C-39AF-4D5E-9F9A-B4BE71F5BA81}">
      <dgm:prSet/>
      <dgm:spPr/>
      <dgm:t>
        <a:bodyPr/>
        <a:lstStyle/>
        <a:p>
          <a:endParaRPr lang="en-US"/>
        </a:p>
      </dgm:t>
    </dgm:pt>
    <dgm:pt modelId="{1F56E3CC-E203-44AA-A18F-740D51B4D1D3}" type="sibTrans" cxnId="{B3B3939C-39AF-4D5E-9F9A-B4BE71F5BA81}">
      <dgm:prSet/>
      <dgm:spPr/>
      <dgm:t>
        <a:bodyPr/>
        <a:lstStyle/>
        <a:p>
          <a:endParaRPr lang="en-US"/>
        </a:p>
      </dgm:t>
    </dgm:pt>
    <dgm:pt modelId="{7B7B5362-EE1C-422C-AFBA-F345A24123DD}">
      <dgm:prSet/>
      <dgm:spPr/>
      <dgm:t>
        <a:bodyPr/>
        <a:lstStyle/>
        <a:p>
          <a:r>
            <a:rPr lang="en-US" b="1"/>
            <a:t>Communication</a:t>
          </a:r>
          <a:endParaRPr lang="en-US"/>
        </a:p>
      </dgm:t>
    </dgm:pt>
    <dgm:pt modelId="{0AA5B274-4C53-45E0-8C5A-D7E311B83D19}" type="parTrans" cxnId="{14ECC3D1-0E92-4139-8A5B-9A38B132991D}">
      <dgm:prSet/>
      <dgm:spPr/>
      <dgm:t>
        <a:bodyPr/>
        <a:lstStyle/>
        <a:p>
          <a:endParaRPr lang="en-US"/>
        </a:p>
      </dgm:t>
    </dgm:pt>
    <dgm:pt modelId="{087ADA3F-E0FD-4C60-9191-71634731D4DB}" type="sibTrans" cxnId="{14ECC3D1-0E92-4139-8A5B-9A38B132991D}">
      <dgm:prSet/>
      <dgm:spPr/>
      <dgm:t>
        <a:bodyPr/>
        <a:lstStyle/>
        <a:p>
          <a:endParaRPr lang="en-US"/>
        </a:p>
      </dgm:t>
    </dgm:pt>
    <dgm:pt modelId="{6615EB87-6260-4B24-BE9D-8DCA8E362125}">
      <dgm:prSet/>
      <dgm:spPr/>
      <dgm:t>
        <a:bodyPr/>
        <a:lstStyle/>
        <a:p>
          <a:r>
            <a:rPr lang="en-US"/>
            <a:t>Clear communication with stakeholders, team members, and clients (both technical and non-technical)</a:t>
          </a:r>
        </a:p>
      </dgm:t>
    </dgm:pt>
    <dgm:pt modelId="{352572FE-602F-4277-982C-AF888EF00B71}" type="parTrans" cxnId="{594FAC9B-5096-4EAC-9010-00270FB1E02E}">
      <dgm:prSet/>
      <dgm:spPr/>
      <dgm:t>
        <a:bodyPr/>
        <a:lstStyle/>
        <a:p>
          <a:endParaRPr lang="en-US"/>
        </a:p>
      </dgm:t>
    </dgm:pt>
    <dgm:pt modelId="{B57BA9C4-D350-440B-974F-9A83853AF003}" type="sibTrans" cxnId="{594FAC9B-5096-4EAC-9010-00270FB1E02E}">
      <dgm:prSet/>
      <dgm:spPr/>
      <dgm:t>
        <a:bodyPr/>
        <a:lstStyle/>
        <a:p>
          <a:endParaRPr lang="en-US"/>
        </a:p>
      </dgm:t>
    </dgm:pt>
    <dgm:pt modelId="{2FE650EA-A071-473C-A1CA-3677229B1010}">
      <dgm:prSet/>
      <dgm:spPr/>
      <dgm:t>
        <a:bodyPr/>
        <a:lstStyle/>
        <a:p>
          <a:r>
            <a:rPr lang="en-US" b="1"/>
            <a:t>Stakeholder Management</a:t>
          </a:r>
          <a:endParaRPr lang="en-US"/>
        </a:p>
      </dgm:t>
    </dgm:pt>
    <dgm:pt modelId="{F3EC85F5-6942-4F7E-A436-A835C9B68ACC}" type="parTrans" cxnId="{22FC5450-9C39-4E05-A079-F516351894AF}">
      <dgm:prSet/>
      <dgm:spPr/>
      <dgm:t>
        <a:bodyPr/>
        <a:lstStyle/>
        <a:p>
          <a:endParaRPr lang="en-US"/>
        </a:p>
      </dgm:t>
    </dgm:pt>
    <dgm:pt modelId="{C3778763-8185-47CE-952E-281730F52F46}" type="sibTrans" cxnId="{22FC5450-9C39-4E05-A079-F516351894AF}">
      <dgm:prSet/>
      <dgm:spPr/>
      <dgm:t>
        <a:bodyPr/>
        <a:lstStyle/>
        <a:p>
          <a:endParaRPr lang="en-US"/>
        </a:p>
      </dgm:t>
    </dgm:pt>
    <dgm:pt modelId="{DB17FB9C-8725-4A37-B20F-A69A8009D8E4}">
      <dgm:prSet/>
      <dgm:spPr/>
      <dgm:t>
        <a:bodyPr/>
        <a:lstStyle/>
        <a:p>
          <a:r>
            <a:rPr lang="en-US"/>
            <a:t>Managing expectations, engagement, and communication with key stakeholders</a:t>
          </a:r>
        </a:p>
      </dgm:t>
    </dgm:pt>
    <dgm:pt modelId="{4CE54DBC-0C38-4137-AFA2-10B069824568}" type="parTrans" cxnId="{0EE8DBFA-7B37-457D-A2C0-808AECE4EE61}">
      <dgm:prSet/>
      <dgm:spPr/>
      <dgm:t>
        <a:bodyPr/>
        <a:lstStyle/>
        <a:p>
          <a:endParaRPr lang="en-US"/>
        </a:p>
      </dgm:t>
    </dgm:pt>
    <dgm:pt modelId="{C68C6098-9865-44D9-831F-1E9C61B4969E}" type="sibTrans" cxnId="{0EE8DBFA-7B37-457D-A2C0-808AECE4EE61}">
      <dgm:prSet/>
      <dgm:spPr/>
      <dgm:t>
        <a:bodyPr/>
        <a:lstStyle/>
        <a:p>
          <a:endParaRPr lang="en-US"/>
        </a:p>
      </dgm:t>
    </dgm:pt>
    <dgm:pt modelId="{455B96D6-1A14-45AF-BDFF-DF9FCD06FE22}">
      <dgm:prSet/>
      <dgm:spPr/>
      <dgm:t>
        <a:bodyPr/>
        <a:lstStyle/>
        <a:p>
          <a:r>
            <a:rPr lang="en-US" b="1"/>
            <a:t>Negotiation</a:t>
          </a:r>
          <a:endParaRPr lang="en-US"/>
        </a:p>
      </dgm:t>
    </dgm:pt>
    <dgm:pt modelId="{5E25D720-93E9-4A2D-AD8E-9E0DD3467A17}" type="parTrans" cxnId="{164C042D-9C12-48BE-A15F-15826E37C2BB}">
      <dgm:prSet/>
      <dgm:spPr/>
      <dgm:t>
        <a:bodyPr/>
        <a:lstStyle/>
        <a:p>
          <a:endParaRPr lang="en-US"/>
        </a:p>
      </dgm:t>
    </dgm:pt>
    <dgm:pt modelId="{66B2F997-41E5-4B55-A6BD-E2C67FDC7CEE}" type="sibTrans" cxnId="{164C042D-9C12-48BE-A15F-15826E37C2BB}">
      <dgm:prSet/>
      <dgm:spPr/>
      <dgm:t>
        <a:bodyPr/>
        <a:lstStyle/>
        <a:p>
          <a:endParaRPr lang="en-US"/>
        </a:p>
      </dgm:t>
    </dgm:pt>
    <dgm:pt modelId="{B595B81D-655E-4B14-965D-AD5469A01C7C}">
      <dgm:prSet/>
      <dgm:spPr/>
      <dgm:t>
        <a:bodyPr/>
        <a:lstStyle/>
        <a:p>
          <a:r>
            <a:rPr lang="en-US"/>
            <a:t>Managing scope creep, deadlines, budgets, and vendor agreements effectively</a:t>
          </a:r>
        </a:p>
      </dgm:t>
    </dgm:pt>
    <dgm:pt modelId="{BDBB4028-37E2-48A0-92E3-CB92E9DB931F}" type="parTrans" cxnId="{8FB2C888-D1C4-4E7C-9A7B-0AFDFC4C66D4}">
      <dgm:prSet/>
      <dgm:spPr/>
      <dgm:t>
        <a:bodyPr/>
        <a:lstStyle/>
        <a:p>
          <a:endParaRPr lang="en-US"/>
        </a:p>
      </dgm:t>
    </dgm:pt>
    <dgm:pt modelId="{2AE26072-E194-4E5E-B9F5-5D9A39896704}" type="sibTrans" cxnId="{8FB2C888-D1C4-4E7C-9A7B-0AFDFC4C66D4}">
      <dgm:prSet/>
      <dgm:spPr/>
      <dgm:t>
        <a:bodyPr/>
        <a:lstStyle/>
        <a:p>
          <a:endParaRPr lang="en-US"/>
        </a:p>
      </dgm:t>
    </dgm:pt>
    <dgm:pt modelId="{D569DCE6-5A63-4678-BF7C-894D44F3822F}" type="pres">
      <dgm:prSet presAssocID="{5D6DCDBC-7A92-4950-BF91-936888914B2C}" presName="root" presStyleCnt="0">
        <dgm:presLayoutVars>
          <dgm:dir/>
          <dgm:resizeHandles val="exact"/>
        </dgm:presLayoutVars>
      </dgm:prSet>
      <dgm:spPr/>
    </dgm:pt>
    <dgm:pt modelId="{BCC0B0E7-9E6A-40F8-9E14-34631A2C2172}" type="pres">
      <dgm:prSet presAssocID="{00DB32B1-EAFF-4445-BB7A-2579DDB24854}" presName="compNode" presStyleCnt="0"/>
      <dgm:spPr/>
    </dgm:pt>
    <dgm:pt modelId="{5D142727-52C1-4FB0-87CB-D88675D51DEB}" type="pres">
      <dgm:prSet presAssocID="{00DB32B1-EAFF-4445-BB7A-2579DDB24854}" presName="bgRect" presStyleLbl="bgShp" presStyleIdx="0" presStyleCnt="8"/>
      <dgm:spPr/>
    </dgm:pt>
    <dgm:pt modelId="{012B3C9C-F2F7-4DE1-951E-B80E22E06E50}" type="pres">
      <dgm:prSet presAssocID="{00DB32B1-EAFF-4445-BB7A-2579DDB24854}"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5A968563-85D5-4098-A90A-D33C63D14B73}" type="pres">
      <dgm:prSet presAssocID="{00DB32B1-EAFF-4445-BB7A-2579DDB24854}" presName="spaceRect" presStyleCnt="0"/>
      <dgm:spPr/>
    </dgm:pt>
    <dgm:pt modelId="{0DC1B30C-6BAA-4FEB-AC2A-4E07CC700DC7}" type="pres">
      <dgm:prSet presAssocID="{00DB32B1-EAFF-4445-BB7A-2579DDB24854}" presName="parTx" presStyleLbl="revTx" presStyleIdx="0" presStyleCnt="14">
        <dgm:presLayoutVars>
          <dgm:chMax val="0"/>
          <dgm:chPref val="0"/>
        </dgm:presLayoutVars>
      </dgm:prSet>
      <dgm:spPr/>
    </dgm:pt>
    <dgm:pt modelId="{082128A9-0D60-43AA-8623-2C3F2E118EBA}" type="pres">
      <dgm:prSet presAssocID="{AD108E48-0AC0-4295-9581-CC9DA6BEF88A}" presName="sibTrans" presStyleCnt="0"/>
      <dgm:spPr/>
    </dgm:pt>
    <dgm:pt modelId="{6B9C5DB1-CAB1-4DD1-870D-599221AE2B66}" type="pres">
      <dgm:prSet presAssocID="{874F52FF-B566-4302-ACD7-724E321B43DA}" presName="compNode" presStyleCnt="0"/>
      <dgm:spPr/>
    </dgm:pt>
    <dgm:pt modelId="{090BF533-B312-4988-ACA3-9BB16AC05B01}" type="pres">
      <dgm:prSet presAssocID="{874F52FF-B566-4302-ACD7-724E321B43DA}" presName="bgRect" presStyleLbl="bgShp" presStyleIdx="1" presStyleCnt="8"/>
      <dgm:spPr/>
    </dgm:pt>
    <dgm:pt modelId="{AD531DE1-903D-45F0-B756-359A5A80C11F}" type="pres">
      <dgm:prSet presAssocID="{874F52FF-B566-4302-ACD7-724E321B43DA}"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bulb"/>
        </a:ext>
      </dgm:extLst>
    </dgm:pt>
    <dgm:pt modelId="{D8C1E5CA-2B67-42A8-8FC9-E6E1398D1EEF}" type="pres">
      <dgm:prSet presAssocID="{874F52FF-B566-4302-ACD7-724E321B43DA}" presName="spaceRect" presStyleCnt="0"/>
      <dgm:spPr/>
    </dgm:pt>
    <dgm:pt modelId="{DE3F5E1C-30FB-4452-A19C-CF9C4AFE63B6}" type="pres">
      <dgm:prSet presAssocID="{874F52FF-B566-4302-ACD7-724E321B43DA}" presName="parTx" presStyleLbl="revTx" presStyleIdx="1" presStyleCnt="14">
        <dgm:presLayoutVars>
          <dgm:chMax val="0"/>
          <dgm:chPref val="0"/>
        </dgm:presLayoutVars>
      </dgm:prSet>
      <dgm:spPr/>
    </dgm:pt>
    <dgm:pt modelId="{13F8AA82-79C6-41FC-A8A9-880CFDFDE62D}" type="pres">
      <dgm:prSet presAssocID="{874F52FF-B566-4302-ACD7-724E321B43DA}" presName="desTx" presStyleLbl="revTx" presStyleIdx="2" presStyleCnt="14">
        <dgm:presLayoutVars/>
      </dgm:prSet>
      <dgm:spPr/>
    </dgm:pt>
    <dgm:pt modelId="{6909D174-24FE-4453-9EEA-A70FEFCB2851}" type="pres">
      <dgm:prSet presAssocID="{72043C30-BC07-4D77-B283-02F3C5B35A21}" presName="sibTrans" presStyleCnt="0"/>
      <dgm:spPr/>
    </dgm:pt>
    <dgm:pt modelId="{A680C878-BBED-4B79-9A44-41E9C47404D9}" type="pres">
      <dgm:prSet presAssocID="{BED36AFA-A216-439E-BD5B-F8ADAE4A8E03}" presName="compNode" presStyleCnt="0"/>
      <dgm:spPr/>
    </dgm:pt>
    <dgm:pt modelId="{90625A98-9D57-4BAD-8B26-36D8737F5DAF}" type="pres">
      <dgm:prSet presAssocID="{BED36AFA-A216-439E-BD5B-F8ADAE4A8E03}" presName="bgRect" presStyleLbl="bgShp" presStyleIdx="2" presStyleCnt="8"/>
      <dgm:spPr/>
    </dgm:pt>
    <dgm:pt modelId="{0385C60B-A045-4195-94D2-8FB81BE35142}" type="pres">
      <dgm:prSet presAssocID="{BED36AFA-A216-439E-BD5B-F8ADAE4A8E03}"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80CC208C-39A7-4DBE-BB05-7F1B1C4207FA}" type="pres">
      <dgm:prSet presAssocID="{BED36AFA-A216-439E-BD5B-F8ADAE4A8E03}" presName="spaceRect" presStyleCnt="0"/>
      <dgm:spPr/>
    </dgm:pt>
    <dgm:pt modelId="{0EFBB04C-1A7F-494A-A855-CD0F22245354}" type="pres">
      <dgm:prSet presAssocID="{BED36AFA-A216-439E-BD5B-F8ADAE4A8E03}" presName="parTx" presStyleLbl="revTx" presStyleIdx="3" presStyleCnt="14">
        <dgm:presLayoutVars>
          <dgm:chMax val="0"/>
          <dgm:chPref val="0"/>
        </dgm:presLayoutVars>
      </dgm:prSet>
      <dgm:spPr/>
    </dgm:pt>
    <dgm:pt modelId="{674AFC5D-FF0B-478E-8861-B7C5D59CF6E3}" type="pres">
      <dgm:prSet presAssocID="{BED36AFA-A216-439E-BD5B-F8ADAE4A8E03}" presName="desTx" presStyleLbl="revTx" presStyleIdx="4" presStyleCnt="14">
        <dgm:presLayoutVars/>
      </dgm:prSet>
      <dgm:spPr/>
    </dgm:pt>
    <dgm:pt modelId="{42A30206-CF71-4155-B420-33024FEDC3CC}" type="pres">
      <dgm:prSet presAssocID="{10AC106E-A38B-4613-A866-081542DAA311}" presName="sibTrans" presStyleCnt="0"/>
      <dgm:spPr/>
    </dgm:pt>
    <dgm:pt modelId="{DF1AA8E9-3499-43C9-BA77-14BAD27C0585}" type="pres">
      <dgm:prSet presAssocID="{BD67C428-1953-47BA-AB50-17D8159D6217}" presName="compNode" presStyleCnt="0"/>
      <dgm:spPr/>
    </dgm:pt>
    <dgm:pt modelId="{2547EFE6-A54F-4075-95AB-6099838D287D}" type="pres">
      <dgm:prSet presAssocID="{BD67C428-1953-47BA-AB50-17D8159D6217}" presName="bgRect" presStyleLbl="bgShp" presStyleIdx="3" presStyleCnt="8"/>
      <dgm:spPr/>
    </dgm:pt>
    <dgm:pt modelId="{6A632DC2-43A1-48CA-9FA5-597A9BB36B58}" type="pres">
      <dgm:prSet presAssocID="{BD67C428-1953-47BA-AB50-17D8159D6217}"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ecturer"/>
        </a:ext>
      </dgm:extLst>
    </dgm:pt>
    <dgm:pt modelId="{1AB6A0BF-CAB3-425B-92AC-4D3554D1AAA0}" type="pres">
      <dgm:prSet presAssocID="{BD67C428-1953-47BA-AB50-17D8159D6217}" presName="spaceRect" presStyleCnt="0"/>
      <dgm:spPr/>
    </dgm:pt>
    <dgm:pt modelId="{EF2A13AB-1CE2-480A-B946-BD8AA14A6DB1}" type="pres">
      <dgm:prSet presAssocID="{BD67C428-1953-47BA-AB50-17D8159D6217}" presName="parTx" presStyleLbl="revTx" presStyleIdx="5" presStyleCnt="14">
        <dgm:presLayoutVars>
          <dgm:chMax val="0"/>
          <dgm:chPref val="0"/>
        </dgm:presLayoutVars>
      </dgm:prSet>
      <dgm:spPr/>
    </dgm:pt>
    <dgm:pt modelId="{E5757920-1005-4652-824A-59232ACA5EC2}" type="pres">
      <dgm:prSet presAssocID="{BAA03D48-6AF9-48E9-BB6E-950E9CA7ABD7}" presName="sibTrans" presStyleCnt="0"/>
      <dgm:spPr/>
    </dgm:pt>
    <dgm:pt modelId="{7111A98B-878C-4AB9-9AB9-7E958C4AAFEA}" type="pres">
      <dgm:prSet presAssocID="{E84D3353-D23C-4ACE-A2EE-0B3A7EDE0219}" presName="compNode" presStyleCnt="0"/>
      <dgm:spPr/>
    </dgm:pt>
    <dgm:pt modelId="{F091869B-5977-49A8-B944-2A5DD8C9921F}" type="pres">
      <dgm:prSet presAssocID="{E84D3353-D23C-4ACE-A2EE-0B3A7EDE0219}" presName="bgRect" presStyleLbl="bgShp" presStyleIdx="4" presStyleCnt="8"/>
      <dgm:spPr/>
    </dgm:pt>
    <dgm:pt modelId="{74CC9B21-6978-49ED-A9A6-B3F587530A17}" type="pres">
      <dgm:prSet presAssocID="{E84D3353-D23C-4ACE-A2EE-0B3A7EDE0219}"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ocial Network"/>
        </a:ext>
      </dgm:extLst>
    </dgm:pt>
    <dgm:pt modelId="{2252F2A5-01F4-45B0-9D8E-5A61C32EE512}" type="pres">
      <dgm:prSet presAssocID="{E84D3353-D23C-4ACE-A2EE-0B3A7EDE0219}" presName="spaceRect" presStyleCnt="0"/>
      <dgm:spPr/>
    </dgm:pt>
    <dgm:pt modelId="{A4FF6EAB-99A6-44C0-A0D3-5321F193137A}" type="pres">
      <dgm:prSet presAssocID="{E84D3353-D23C-4ACE-A2EE-0B3A7EDE0219}" presName="parTx" presStyleLbl="revTx" presStyleIdx="6" presStyleCnt="14">
        <dgm:presLayoutVars>
          <dgm:chMax val="0"/>
          <dgm:chPref val="0"/>
        </dgm:presLayoutVars>
      </dgm:prSet>
      <dgm:spPr/>
    </dgm:pt>
    <dgm:pt modelId="{25FE14D7-F72F-4936-89C1-12F6403EA84B}" type="pres">
      <dgm:prSet presAssocID="{E84D3353-D23C-4ACE-A2EE-0B3A7EDE0219}" presName="desTx" presStyleLbl="revTx" presStyleIdx="7" presStyleCnt="14">
        <dgm:presLayoutVars/>
      </dgm:prSet>
      <dgm:spPr/>
    </dgm:pt>
    <dgm:pt modelId="{2F889361-1154-4556-86A9-881DD73F9C9D}" type="pres">
      <dgm:prSet presAssocID="{52E45E28-4238-4D17-A412-13E321F8BCBE}" presName="sibTrans" presStyleCnt="0"/>
      <dgm:spPr/>
    </dgm:pt>
    <dgm:pt modelId="{F4703118-7611-4E8E-AEB3-642E0A85763A}" type="pres">
      <dgm:prSet presAssocID="{7B7B5362-EE1C-422C-AFBA-F345A24123DD}" presName="compNode" presStyleCnt="0"/>
      <dgm:spPr/>
    </dgm:pt>
    <dgm:pt modelId="{1EFD3B87-F984-4E0B-8EF3-D52DAEC22BE8}" type="pres">
      <dgm:prSet presAssocID="{7B7B5362-EE1C-422C-AFBA-F345A24123DD}" presName="bgRect" presStyleLbl="bgShp" presStyleIdx="5" presStyleCnt="8"/>
      <dgm:spPr/>
    </dgm:pt>
    <dgm:pt modelId="{EB56D8A7-779A-46AF-81BE-82E82DC4EFFF}" type="pres">
      <dgm:prSet presAssocID="{7B7B5362-EE1C-422C-AFBA-F345A24123DD}"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at"/>
        </a:ext>
      </dgm:extLst>
    </dgm:pt>
    <dgm:pt modelId="{D0B44000-BEA0-4E09-B8CA-8602577BCD03}" type="pres">
      <dgm:prSet presAssocID="{7B7B5362-EE1C-422C-AFBA-F345A24123DD}" presName="spaceRect" presStyleCnt="0"/>
      <dgm:spPr/>
    </dgm:pt>
    <dgm:pt modelId="{58B8A2FA-C4FA-43C2-89DE-74B73BBE0B39}" type="pres">
      <dgm:prSet presAssocID="{7B7B5362-EE1C-422C-AFBA-F345A24123DD}" presName="parTx" presStyleLbl="revTx" presStyleIdx="8" presStyleCnt="14">
        <dgm:presLayoutVars>
          <dgm:chMax val="0"/>
          <dgm:chPref val="0"/>
        </dgm:presLayoutVars>
      </dgm:prSet>
      <dgm:spPr/>
    </dgm:pt>
    <dgm:pt modelId="{655938CC-3EDE-46F9-BE62-57C2E37FE6A3}" type="pres">
      <dgm:prSet presAssocID="{7B7B5362-EE1C-422C-AFBA-F345A24123DD}" presName="desTx" presStyleLbl="revTx" presStyleIdx="9" presStyleCnt="14">
        <dgm:presLayoutVars/>
      </dgm:prSet>
      <dgm:spPr/>
    </dgm:pt>
    <dgm:pt modelId="{C9C9A1AB-676C-4811-AC81-285881393547}" type="pres">
      <dgm:prSet presAssocID="{087ADA3F-E0FD-4C60-9191-71634731D4DB}" presName="sibTrans" presStyleCnt="0"/>
      <dgm:spPr/>
    </dgm:pt>
    <dgm:pt modelId="{50767BC5-B154-40FE-A8E4-306BB34AEC62}" type="pres">
      <dgm:prSet presAssocID="{2FE650EA-A071-473C-A1CA-3677229B1010}" presName="compNode" presStyleCnt="0"/>
      <dgm:spPr/>
    </dgm:pt>
    <dgm:pt modelId="{23452316-50E6-4F12-BD42-5F759E8754A6}" type="pres">
      <dgm:prSet presAssocID="{2FE650EA-A071-473C-A1CA-3677229B1010}" presName="bgRect" presStyleLbl="bgShp" presStyleIdx="6" presStyleCnt="8"/>
      <dgm:spPr/>
    </dgm:pt>
    <dgm:pt modelId="{23C0B72E-A0D7-47C2-811B-6A35ACAB2194}" type="pres">
      <dgm:prSet presAssocID="{2FE650EA-A071-473C-A1CA-3677229B1010}"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Meeting"/>
        </a:ext>
      </dgm:extLst>
    </dgm:pt>
    <dgm:pt modelId="{F4EA7195-A793-4712-A9C2-E709926E4A60}" type="pres">
      <dgm:prSet presAssocID="{2FE650EA-A071-473C-A1CA-3677229B1010}" presName="spaceRect" presStyleCnt="0"/>
      <dgm:spPr/>
    </dgm:pt>
    <dgm:pt modelId="{1789F024-E25B-47FD-B8C9-C3CB5DE0AE06}" type="pres">
      <dgm:prSet presAssocID="{2FE650EA-A071-473C-A1CA-3677229B1010}" presName="parTx" presStyleLbl="revTx" presStyleIdx="10" presStyleCnt="14">
        <dgm:presLayoutVars>
          <dgm:chMax val="0"/>
          <dgm:chPref val="0"/>
        </dgm:presLayoutVars>
      </dgm:prSet>
      <dgm:spPr/>
    </dgm:pt>
    <dgm:pt modelId="{22BE88C8-2655-4D4B-802F-D2E333E1002A}" type="pres">
      <dgm:prSet presAssocID="{2FE650EA-A071-473C-A1CA-3677229B1010}" presName="desTx" presStyleLbl="revTx" presStyleIdx="11" presStyleCnt="14">
        <dgm:presLayoutVars/>
      </dgm:prSet>
      <dgm:spPr/>
    </dgm:pt>
    <dgm:pt modelId="{8DEE5B3A-B661-41F6-B855-1916E701DFC9}" type="pres">
      <dgm:prSet presAssocID="{C3778763-8185-47CE-952E-281730F52F46}" presName="sibTrans" presStyleCnt="0"/>
      <dgm:spPr/>
    </dgm:pt>
    <dgm:pt modelId="{069627E6-A373-4E61-9B61-292AD5FBBCEA}" type="pres">
      <dgm:prSet presAssocID="{455B96D6-1A14-45AF-BDFF-DF9FCD06FE22}" presName="compNode" presStyleCnt="0"/>
      <dgm:spPr/>
    </dgm:pt>
    <dgm:pt modelId="{81B6B24C-CD1F-4DD3-886B-E02B9CD64D1B}" type="pres">
      <dgm:prSet presAssocID="{455B96D6-1A14-45AF-BDFF-DF9FCD06FE22}" presName="bgRect" presStyleLbl="bgShp" presStyleIdx="7" presStyleCnt="8"/>
      <dgm:spPr/>
    </dgm:pt>
    <dgm:pt modelId="{159E928A-0928-4EA7-AB1A-7B8451B351C1}" type="pres">
      <dgm:prSet presAssocID="{455B96D6-1A14-45AF-BDFF-DF9FCD06FE22}"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Handshake"/>
        </a:ext>
      </dgm:extLst>
    </dgm:pt>
    <dgm:pt modelId="{2A23F2F7-4A69-4624-B6AF-B1AB8626CA63}" type="pres">
      <dgm:prSet presAssocID="{455B96D6-1A14-45AF-BDFF-DF9FCD06FE22}" presName="spaceRect" presStyleCnt="0"/>
      <dgm:spPr/>
    </dgm:pt>
    <dgm:pt modelId="{E9DCD644-A3AB-4D3B-8DD0-92F6C08FBD7B}" type="pres">
      <dgm:prSet presAssocID="{455B96D6-1A14-45AF-BDFF-DF9FCD06FE22}" presName="parTx" presStyleLbl="revTx" presStyleIdx="12" presStyleCnt="14">
        <dgm:presLayoutVars>
          <dgm:chMax val="0"/>
          <dgm:chPref val="0"/>
        </dgm:presLayoutVars>
      </dgm:prSet>
      <dgm:spPr/>
    </dgm:pt>
    <dgm:pt modelId="{365D25AE-7858-4B90-87E3-CE8A68C1056C}" type="pres">
      <dgm:prSet presAssocID="{455B96D6-1A14-45AF-BDFF-DF9FCD06FE22}" presName="desTx" presStyleLbl="revTx" presStyleIdx="13" presStyleCnt="14">
        <dgm:presLayoutVars/>
      </dgm:prSet>
      <dgm:spPr/>
    </dgm:pt>
  </dgm:ptLst>
  <dgm:cxnLst>
    <dgm:cxn modelId="{B6137F19-DCB7-4549-A76E-5810BE477B1B}" type="presOf" srcId="{B81B3384-884B-4269-8C31-14B856BFC5EF}" destId="{674AFC5D-FF0B-478E-8861-B7C5D59CF6E3}" srcOrd="0" destOrd="0" presId="urn:microsoft.com/office/officeart/2018/2/layout/IconVerticalSolidList"/>
    <dgm:cxn modelId="{D140B51B-8500-4E60-BB69-8F6AC36D6AD5}" type="presOf" srcId="{B595B81D-655E-4B14-965D-AD5469A01C7C}" destId="{365D25AE-7858-4B90-87E3-CE8A68C1056C}" srcOrd="0" destOrd="0" presId="urn:microsoft.com/office/officeart/2018/2/layout/IconVerticalSolidList"/>
    <dgm:cxn modelId="{7E556A2C-753A-4C0C-8A11-535F77046C92}" type="presOf" srcId="{874F52FF-B566-4302-ACD7-724E321B43DA}" destId="{DE3F5E1C-30FB-4452-A19C-CF9C4AFE63B6}" srcOrd="0" destOrd="0" presId="urn:microsoft.com/office/officeart/2018/2/layout/IconVerticalSolidList"/>
    <dgm:cxn modelId="{164C042D-9C12-48BE-A15F-15826E37C2BB}" srcId="{5D6DCDBC-7A92-4950-BF91-936888914B2C}" destId="{455B96D6-1A14-45AF-BDFF-DF9FCD06FE22}" srcOrd="7" destOrd="0" parTransId="{5E25D720-93E9-4A2D-AD8E-9E0DD3467A17}" sibTransId="{66B2F997-41E5-4B55-A6BD-E2C67FDC7CEE}"/>
    <dgm:cxn modelId="{F8578B36-12FA-4A59-A8C0-7CB8C24A0192}" type="presOf" srcId="{00DB32B1-EAFF-4445-BB7A-2579DDB24854}" destId="{0DC1B30C-6BAA-4FEB-AC2A-4E07CC700DC7}" srcOrd="0" destOrd="0" presId="urn:microsoft.com/office/officeart/2018/2/layout/IconVerticalSolidList"/>
    <dgm:cxn modelId="{43CEB838-9792-4F5F-917B-3C4E56324506}" srcId="{5D6DCDBC-7A92-4950-BF91-936888914B2C}" destId="{BD67C428-1953-47BA-AB50-17D8159D6217}" srcOrd="3" destOrd="0" parTransId="{ED5CC18E-9E6C-4D23-9DF4-E72BBF92334A}" sibTransId="{BAA03D48-6AF9-48E9-BB6E-950E9CA7ABD7}"/>
    <dgm:cxn modelId="{6C2FA53D-2557-4ED9-945D-D72820D99C6E}" type="presOf" srcId="{DB17FB9C-8725-4A37-B20F-A69A8009D8E4}" destId="{22BE88C8-2655-4D4B-802F-D2E333E1002A}" srcOrd="0" destOrd="0" presId="urn:microsoft.com/office/officeart/2018/2/layout/IconVerticalSolidList"/>
    <dgm:cxn modelId="{E3FB3544-45CB-4BE9-BABA-449C616D5C29}" type="presOf" srcId="{6615EB87-6260-4B24-BE9D-8DCA8E362125}" destId="{655938CC-3EDE-46F9-BE62-57C2E37FE6A3}" srcOrd="0" destOrd="0" presId="urn:microsoft.com/office/officeart/2018/2/layout/IconVerticalSolidList"/>
    <dgm:cxn modelId="{22FC5450-9C39-4E05-A079-F516351894AF}" srcId="{5D6DCDBC-7A92-4950-BF91-936888914B2C}" destId="{2FE650EA-A071-473C-A1CA-3677229B1010}" srcOrd="6" destOrd="0" parTransId="{F3EC85F5-6942-4F7E-A436-A835C9B68ACC}" sibTransId="{C3778763-8185-47CE-952E-281730F52F46}"/>
    <dgm:cxn modelId="{48728353-26E7-427A-B5B7-82BB20868E23}" type="presOf" srcId="{BED36AFA-A216-439E-BD5B-F8ADAE4A8E03}" destId="{0EFBB04C-1A7F-494A-A855-CD0F22245354}" srcOrd="0" destOrd="0" presId="urn:microsoft.com/office/officeart/2018/2/layout/IconVerticalSolidList"/>
    <dgm:cxn modelId="{22E87975-AA7E-47BF-96DA-A29A5AE008A5}" srcId="{5D6DCDBC-7A92-4950-BF91-936888914B2C}" destId="{874F52FF-B566-4302-ACD7-724E321B43DA}" srcOrd="1" destOrd="0" parTransId="{24E7E125-EFF8-4DF6-A520-CA90BEED990F}" sibTransId="{72043C30-BC07-4D77-B283-02F3C5B35A21}"/>
    <dgm:cxn modelId="{8FB2C888-D1C4-4E7C-9A7B-0AFDFC4C66D4}" srcId="{455B96D6-1A14-45AF-BDFF-DF9FCD06FE22}" destId="{B595B81D-655E-4B14-965D-AD5469A01C7C}" srcOrd="0" destOrd="0" parTransId="{BDBB4028-37E2-48A0-92E3-CB92E9DB931F}" sibTransId="{2AE26072-E194-4E5E-B9F5-5D9A39896704}"/>
    <dgm:cxn modelId="{BC08058F-F14B-451E-80DB-770A5BB3023C}" type="presOf" srcId="{7B7B5362-EE1C-422C-AFBA-F345A24123DD}" destId="{58B8A2FA-C4FA-43C2-89DE-74B73BBE0B39}" srcOrd="0" destOrd="0" presId="urn:microsoft.com/office/officeart/2018/2/layout/IconVerticalSolidList"/>
    <dgm:cxn modelId="{594FAC9B-5096-4EAC-9010-00270FB1E02E}" srcId="{7B7B5362-EE1C-422C-AFBA-F345A24123DD}" destId="{6615EB87-6260-4B24-BE9D-8DCA8E362125}" srcOrd="0" destOrd="0" parTransId="{352572FE-602F-4277-982C-AF888EF00B71}" sibTransId="{B57BA9C4-D350-440B-974F-9A83853AF003}"/>
    <dgm:cxn modelId="{B3B3939C-39AF-4D5E-9F9A-B4BE71F5BA81}" srcId="{E84D3353-D23C-4ACE-A2EE-0B3A7EDE0219}" destId="{8245983B-32F1-4917-B402-A6A2CB4341CD}" srcOrd="0" destOrd="0" parTransId="{C5BB75A3-CED4-4925-9569-AEB67CC5CABC}" sibTransId="{1F56E3CC-E203-44AA-A18F-740D51B4D1D3}"/>
    <dgm:cxn modelId="{AB4B549E-A849-4BEE-866A-EAB9F0451DCF}" srcId="{5D6DCDBC-7A92-4950-BF91-936888914B2C}" destId="{00DB32B1-EAFF-4445-BB7A-2579DDB24854}" srcOrd="0" destOrd="0" parTransId="{1FFA59F1-7726-400E-A103-65782F60F4A9}" sibTransId="{AD108E48-0AC0-4295-9581-CC9DA6BEF88A}"/>
    <dgm:cxn modelId="{251BB7A2-CF7E-4930-A2BE-65AE3A19A22B}" srcId="{BED36AFA-A216-439E-BD5B-F8ADAE4A8E03}" destId="{B81B3384-884B-4269-8C31-14B856BFC5EF}" srcOrd="0" destOrd="0" parTransId="{B7698039-6243-4404-8D16-347485F3AB6D}" sibTransId="{13A11116-AA0F-45F1-B3DA-E5D9D446C551}"/>
    <dgm:cxn modelId="{B18297AA-6892-4A42-B4FF-2A71F7F6B42F}" srcId="{5D6DCDBC-7A92-4950-BF91-936888914B2C}" destId="{BED36AFA-A216-439E-BD5B-F8ADAE4A8E03}" srcOrd="2" destOrd="0" parTransId="{0087D2D6-2A9F-46D9-8ADC-529C5218BE82}" sibTransId="{10AC106E-A38B-4613-A866-081542DAA311}"/>
    <dgm:cxn modelId="{E81DABB2-8954-4002-B5D7-DC9B1A692825}" type="presOf" srcId="{E84D3353-D23C-4ACE-A2EE-0B3A7EDE0219}" destId="{A4FF6EAB-99A6-44C0-A0D3-5321F193137A}" srcOrd="0" destOrd="0" presId="urn:microsoft.com/office/officeart/2018/2/layout/IconVerticalSolidList"/>
    <dgm:cxn modelId="{20DB20B7-8340-473D-AC45-2643DBB2BEDB}" srcId="{5D6DCDBC-7A92-4950-BF91-936888914B2C}" destId="{E84D3353-D23C-4ACE-A2EE-0B3A7EDE0219}" srcOrd="4" destOrd="0" parTransId="{75E3C5DC-6D10-488C-A2CA-BBBB9B411E87}" sibTransId="{52E45E28-4238-4D17-A412-13E321F8BCBE}"/>
    <dgm:cxn modelId="{B9CEACBC-6955-45A1-B701-45634081D4D5}" type="presOf" srcId="{8245983B-32F1-4917-B402-A6A2CB4341CD}" destId="{25FE14D7-F72F-4936-89C1-12F6403EA84B}" srcOrd="0" destOrd="0" presId="urn:microsoft.com/office/officeart/2018/2/layout/IconVerticalSolidList"/>
    <dgm:cxn modelId="{AE8C84C0-2C01-4D31-80FF-E95C5AD1E82E}" type="presOf" srcId="{455B96D6-1A14-45AF-BDFF-DF9FCD06FE22}" destId="{E9DCD644-A3AB-4D3B-8DD0-92F6C08FBD7B}" srcOrd="0" destOrd="0" presId="urn:microsoft.com/office/officeart/2018/2/layout/IconVerticalSolidList"/>
    <dgm:cxn modelId="{41DD39C9-681A-4EE2-8ECA-4FB6601B6750}" srcId="{874F52FF-B566-4302-ACD7-724E321B43DA}" destId="{6E7EE28E-2175-4FDC-AB33-6B4548666381}" srcOrd="0" destOrd="0" parTransId="{77982197-FDB5-4C8A-9A76-F933027125D1}" sibTransId="{4F34397A-C036-4ACA-A6A3-A826A522C26A}"/>
    <dgm:cxn modelId="{14ECC3D1-0E92-4139-8A5B-9A38B132991D}" srcId="{5D6DCDBC-7A92-4950-BF91-936888914B2C}" destId="{7B7B5362-EE1C-422C-AFBA-F345A24123DD}" srcOrd="5" destOrd="0" parTransId="{0AA5B274-4C53-45E0-8C5A-D7E311B83D19}" sibTransId="{087ADA3F-E0FD-4C60-9191-71634731D4DB}"/>
    <dgm:cxn modelId="{FE34AADE-0C2C-43C6-890C-5A7BB9DAB18D}" type="presOf" srcId="{BD67C428-1953-47BA-AB50-17D8159D6217}" destId="{EF2A13AB-1CE2-480A-B946-BD8AA14A6DB1}" srcOrd="0" destOrd="0" presId="urn:microsoft.com/office/officeart/2018/2/layout/IconVerticalSolidList"/>
    <dgm:cxn modelId="{3BE7A2E5-DF54-4480-A746-8C1904C2D50D}" type="presOf" srcId="{2FE650EA-A071-473C-A1CA-3677229B1010}" destId="{1789F024-E25B-47FD-B8C9-C3CB5DE0AE06}" srcOrd="0" destOrd="0" presId="urn:microsoft.com/office/officeart/2018/2/layout/IconVerticalSolidList"/>
    <dgm:cxn modelId="{6B711EEB-BDE7-4E69-AA11-E9144CA0F673}" type="presOf" srcId="{5D6DCDBC-7A92-4950-BF91-936888914B2C}" destId="{D569DCE6-5A63-4678-BF7C-894D44F3822F}" srcOrd="0" destOrd="0" presId="urn:microsoft.com/office/officeart/2018/2/layout/IconVerticalSolidList"/>
    <dgm:cxn modelId="{FD86ABF9-A4F2-47AC-B993-72322D8F1E54}" type="presOf" srcId="{6E7EE28E-2175-4FDC-AB33-6B4548666381}" destId="{13F8AA82-79C6-41FC-A8A9-880CFDFDE62D}" srcOrd="0" destOrd="0" presId="urn:microsoft.com/office/officeart/2018/2/layout/IconVerticalSolidList"/>
    <dgm:cxn modelId="{0EE8DBFA-7B37-457D-A2C0-808AECE4EE61}" srcId="{2FE650EA-A071-473C-A1CA-3677229B1010}" destId="{DB17FB9C-8725-4A37-B20F-A69A8009D8E4}" srcOrd="0" destOrd="0" parTransId="{4CE54DBC-0C38-4137-AFA2-10B069824568}" sibTransId="{C68C6098-9865-44D9-831F-1E9C61B4969E}"/>
    <dgm:cxn modelId="{6EF95DCF-9834-4348-9F79-6BECA0BA5FFA}" type="presParOf" srcId="{D569DCE6-5A63-4678-BF7C-894D44F3822F}" destId="{BCC0B0E7-9E6A-40F8-9E14-34631A2C2172}" srcOrd="0" destOrd="0" presId="urn:microsoft.com/office/officeart/2018/2/layout/IconVerticalSolidList"/>
    <dgm:cxn modelId="{35848F1D-56EB-42CE-8CCE-C2AFB7A45B8A}" type="presParOf" srcId="{BCC0B0E7-9E6A-40F8-9E14-34631A2C2172}" destId="{5D142727-52C1-4FB0-87CB-D88675D51DEB}" srcOrd="0" destOrd="0" presId="urn:microsoft.com/office/officeart/2018/2/layout/IconVerticalSolidList"/>
    <dgm:cxn modelId="{B0242809-C38E-45E3-8690-D540E9F14549}" type="presParOf" srcId="{BCC0B0E7-9E6A-40F8-9E14-34631A2C2172}" destId="{012B3C9C-F2F7-4DE1-951E-B80E22E06E50}" srcOrd="1" destOrd="0" presId="urn:microsoft.com/office/officeart/2018/2/layout/IconVerticalSolidList"/>
    <dgm:cxn modelId="{64CD2F89-8AAE-4C2A-A986-AE10C83A1A1C}" type="presParOf" srcId="{BCC0B0E7-9E6A-40F8-9E14-34631A2C2172}" destId="{5A968563-85D5-4098-A90A-D33C63D14B73}" srcOrd="2" destOrd="0" presId="urn:microsoft.com/office/officeart/2018/2/layout/IconVerticalSolidList"/>
    <dgm:cxn modelId="{D02A31BC-512E-4B76-AA13-F619F73CA327}" type="presParOf" srcId="{BCC0B0E7-9E6A-40F8-9E14-34631A2C2172}" destId="{0DC1B30C-6BAA-4FEB-AC2A-4E07CC700DC7}" srcOrd="3" destOrd="0" presId="urn:microsoft.com/office/officeart/2018/2/layout/IconVerticalSolidList"/>
    <dgm:cxn modelId="{D2B1BDDA-15F7-4FBD-BF86-4F7313D868AD}" type="presParOf" srcId="{D569DCE6-5A63-4678-BF7C-894D44F3822F}" destId="{082128A9-0D60-43AA-8623-2C3F2E118EBA}" srcOrd="1" destOrd="0" presId="urn:microsoft.com/office/officeart/2018/2/layout/IconVerticalSolidList"/>
    <dgm:cxn modelId="{80C04E52-C373-4CE4-A4C5-2F04AB0002B5}" type="presParOf" srcId="{D569DCE6-5A63-4678-BF7C-894D44F3822F}" destId="{6B9C5DB1-CAB1-4DD1-870D-599221AE2B66}" srcOrd="2" destOrd="0" presId="urn:microsoft.com/office/officeart/2018/2/layout/IconVerticalSolidList"/>
    <dgm:cxn modelId="{5D00477C-714C-4174-A992-2F0CF9B8B950}" type="presParOf" srcId="{6B9C5DB1-CAB1-4DD1-870D-599221AE2B66}" destId="{090BF533-B312-4988-ACA3-9BB16AC05B01}" srcOrd="0" destOrd="0" presId="urn:microsoft.com/office/officeart/2018/2/layout/IconVerticalSolidList"/>
    <dgm:cxn modelId="{11E9B1AB-87AD-4ABD-B77D-64139CF22354}" type="presParOf" srcId="{6B9C5DB1-CAB1-4DD1-870D-599221AE2B66}" destId="{AD531DE1-903D-45F0-B756-359A5A80C11F}" srcOrd="1" destOrd="0" presId="urn:microsoft.com/office/officeart/2018/2/layout/IconVerticalSolidList"/>
    <dgm:cxn modelId="{55CFE363-A53E-4CD8-AB4B-830419198C7C}" type="presParOf" srcId="{6B9C5DB1-CAB1-4DD1-870D-599221AE2B66}" destId="{D8C1E5CA-2B67-42A8-8FC9-E6E1398D1EEF}" srcOrd="2" destOrd="0" presId="urn:microsoft.com/office/officeart/2018/2/layout/IconVerticalSolidList"/>
    <dgm:cxn modelId="{35E46F65-0C8D-4155-8D8B-E7D3D6598431}" type="presParOf" srcId="{6B9C5DB1-CAB1-4DD1-870D-599221AE2B66}" destId="{DE3F5E1C-30FB-4452-A19C-CF9C4AFE63B6}" srcOrd="3" destOrd="0" presId="urn:microsoft.com/office/officeart/2018/2/layout/IconVerticalSolidList"/>
    <dgm:cxn modelId="{1064FC12-4E27-4775-82E2-CAB3EE0E9930}" type="presParOf" srcId="{6B9C5DB1-CAB1-4DD1-870D-599221AE2B66}" destId="{13F8AA82-79C6-41FC-A8A9-880CFDFDE62D}" srcOrd="4" destOrd="0" presId="urn:microsoft.com/office/officeart/2018/2/layout/IconVerticalSolidList"/>
    <dgm:cxn modelId="{71011F53-4369-45B9-90B1-CDAE1883B9A4}" type="presParOf" srcId="{D569DCE6-5A63-4678-BF7C-894D44F3822F}" destId="{6909D174-24FE-4453-9EEA-A70FEFCB2851}" srcOrd="3" destOrd="0" presId="urn:microsoft.com/office/officeart/2018/2/layout/IconVerticalSolidList"/>
    <dgm:cxn modelId="{8DADCA77-1517-4B27-A8F6-F81C5ADCACEB}" type="presParOf" srcId="{D569DCE6-5A63-4678-BF7C-894D44F3822F}" destId="{A680C878-BBED-4B79-9A44-41E9C47404D9}" srcOrd="4" destOrd="0" presId="urn:microsoft.com/office/officeart/2018/2/layout/IconVerticalSolidList"/>
    <dgm:cxn modelId="{0CE5AAAC-3A16-47E0-8C25-0AF92F6BB9C6}" type="presParOf" srcId="{A680C878-BBED-4B79-9A44-41E9C47404D9}" destId="{90625A98-9D57-4BAD-8B26-36D8737F5DAF}" srcOrd="0" destOrd="0" presId="urn:microsoft.com/office/officeart/2018/2/layout/IconVerticalSolidList"/>
    <dgm:cxn modelId="{EB287A14-DCFC-4BC5-9EEB-754F3E96DE6D}" type="presParOf" srcId="{A680C878-BBED-4B79-9A44-41E9C47404D9}" destId="{0385C60B-A045-4195-94D2-8FB81BE35142}" srcOrd="1" destOrd="0" presId="urn:microsoft.com/office/officeart/2018/2/layout/IconVerticalSolidList"/>
    <dgm:cxn modelId="{050258D4-A357-4436-81B4-4D9056F641F2}" type="presParOf" srcId="{A680C878-BBED-4B79-9A44-41E9C47404D9}" destId="{80CC208C-39A7-4DBE-BB05-7F1B1C4207FA}" srcOrd="2" destOrd="0" presId="urn:microsoft.com/office/officeart/2018/2/layout/IconVerticalSolidList"/>
    <dgm:cxn modelId="{B1585FB0-56B3-4EB5-9295-9090853DF0BA}" type="presParOf" srcId="{A680C878-BBED-4B79-9A44-41E9C47404D9}" destId="{0EFBB04C-1A7F-494A-A855-CD0F22245354}" srcOrd="3" destOrd="0" presId="urn:microsoft.com/office/officeart/2018/2/layout/IconVerticalSolidList"/>
    <dgm:cxn modelId="{402418A1-E4FE-4B09-91BE-CF4C4F2AC85C}" type="presParOf" srcId="{A680C878-BBED-4B79-9A44-41E9C47404D9}" destId="{674AFC5D-FF0B-478E-8861-B7C5D59CF6E3}" srcOrd="4" destOrd="0" presId="urn:microsoft.com/office/officeart/2018/2/layout/IconVerticalSolidList"/>
    <dgm:cxn modelId="{550B7A09-3334-45B1-AE7F-9751EF1A49E9}" type="presParOf" srcId="{D569DCE6-5A63-4678-BF7C-894D44F3822F}" destId="{42A30206-CF71-4155-B420-33024FEDC3CC}" srcOrd="5" destOrd="0" presId="urn:microsoft.com/office/officeart/2018/2/layout/IconVerticalSolidList"/>
    <dgm:cxn modelId="{B333681B-DC17-465D-9899-BB5D45CD8AD7}" type="presParOf" srcId="{D569DCE6-5A63-4678-BF7C-894D44F3822F}" destId="{DF1AA8E9-3499-43C9-BA77-14BAD27C0585}" srcOrd="6" destOrd="0" presId="urn:microsoft.com/office/officeart/2018/2/layout/IconVerticalSolidList"/>
    <dgm:cxn modelId="{A5E1E7F1-D134-4BB5-830C-2021E26DFBCE}" type="presParOf" srcId="{DF1AA8E9-3499-43C9-BA77-14BAD27C0585}" destId="{2547EFE6-A54F-4075-95AB-6099838D287D}" srcOrd="0" destOrd="0" presId="urn:microsoft.com/office/officeart/2018/2/layout/IconVerticalSolidList"/>
    <dgm:cxn modelId="{3077E199-B180-4C8B-9BA8-AD09CBA68AB3}" type="presParOf" srcId="{DF1AA8E9-3499-43C9-BA77-14BAD27C0585}" destId="{6A632DC2-43A1-48CA-9FA5-597A9BB36B58}" srcOrd="1" destOrd="0" presId="urn:microsoft.com/office/officeart/2018/2/layout/IconVerticalSolidList"/>
    <dgm:cxn modelId="{436E4648-A882-41A3-B40D-DE2571C9F23B}" type="presParOf" srcId="{DF1AA8E9-3499-43C9-BA77-14BAD27C0585}" destId="{1AB6A0BF-CAB3-425B-92AC-4D3554D1AAA0}" srcOrd="2" destOrd="0" presId="urn:microsoft.com/office/officeart/2018/2/layout/IconVerticalSolidList"/>
    <dgm:cxn modelId="{401809A8-707D-40F4-BCDA-F78EF6555F94}" type="presParOf" srcId="{DF1AA8E9-3499-43C9-BA77-14BAD27C0585}" destId="{EF2A13AB-1CE2-480A-B946-BD8AA14A6DB1}" srcOrd="3" destOrd="0" presId="urn:microsoft.com/office/officeart/2018/2/layout/IconVerticalSolidList"/>
    <dgm:cxn modelId="{C23B437D-BD31-4525-9D10-849871C6701C}" type="presParOf" srcId="{D569DCE6-5A63-4678-BF7C-894D44F3822F}" destId="{E5757920-1005-4652-824A-59232ACA5EC2}" srcOrd="7" destOrd="0" presId="urn:microsoft.com/office/officeart/2018/2/layout/IconVerticalSolidList"/>
    <dgm:cxn modelId="{B370A1F3-7F22-4A7B-AF9B-D0C78ABE243C}" type="presParOf" srcId="{D569DCE6-5A63-4678-BF7C-894D44F3822F}" destId="{7111A98B-878C-4AB9-9AB9-7E958C4AAFEA}" srcOrd="8" destOrd="0" presId="urn:microsoft.com/office/officeart/2018/2/layout/IconVerticalSolidList"/>
    <dgm:cxn modelId="{5123F7F0-9993-414C-B7A6-17D17032D868}" type="presParOf" srcId="{7111A98B-878C-4AB9-9AB9-7E958C4AAFEA}" destId="{F091869B-5977-49A8-B944-2A5DD8C9921F}" srcOrd="0" destOrd="0" presId="urn:microsoft.com/office/officeart/2018/2/layout/IconVerticalSolidList"/>
    <dgm:cxn modelId="{E3FF239A-3AD9-457D-A45A-BA676A42C785}" type="presParOf" srcId="{7111A98B-878C-4AB9-9AB9-7E958C4AAFEA}" destId="{74CC9B21-6978-49ED-A9A6-B3F587530A17}" srcOrd="1" destOrd="0" presId="urn:microsoft.com/office/officeart/2018/2/layout/IconVerticalSolidList"/>
    <dgm:cxn modelId="{BA00A3AC-3F6F-48AC-BF92-376C50E6AE0B}" type="presParOf" srcId="{7111A98B-878C-4AB9-9AB9-7E958C4AAFEA}" destId="{2252F2A5-01F4-45B0-9D8E-5A61C32EE512}" srcOrd="2" destOrd="0" presId="urn:microsoft.com/office/officeart/2018/2/layout/IconVerticalSolidList"/>
    <dgm:cxn modelId="{5D13897D-8988-4E68-8E99-FC5FC94DB452}" type="presParOf" srcId="{7111A98B-878C-4AB9-9AB9-7E958C4AAFEA}" destId="{A4FF6EAB-99A6-44C0-A0D3-5321F193137A}" srcOrd="3" destOrd="0" presId="urn:microsoft.com/office/officeart/2018/2/layout/IconVerticalSolidList"/>
    <dgm:cxn modelId="{60CC1062-5921-432F-AFA4-0369BA37C015}" type="presParOf" srcId="{7111A98B-878C-4AB9-9AB9-7E958C4AAFEA}" destId="{25FE14D7-F72F-4936-89C1-12F6403EA84B}" srcOrd="4" destOrd="0" presId="urn:microsoft.com/office/officeart/2018/2/layout/IconVerticalSolidList"/>
    <dgm:cxn modelId="{E47E684C-4648-4E0C-B7D5-1FA50CC6CC32}" type="presParOf" srcId="{D569DCE6-5A63-4678-BF7C-894D44F3822F}" destId="{2F889361-1154-4556-86A9-881DD73F9C9D}" srcOrd="9" destOrd="0" presId="urn:microsoft.com/office/officeart/2018/2/layout/IconVerticalSolidList"/>
    <dgm:cxn modelId="{09C94E08-10FF-4911-8E54-272E13D54D20}" type="presParOf" srcId="{D569DCE6-5A63-4678-BF7C-894D44F3822F}" destId="{F4703118-7611-4E8E-AEB3-642E0A85763A}" srcOrd="10" destOrd="0" presId="urn:microsoft.com/office/officeart/2018/2/layout/IconVerticalSolidList"/>
    <dgm:cxn modelId="{92A25DD9-A760-4FC0-9B44-0A0141B7D088}" type="presParOf" srcId="{F4703118-7611-4E8E-AEB3-642E0A85763A}" destId="{1EFD3B87-F984-4E0B-8EF3-D52DAEC22BE8}" srcOrd="0" destOrd="0" presId="urn:microsoft.com/office/officeart/2018/2/layout/IconVerticalSolidList"/>
    <dgm:cxn modelId="{EF9C599D-64C9-4D3A-A617-A89EB23E614F}" type="presParOf" srcId="{F4703118-7611-4E8E-AEB3-642E0A85763A}" destId="{EB56D8A7-779A-46AF-81BE-82E82DC4EFFF}" srcOrd="1" destOrd="0" presId="urn:microsoft.com/office/officeart/2018/2/layout/IconVerticalSolidList"/>
    <dgm:cxn modelId="{5F3C69AD-B3BF-4C96-AEA8-3628918828FA}" type="presParOf" srcId="{F4703118-7611-4E8E-AEB3-642E0A85763A}" destId="{D0B44000-BEA0-4E09-B8CA-8602577BCD03}" srcOrd="2" destOrd="0" presId="urn:microsoft.com/office/officeart/2018/2/layout/IconVerticalSolidList"/>
    <dgm:cxn modelId="{7EA25E96-38AA-4BBC-A125-DAA50B4DAAAA}" type="presParOf" srcId="{F4703118-7611-4E8E-AEB3-642E0A85763A}" destId="{58B8A2FA-C4FA-43C2-89DE-74B73BBE0B39}" srcOrd="3" destOrd="0" presId="urn:microsoft.com/office/officeart/2018/2/layout/IconVerticalSolidList"/>
    <dgm:cxn modelId="{60449C61-62FD-4CEE-806E-065756AE9876}" type="presParOf" srcId="{F4703118-7611-4E8E-AEB3-642E0A85763A}" destId="{655938CC-3EDE-46F9-BE62-57C2E37FE6A3}" srcOrd="4" destOrd="0" presId="urn:microsoft.com/office/officeart/2018/2/layout/IconVerticalSolidList"/>
    <dgm:cxn modelId="{5FA94729-78DC-4C1C-84A4-033CCAA58AE8}" type="presParOf" srcId="{D569DCE6-5A63-4678-BF7C-894D44F3822F}" destId="{C9C9A1AB-676C-4811-AC81-285881393547}" srcOrd="11" destOrd="0" presId="urn:microsoft.com/office/officeart/2018/2/layout/IconVerticalSolidList"/>
    <dgm:cxn modelId="{A7267370-ED3F-4CB8-9ADE-FADF5FED3CF8}" type="presParOf" srcId="{D569DCE6-5A63-4678-BF7C-894D44F3822F}" destId="{50767BC5-B154-40FE-A8E4-306BB34AEC62}" srcOrd="12" destOrd="0" presId="urn:microsoft.com/office/officeart/2018/2/layout/IconVerticalSolidList"/>
    <dgm:cxn modelId="{73EBF5F4-5904-48CD-90CD-575D09755989}" type="presParOf" srcId="{50767BC5-B154-40FE-A8E4-306BB34AEC62}" destId="{23452316-50E6-4F12-BD42-5F759E8754A6}" srcOrd="0" destOrd="0" presId="urn:microsoft.com/office/officeart/2018/2/layout/IconVerticalSolidList"/>
    <dgm:cxn modelId="{1E51D302-FB0F-4CEB-9C07-DF95FBAA82AD}" type="presParOf" srcId="{50767BC5-B154-40FE-A8E4-306BB34AEC62}" destId="{23C0B72E-A0D7-47C2-811B-6A35ACAB2194}" srcOrd="1" destOrd="0" presId="urn:microsoft.com/office/officeart/2018/2/layout/IconVerticalSolidList"/>
    <dgm:cxn modelId="{1B7128B9-9916-4F5A-8385-473E0B5ECC68}" type="presParOf" srcId="{50767BC5-B154-40FE-A8E4-306BB34AEC62}" destId="{F4EA7195-A793-4712-A9C2-E709926E4A60}" srcOrd="2" destOrd="0" presId="urn:microsoft.com/office/officeart/2018/2/layout/IconVerticalSolidList"/>
    <dgm:cxn modelId="{A5A9CB6B-D70D-4754-8202-21E772ECE47A}" type="presParOf" srcId="{50767BC5-B154-40FE-A8E4-306BB34AEC62}" destId="{1789F024-E25B-47FD-B8C9-C3CB5DE0AE06}" srcOrd="3" destOrd="0" presId="urn:microsoft.com/office/officeart/2018/2/layout/IconVerticalSolidList"/>
    <dgm:cxn modelId="{F8F8008F-509B-4D5B-8DE3-53CEAE262D6E}" type="presParOf" srcId="{50767BC5-B154-40FE-A8E4-306BB34AEC62}" destId="{22BE88C8-2655-4D4B-802F-D2E333E1002A}" srcOrd="4" destOrd="0" presId="urn:microsoft.com/office/officeart/2018/2/layout/IconVerticalSolidList"/>
    <dgm:cxn modelId="{E2268166-F36B-47BF-BF68-B85A23632C51}" type="presParOf" srcId="{D569DCE6-5A63-4678-BF7C-894D44F3822F}" destId="{8DEE5B3A-B661-41F6-B855-1916E701DFC9}" srcOrd="13" destOrd="0" presId="urn:microsoft.com/office/officeart/2018/2/layout/IconVerticalSolidList"/>
    <dgm:cxn modelId="{85642D52-A82B-4241-A99C-12056B05D109}" type="presParOf" srcId="{D569DCE6-5A63-4678-BF7C-894D44F3822F}" destId="{069627E6-A373-4E61-9B61-292AD5FBBCEA}" srcOrd="14" destOrd="0" presId="urn:microsoft.com/office/officeart/2018/2/layout/IconVerticalSolidList"/>
    <dgm:cxn modelId="{17604E41-708A-404D-B6ED-4DB19139D3A9}" type="presParOf" srcId="{069627E6-A373-4E61-9B61-292AD5FBBCEA}" destId="{81B6B24C-CD1F-4DD3-886B-E02B9CD64D1B}" srcOrd="0" destOrd="0" presId="urn:microsoft.com/office/officeart/2018/2/layout/IconVerticalSolidList"/>
    <dgm:cxn modelId="{5565E45E-CCB0-454C-A0F9-F02DB597AB00}" type="presParOf" srcId="{069627E6-A373-4E61-9B61-292AD5FBBCEA}" destId="{159E928A-0928-4EA7-AB1A-7B8451B351C1}" srcOrd="1" destOrd="0" presId="urn:microsoft.com/office/officeart/2018/2/layout/IconVerticalSolidList"/>
    <dgm:cxn modelId="{CB8E2D94-AA94-4107-9B7F-82B854B3EBD3}" type="presParOf" srcId="{069627E6-A373-4E61-9B61-292AD5FBBCEA}" destId="{2A23F2F7-4A69-4624-B6AF-B1AB8626CA63}" srcOrd="2" destOrd="0" presId="urn:microsoft.com/office/officeart/2018/2/layout/IconVerticalSolidList"/>
    <dgm:cxn modelId="{6B8193E6-9A0B-49CF-B5BE-E47A1FD16D1E}" type="presParOf" srcId="{069627E6-A373-4E61-9B61-292AD5FBBCEA}" destId="{E9DCD644-A3AB-4D3B-8DD0-92F6C08FBD7B}" srcOrd="3" destOrd="0" presId="urn:microsoft.com/office/officeart/2018/2/layout/IconVerticalSolidList"/>
    <dgm:cxn modelId="{70E934B3-D164-4718-A5AD-7B633F51FB93}" type="presParOf" srcId="{069627E6-A373-4E61-9B61-292AD5FBBCEA}" destId="{365D25AE-7858-4B90-87E3-CE8A68C1056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00680C1-C20A-424E-85E4-4B78B294A73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64AA9A6-4846-4905-BCC0-DDC681E19728}">
      <dgm:prSet/>
      <dgm:spPr/>
      <dgm:t>
        <a:bodyPr/>
        <a:lstStyle/>
        <a:p>
          <a:r>
            <a:rPr lang="en-US" b="1"/>
            <a:t>Organizational Skills</a:t>
          </a:r>
          <a:endParaRPr lang="en-US"/>
        </a:p>
      </dgm:t>
    </dgm:pt>
    <dgm:pt modelId="{3B13A767-0328-4548-AD92-3E93B7F8AD7A}" type="parTrans" cxnId="{837F6E3B-7C0F-4E51-A4FF-3EB37DAAF76A}">
      <dgm:prSet/>
      <dgm:spPr/>
      <dgm:t>
        <a:bodyPr/>
        <a:lstStyle/>
        <a:p>
          <a:endParaRPr lang="en-US"/>
        </a:p>
      </dgm:t>
    </dgm:pt>
    <dgm:pt modelId="{E5A1C8CC-59F4-4F17-AFBC-2A2B3BD2F002}" type="sibTrans" cxnId="{837F6E3B-7C0F-4E51-A4FF-3EB37DAAF76A}">
      <dgm:prSet/>
      <dgm:spPr/>
      <dgm:t>
        <a:bodyPr/>
        <a:lstStyle/>
        <a:p>
          <a:endParaRPr lang="en-US"/>
        </a:p>
      </dgm:t>
    </dgm:pt>
    <dgm:pt modelId="{80A56345-CE2E-4848-A72D-4792555D2127}">
      <dgm:prSet/>
      <dgm:spPr/>
      <dgm:t>
        <a:bodyPr/>
        <a:lstStyle/>
        <a:p>
          <a:r>
            <a:rPr lang="en-US" b="1"/>
            <a:t>Time Management</a:t>
          </a:r>
          <a:endParaRPr lang="en-US"/>
        </a:p>
      </dgm:t>
    </dgm:pt>
    <dgm:pt modelId="{7477ED7B-528E-4AE5-930F-CCCBA47CC81E}" type="parTrans" cxnId="{AB0C71A5-1CBF-4803-9C1A-1D42EC7DF41A}">
      <dgm:prSet/>
      <dgm:spPr/>
      <dgm:t>
        <a:bodyPr/>
        <a:lstStyle/>
        <a:p>
          <a:endParaRPr lang="en-US"/>
        </a:p>
      </dgm:t>
    </dgm:pt>
    <dgm:pt modelId="{A7C8F944-CE94-480A-AA58-1076CAEE01D0}" type="sibTrans" cxnId="{AB0C71A5-1CBF-4803-9C1A-1D42EC7DF41A}">
      <dgm:prSet/>
      <dgm:spPr/>
      <dgm:t>
        <a:bodyPr/>
        <a:lstStyle/>
        <a:p>
          <a:endParaRPr lang="en-US"/>
        </a:p>
      </dgm:t>
    </dgm:pt>
    <dgm:pt modelId="{AA688C9A-BD86-4AFE-97FA-B187CEFF680C}">
      <dgm:prSet/>
      <dgm:spPr/>
      <dgm:t>
        <a:bodyPr/>
        <a:lstStyle/>
        <a:p>
          <a:r>
            <a:rPr lang="en-US"/>
            <a:t>Managing timelines, setting priorities, and ensuring on-time delivery</a:t>
          </a:r>
        </a:p>
      </dgm:t>
    </dgm:pt>
    <dgm:pt modelId="{CC807EFD-B7A9-416F-B33B-FEA09CBA00CC}" type="parTrans" cxnId="{C6E638DD-566A-4F4A-9A36-1C9CAC96F39E}">
      <dgm:prSet/>
      <dgm:spPr/>
      <dgm:t>
        <a:bodyPr/>
        <a:lstStyle/>
        <a:p>
          <a:endParaRPr lang="en-US"/>
        </a:p>
      </dgm:t>
    </dgm:pt>
    <dgm:pt modelId="{3BB86184-9C1F-4B11-8033-56DE575120B6}" type="sibTrans" cxnId="{C6E638DD-566A-4F4A-9A36-1C9CAC96F39E}">
      <dgm:prSet/>
      <dgm:spPr/>
      <dgm:t>
        <a:bodyPr/>
        <a:lstStyle/>
        <a:p>
          <a:endParaRPr lang="en-US"/>
        </a:p>
      </dgm:t>
    </dgm:pt>
    <dgm:pt modelId="{B8B75C88-590A-470D-98B4-1C746A0A08D4}">
      <dgm:prSet/>
      <dgm:spPr/>
      <dgm:t>
        <a:bodyPr/>
        <a:lstStyle/>
        <a:p>
          <a:r>
            <a:rPr lang="en-US" b="1"/>
            <a:t>Multitasking</a:t>
          </a:r>
          <a:endParaRPr lang="en-US"/>
        </a:p>
      </dgm:t>
    </dgm:pt>
    <dgm:pt modelId="{D36F9D4C-B15D-4265-976D-35F83742929D}" type="parTrans" cxnId="{5C3099F0-4B03-4609-BF57-8D57BFBF3FC3}">
      <dgm:prSet/>
      <dgm:spPr/>
      <dgm:t>
        <a:bodyPr/>
        <a:lstStyle/>
        <a:p>
          <a:endParaRPr lang="en-US"/>
        </a:p>
      </dgm:t>
    </dgm:pt>
    <dgm:pt modelId="{2AA4617D-01EA-4C92-B8FC-2B90C037D5AB}" type="sibTrans" cxnId="{5C3099F0-4B03-4609-BF57-8D57BFBF3FC3}">
      <dgm:prSet/>
      <dgm:spPr/>
      <dgm:t>
        <a:bodyPr/>
        <a:lstStyle/>
        <a:p>
          <a:endParaRPr lang="en-US"/>
        </a:p>
      </dgm:t>
    </dgm:pt>
    <dgm:pt modelId="{DD7BBA20-7F2D-49CB-BA79-7B5CA3581E68}">
      <dgm:prSet/>
      <dgm:spPr/>
      <dgm:t>
        <a:bodyPr/>
        <a:lstStyle/>
        <a:p>
          <a:r>
            <a:rPr lang="en-US"/>
            <a:t>Juggling multiple projects or tasks simultaneously without losing track</a:t>
          </a:r>
        </a:p>
      </dgm:t>
    </dgm:pt>
    <dgm:pt modelId="{CAE1B29A-6419-4672-A75D-DEFB11CEBB69}" type="parTrans" cxnId="{9BE9971D-1900-4B7A-9431-4C44AE3CC1E6}">
      <dgm:prSet/>
      <dgm:spPr/>
      <dgm:t>
        <a:bodyPr/>
        <a:lstStyle/>
        <a:p>
          <a:endParaRPr lang="en-US"/>
        </a:p>
      </dgm:t>
    </dgm:pt>
    <dgm:pt modelId="{67554926-2213-4FA4-81D9-E2816D2BC9E1}" type="sibTrans" cxnId="{9BE9971D-1900-4B7A-9431-4C44AE3CC1E6}">
      <dgm:prSet/>
      <dgm:spPr/>
      <dgm:t>
        <a:bodyPr/>
        <a:lstStyle/>
        <a:p>
          <a:endParaRPr lang="en-US"/>
        </a:p>
      </dgm:t>
    </dgm:pt>
    <dgm:pt modelId="{F604B81B-CDF8-4B1F-91B9-8641A6E54731}">
      <dgm:prSet/>
      <dgm:spPr/>
      <dgm:t>
        <a:bodyPr/>
        <a:lstStyle/>
        <a:p>
          <a:r>
            <a:rPr lang="en-US" b="1"/>
            <a:t>Documentation</a:t>
          </a:r>
          <a:endParaRPr lang="en-US"/>
        </a:p>
      </dgm:t>
    </dgm:pt>
    <dgm:pt modelId="{D9E07D31-5E4C-499E-85D1-E0705A805EB3}" type="parTrans" cxnId="{88030B06-B2B3-4AF0-A777-059E5F796D04}">
      <dgm:prSet/>
      <dgm:spPr/>
      <dgm:t>
        <a:bodyPr/>
        <a:lstStyle/>
        <a:p>
          <a:endParaRPr lang="en-US"/>
        </a:p>
      </dgm:t>
    </dgm:pt>
    <dgm:pt modelId="{6456A491-3865-4594-9DF9-9B07402CDCFE}" type="sibTrans" cxnId="{88030B06-B2B3-4AF0-A777-059E5F796D04}">
      <dgm:prSet/>
      <dgm:spPr/>
      <dgm:t>
        <a:bodyPr/>
        <a:lstStyle/>
        <a:p>
          <a:endParaRPr lang="en-US"/>
        </a:p>
      </dgm:t>
    </dgm:pt>
    <dgm:pt modelId="{88004662-48DE-466E-A828-DDEE42FD4AF5}">
      <dgm:prSet/>
      <dgm:spPr/>
      <dgm:t>
        <a:bodyPr/>
        <a:lstStyle/>
        <a:p>
          <a:r>
            <a:rPr lang="en-US"/>
            <a:t>Preparing project charters, status reports, meeting minutes, risk logs, and closure reports</a:t>
          </a:r>
        </a:p>
      </dgm:t>
    </dgm:pt>
    <dgm:pt modelId="{573BC35A-15D6-49D9-A520-A8229D523771}" type="parTrans" cxnId="{0538D829-4F1F-4800-912E-68C4D0EBE3D9}">
      <dgm:prSet/>
      <dgm:spPr/>
      <dgm:t>
        <a:bodyPr/>
        <a:lstStyle/>
        <a:p>
          <a:endParaRPr lang="en-US"/>
        </a:p>
      </dgm:t>
    </dgm:pt>
    <dgm:pt modelId="{6E437F49-792F-481F-9C80-CA562353C3EB}" type="sibTrans" cxnId="{0538D829-4F1F-4800-912E-68C4D0EBE3D9}">
      <dgm:prSet/>
      <dgm:spPr/>
      <dgm:t>
        <a:bodyPr/>
        <a:lstStyle/>
        <a:p>
          <a:endParaRPr lang="en-US"/>
        </a:p>
      </dgm:t>
    </dgm:pt>
    <dgm:pt modelId="{1CB0B069-98B5-4771-9C5A-D7FC49F6AA2E}">
      <dgm:prSet/>
      <dgm:spPr/>
      <dgm:t>
        <a:bodyPr/>
        <a:lstStyle/>
        <a:p>
          <a:r>
            <a:rPr lang="en-US" b="1"/>
            <a:t>Adaptability &amp; Learning</a:t>
          </a:r>
          <a:endParaRPr lang="en-US"/>
        </a:p>
      </dgm:t>
    </dgm:pt>
    <dgm:pt modelId="{47FDC894-877A-4D69-9DCE-B5590182E85B}" type="parTrans" cxnId="{E46A1322-9335-4AF0-84CB-969E735E8A06}">
      <dgm:prSet/>
      <dgm:spPr/>
      <dgm:t>
        <a:bodyPr/>
        <a:lstStyle/>
        <a:p>
          <a:endParaRPr lang="en-US"/>
        </a:p>
      </dgm:t>
    </dgm:pt>
    <dgm:pt modelId="{124D9AC2-A983-4D11-B614-3D3C583606D6}" type="sibTrans" cxnId="{E46A1322-9335-4AF0-84CB-969E735E8A06}">
      <dgm:prSet/>
      <dgm:spPr/>
      <dgm:t>
        <a:bodyPr/>
        <a:lstStyle/>
        <a:p>
          <a:endParaRPr lang="en-US"/>
        </a:p>
      </dgm:t>
    </dgm:pt>
    <dgm:pt modelId="{8B691F2F-130A-47A9-9762-DA465FCB4688}">
      <dgm:prSet/>
      <dgm:spPr/>
      <dgm:t>
        <a:bodyPr/>
        <a:lstStyle/>
        <a:p>
          <a:r>
            <a:rPr lang="en-US" b="1"/>
            <a:t>Tech Savvy</a:t>
          </a:r>
          <a:endParaRPr lang="en-US"/>
        </a:p>
      </dgm:t>
    </dgm:pt>
    <dgm:pt modelId="{B914B06E-3DBD-4BC6-8E4A-A9EEC1372A29}" type="parTrans" cxnId="{610E7659-3DFB-4F0E-9280-A479DEF1BF17}">
      <dgm:prSet/>
      <dgm:spPr/>
      <dgm:t>
        <a:bodyPr/>
        <a:lstStyle/>
        <a:p>
          <a:endParaRPr lang="en-US"/>
        </a:p>
      </dgm:t>
    </dgm:pt>
    <dgm:pt modelId="{8F413797-927D-408A-9093-94C9379B4296}" type="sibTrans" cxnId="{610E7659-3DFB-4F0E-9280-A479DEF1BF17}">
      <dgm:prSet/>
      <dgm:spPr/>
      <dgm:t>
        <a:bodyPr/>
        <a:lstStyle/>
        <a:p>
          <a:endParaRPr lang="en-US"/>
        </a:p>
      </dgm:t>
    </dgm:pt>
    <dgm:pt modelId="{39B30F16-019B-47AF-A1D2-D7C5D2A160D2}">
      <dgm:prSet/>
      <dgm:spPr/>
      <dgm:t>
        <a:bodyPr/>
        <a:lstStyle/>
        <a:p>
          <a:r>
            <a:rPr lang="en-US"/>
            <a:t>Staying updated with emerging technologies and software trends</a:t>
          </a:r>
        </a:p>
      </dgm:t>
    </dgm:pt>
    <dgm:pt modelId="{0CFA65B6-34A9-42E7-B1F2-15EF47A37834}" type="parTrans" cxnId="{2A35537D-4CE0-4059-8713-92E325AF6C94}">
      <dgm:prSet/>
      <dgm:spPr/>
      <dgm:t>
        <a:bodyPr/>
        <a:lstStyle/>
        <a:p>
          <a:endParaRPr lang="en-US"/>
        </a:p>
      </dgm:t>
    </dgm:pt>
    <dgm:pt modelId="{A62FD473-6FB5-4CF6-9A80-491F82DF3BD7}" type="sibTrans" cxnId="{2A35537D-4CE0-4059-8713-92E325AF6C94}">
      <dgm:prSet/>
      <dgm:spPr/>
      <dgm:t>
        <a:bodyPr/>
        <a:lstStyle/>
        <a:p>
          <a:endParaRPr lang="en-US"/>
        </a:p>
      </dgm:t>
    </dgm:pt>
    <dgm:pt modelId="{70D9E794-7000-43DB-959E-5F1DFE675FE1}">
      <dgm:prSet/>
      <dgm:spPr/>
      <dgm:t>
        <a:bodyPr/>
        <a:lstStyle/>
        <a:p>
          <a:r>
            <a:rPr lang="en-US" b="1"/>
            <a:t>Change Management</a:t>
          </a:r>
          <a:endParaRPr lang="en-US"/>
        </a:p>
      </dgm:t>
    </dgm:pt>
    <dgm:pt modelId="{719D9085-DAC2-46D2-AF37-CC0CB0D8B257}" type="parTrans" cxnId="{B5F42847-567C-4826-A19C-F1A5856D7EB8}">
      <dgm:prSet/>
      <dgm:spPr/>
      <dgm:t>
        <a:bodyPr/>
        <a:lstStyle/>
        <a:p>
          <a:endParaRPr lang="en-US"/>
        </a:p>
      </dgm:t>
    </dgm:pt>
    <dgm:pt modelId="{DBFD1374-6D75-4324-9BC5-070ED78F8B13}" type="sibTrans" cxnId="{B5F42847-567C-4826-A19C-F1A5856D7EB8}">
      <dgm:prSet/>
      <dgm:spPr/>
      <dgm:t>
        <a:bodyPr/>
        <a:lstStyle/>
        <a:p>
          <a:endParaRPr lang="en-US"/>
        </a:p>
      </dgm:t>
    </dgm:pt>
    <dgm:pt modelId="{4DBB1FA8-2A33-4587-BFE7-9A079252822F}">
      <dgm:prSet/>
      <dgm:spPr/>
      <dgm:t>
        <a:bodyPr/>
        <a:lstStyle/>
        <a:p>
          <a:r>
            <a:rPr lang="en-US"/>
            <a:t>Handling organizational change and facilitating team adaptation</a:t>
          </a:r>
        </a:p>
      </dgm:t>
    </dgm:pt>
    <dgm:pt modelId="{656F29AF-3EAA-4E40-AC1F-8B93005113A0}" type="parTrans" cxnId="{7CE84F45-FAF5-43AE-B4EE-F847A3558E0E}">
      <dgm:prSet/>
      <dgm:spPr/>
      <dgm:t>
        <a:bodyPr/>
        <a:lstStyle/>
        <a:p>
          <a:endParaRPr lang="en-US"/>
        </a:p>
      </dgm:t>
    </dgm:pt>
    <dgm:pt modelId="{C88F6CD4-6E63-498B-A13D-44ACCC2094C4}" type="sibTrans" cxnId="{7CE84F45-FAF5-43AE-B4EE-F847A3558E0E}">
      <dgm:prSet/>
      <dgm:spPr/>
      <dgm:t>
        <a:bodyPr/>
        <a:lstStyle/>
        <a:p>
          <a:endParaRPr lang="en-US"/>
        </a:p>
      </dgm:t>
    </dgm:pt>
    <dgm:pt modelId="{CF4308AB-425F-4212-BC20-B0B0F06C5F91}" type="pres">
      <dgm:prSet presAssocID="{700680C1-C20A-424E-85E4-4B78B294A731}" presName="root" presStyleCnt="0">
        <dgm:presLayoutVars>
          <dgm:dir/>
          <dgm:resizeHandles val="exact"/>
        </dgm:presLayoutVars>
      </dgm:prSet>
      <dgm:spPr/>
    </dgm:pt>
    <dgm:pt modelId="{86805329-069A-4C5B-96B3-876A2A9AD27D}" type="pres">
      <dgm:prSet presAssocID="{464AA9A6-4846-4905-BCC0-DDC681E19728}" presName="compNode" presStyleCnt="0"/>
      <dgm:spPr/>
    </dgm:pt>
    <dgm:pt modelId="{37FAFEFD-8144-4B75-AEAE-009C9A18B64F}" type="pres">
      <dgm:prSet presAssocID="{464AA9A6-4846-4905-BCC0-DDC681E19728}" presName="bgRect" presStyleLbl="bgShp" presStyleIdx="0" presStyleCnt="7"/>
      <dgm:spPr/>
    </dgm:pt>
    <dgm:pt modelId="{E207D474-5705-41FA-BA59-169C2FF1A5C9}" type="pres">
      <dgm:prSet presAssocID="{464AA9A6-4846-4905-BCC0-DDC681E19728}"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nboarding"/>
        </a:ext>
      </dgm:extLst>
    </dgm:pt>
    <dgm:pt modelId="{14E4E453-75F7-4518-BF3B-82D9A5B76464}" type="pres">
      <dgm:prSet presAssocID="{464AA9A6-4846-4905-BCC0-DDC681E19728}" presName="spaceRect" presStyleCnt="0"/>
      <dgm:spPr/>
    </dgm:pt>
    <dgm:pt modelId="{700A7C2D-7C89-44D6-B67E-8A171FA7154A}" type="pres">
      <dgm:prSet presAssocID="{464AA9A6-4846-4905-BCC0-DDC681E19728}" presName="parTx" presStyleLbl="revTx" presStyleIdx="0" presStyleCnt="12">
        <dgm:presLayoutVars>
          <dgm:chMax val="0"/>
          <dgm:chPref val="0"/>
        </dgm:presLayoutVars>
      </dgm:prSet>
      <dgm:spPr/>
    </dgm:pt>
    <dgm:pt modelId="{9C20E7D9-796E-4477-AE14-EDE863B241AF}" type="pres">
      <dgm:prSet presAssocID="{E5A1C8CC-59F4-4F17-AFBC-2A2B3BD2F002}" presName="sibTrans" presStyleCnt="0"/>
      <dgm:spPr/>
    </dgm:pt>
    <dgm:pt modelId="{68EB4045-86A4-4273-AA0C-05AB04B5C721}" type="pres">
      <dgm:prSet presAssocID="{80A56345-CE2E-4848-A72D-4792555D2127}" presName="compNode" presStyleCnt="0"/>
      <dgm:spPr/>
    </dgm:pt>
    <dgm:pt modelId="{D53B3493-5049-4DE8-B708-7B25E2048E0B}" type="pres">
      <dgm:prSet presAssocID="{80A56345-CE2E-4848-A72D-4792555D2127}" presName="bgRect" presStyleLbl="bgShp" presStyleIdx="1" presStyleCnt="7"/>
      <dgm:spPr/>
    </dgm:pt>
    <dgm:pt modelId="{F5933BBE-76AA-46B9-B2D2-8D6BF89265FF}" type="pres">
      <dgm:prSet presAssocID="{80A56345-CE2E-4848-A72D-4792555D2127}"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meline"/>
        </a:ext>
      </dgm:extLst>
    </dgm:pt>
    <dgm:pt modelId="{188C6F11-E2F6-476F-AD7D-6924BAFE53B0}" type="pres">
      <dgm:prSet presAssocID="{80A56345-CE2E-4848-A72D-4792555D2127}" presName="spaceRect" presStyleCnt="0"/>
      <dgm:spPr/>
    </dgm:pt>
    <dgm:pt modelId="{F93616C8-0132-4453-8516-7E879C957915}" type="pres">
      <dgm:prSet presAssocID="{80A56345-CE2E-4848-A72D-4792555D2127}" presName="parTx" presStyleLbl="revTx" presStyleIdx="1" presStyleCnt="12">
        <dgm:presLayoutVars>
          <dgm:chMax val="0"/>
          <dgm:chPref val="0"/>
        </dgm:presLayoutVars>
      </dgm:prSet>
      <dgm:spPr/>
    </dgm:pt>
    <dgm:pt modelId="{7B7D2BC3-2C0B-422A-8170-B638C615F786}" type="pres">
      <dgm:prSet presAssocID="{80A56345-CE2E-4848-A72D-4792555D2127}" presName="desTx" presStyleLbl="revTx" presStyleIdx="2" presStyleCnt="12">
        <dgm:presLayoutVars/>
      </dgm:prSet>
      <dgm:spPr/>
    </dgm:pt>
    <dgm:pt modelId="{66E6753B-9F6A-4BE6-BCB4-6FE3778ECE66}" type="pres">
      <dgm:prSet presAssocID="{A7C8F944-CE94-480A-AA58-1076CAEE01D0}" presName="sibTrans" presStyleCnt="0"/>
      <dgm:spPr/>
    </dgm:pt>
    <dgm:pt modelId="{242EBB46-8C56-436A-A65A-79E64BDCF46D}" type="pres">
      <dgm:prSet presAssocID="{B8B75C88-590A-470D-98B4-1C746A0A08D4}" presName="compNode" presStyleCnt="0"/>
      <dgm:spPr/>
    </dgm:pt>
    <dgm:pt modelId="{5100B62F-0F48-473D-9BB2-A29B17C16E9B}" type="pres">
      <dgm:prSet presAssocID="{B8B75C88-590A-470D-98B4-1C746A0A08D4}" presName="bgRect" presStyleLbl="bgShp" presStyleIdx="2" presStyleCnt="7"/>
      <dgm:spPr/>
    </dgm:pt>
    <dgm:pt modelId="{7E0587DA-2F85-46F1-B40D-B7AE4549654B}" type="pres">
      <dgm:prSet presAssocID="{B8B75C88-590A-470D-98B4-1C746A0A08D4}"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ment Urgent"/>
        </a:ext>
      </dgm:extLst>
    </dgm:pt>
    <dgm:pt modelId="{DD8C916D-BE6D-4606-AE9E-7851F2FF0EE1}" type="pres">
      <dgm:prSet presAssocID="{B8B75C88-590A-470D-98B4-1C746A0A08D4}" presName="spaceRect" presStyleCnt="0"/>
      <dgm:spPr/>
    </dgm:pt>
    <dgm:pt modelId="{A8E3677E-7676-421F-83A7-61528AC5F835}" type="pres">
      <dgm:prSet presAssocID="{B8B75C88-590A-470D-98B4-1C746A0A08D4}" presName="parTx" presStyleLbl="revTx" presStyleIdx="3" presStyleCnt="12">
        <dgm:presLayoutVars>
          <dgm:chMax val="0"/>
          <dgm:chPref val="0"/>
        </dgm:presLayoutVars>
      </dgm:prSet>
      <dgm:spPr/>
    </dgm:pt>
    <dgm:pt modelId="{8B8B6CBC-F49F-41BA-8AAF-6539CB13E552}" type="pres">
      <dgm:prSet presAssocID="{B8B75C88-590A-470D-98B4-1C746A0A08D4}" presName="desTx" presStyleLbl="revTx" presStyleIdx="4" presStyleCnt="12">
        <dgm:presLayoutVars/>
      </dgm:prSet>
      <dgm:spPr/>
    </dgm:pt>
    <dgm:pt modelId="{C17F401D-9609-4484-AA04-D24929345CA8}" type="pres">
      <dgm:prSet presAssocID="{2AA4617D-01EA-4C92-B8FC-2B90C037D5AB}" presName="sibTrans" presStyleCnt="0"/>
      <dgm:spPr/>
    </dgm:pt>
    <dgm:pt modelId="{54F87567-24D7-412C-838D-92128FA05D08}" type="pres">
      <dgm:prSet presAssocID="{F604B81B-CDF8-4B1F-91B9-8641A6E54731}" presName="compNode" presStyleCnt="0"/>
      <dgm:spPr/>
    </dgm:pt>
    <dgm:pt modelId="{466D5D7F-CE6A-40C5-8585-823C3C5961F6}" type="pres">
      <dgm:prSet presAssocID="{F604B81B-CDF8-4B1F-91B9-8641A6E54731}" presName="bgRect" presStyleLbl="bgShp" presStyleIdx="3" presStyleCnt="7"/>
      <dgm:spPr/>
    </dgm:pt>
    <dgm:pt modelId="{2D503547-ED6E-46D5-887D-AD8FE623320B}" type="pres">
      <dgm:prSet presAssocID="{F604B81B-CDF8-4B1F-91B9-8641A6E54731}"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port Add"/>
        </a:ext>
      </dgm:extLst>
    </dgm:pt>
    <dgm:pt modelId="{53D621AC-B596-40DD-B94F-AD7EBEA250FA}" type="pres">
      <dgm:prSet presAssocID="{F604B81B-CDF8-4B1F-91B9-8641A6E54731}" presName="spaceRect" presStyleCnt="0"/>
      <dgm:spPr/>
    </dgm:pt>
    <dgm:pt modelId="{97BC897F-BCD1-4447-8D4F-7F3AE7439034}" type="pres">
      <dgm:prSet presAssocID="{F604B81B-CDF8-4B1F-91B9-8641A6E54731}" presName="parTx" presStyleLbl="revTx" presStyleIdx="5" presStyleCnt="12">
        <dgm:presLayoutVars>
          <dgm:chMax val="0"/>
          <dgm:chPref val="0"/>
        </dgm:presLayoutVars>
      </dgm:prSet>
      <dgm:spPr/>
    </dgm:pt>
    <dgm:pt modelId="{CB61FDD6-F799-4D01-9F69-6CE66B374A70}" type="pres">
      <dgm:prSet presAssocID="{F604B81B-CDF8-4B1F-91B9-8641A6E54731}" presName="desTx" presStyleLbl="revTx" presStyleIdx="6" presStyleCnt="12">
        <dgm:presLayoutVars/>
      </dgm:prSet>
      <dgm:spPr/>
    </dgm:pt>
    <dgm:pt modelId="{0F78B497-0E97-4122-8FAB-8EC75A683369}" type="pres">
      <dgm:prSet presAssocID="{6456A491-3865-4594-9DF9-9B07402CDCFE}" presName="sibTrans" presStyleCnt="0"/>
      <dgm:spPr/>
    </dgm:pt>
    <dgm:pt modelId="{E86E6F75-CC2D-4163-89DA-F4F97912128B}" type="pres">
      <dgm:prSet presAssocID="{1CB0B069-98B5-4771-9C5A-D7FC49F6AA2E}" presName="compNode" presStyleCnt="0"/>
      <dgm:spPr/>
    </dgm:pt>
    <dgm:pt modelId="{3F539055-7033-4F7C-89DE-E982B127B6F6}" type="pres">
      <dgm:prSet presAssocID="{1CB0B069-98B5-4771-9C5A-D7FC49F6AA2E}" presName="bgRect" presStyleLbl="bgShp" presStyleIdx="4" presStyleCnt="7"/>
      <dgm:spPr/>
    </dgm:pt>
    <dgm:pt modelId="{4F6392E3-4066-4BD7-9DC6-5BFC91D47CE6}" type="pres">
      <dgm:prSet presAssocID="{1CB0B069-98B5-4771-9C5A-D7FC49F6AA2E}"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ingerprint"/>
        </a:ext>
      </dgm:extLst>
    </dgm:pt>
    <dgm:pt modelId="{48330554-53F2-4065-871D-C9F8D04E257E}" type="pres">
      <dgm:prSet presAssocID="{1CB0B069-98B5-4771-9C5A-D7FC49F6AA2E}" presName="spaceRect" presStyleCnt="0"/>
      <dgm:spPr/>
    </dgm:pt>
    <dgm:pt modelId="{11BA5574-7282-4CF9-B92E-368A3BDF3F0F}" type="pres">
      <dgm:prSet presAssocID="{1CB0B069-98B5-4771-9C5A-D7FC49F6AA2E}" presName="parTx" presStyleLbl="revTx" presStyleIdx="7" presStyleCnt="12">
        <dgm:presLayoutVars>
          <dgm:chMax val="0"/>
          <dgm:chPref val="0"/>
        </dgm:presLayoutVars>
      </dgm:prSet>
      <dgm:spPr/>
    </dgm:pt>
    <dgm:pt modelId="{487BEE1E-7EC8-44C9-88E5-49486AFEEF51}" type="pres">
      <dgm:prSet presAssocID="{124D9AC2-A983-4D11-B614-3D3C583606D6}" presName="sibTrans" presStyleCnt="0"/>
      <dgm:spPr/>
    </dgm:pt>
    <dgm:pt modelId="{117DDD39-9648-4E3C-839D-9EC3246C1544}" type="pres">
      <dgm:prSet presAssocID="{8B691F2F-130A-47A9-9762-DA465FCB4688}" presName="compNode" presStyleCnt="0"/>
      <dgm:spPr/>
    </dgm:pt>
    <dgm:pt modelId="{1E9B21B7-21BB-4120-B717-38B4D9FDBAB2}" type="pres">
      <dgm:prSet presAssocID="{8B691F2F-130A-47A9-9762-DA465FCB4688}" presName="bgRect" presStyleLbl="bgShp" presStyleIdx="5" presStyleCnt="7"/>
      <dgm:spPr/>
    </dgm:pt>
    <dgm:pt modelId="{797A467B-2F74-467F-A97B-1F182A284249}" type="pres">
      <dgm:prSet presAssocID="{8B691F2F-130A-47A9-9762-DA465FCB4688}"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Laptop Secure"/>
        </a:ext>
      </dgm:extLst>
    </dgm:pt>
    <dgm:pt modelId="{591590B9-6F83-4B90-9D7B-2B3CCBBF20AE}" type="pres">
      <dgm:prSet presAssocID="{8B691F2F-130A-47A9-9762-DA465FCB4688}" presName="spaceRect" presStyleCnt="0"/>
      <dgm:spPr/>
    </dgm:pt>
    <dgm:pt modelId="{BF8BC734-5D20-473A-AFA7-3CDBBF468DF1}" type="pres">
      <dgm:prSet presAssocID="{8B691F2F-130A-47A9-9762-DA465FCB4688}" presName="parTx" presStyleLbl="revTx" presStyleIdx="8" presStyleCnt="12">
        <dgm:presLayoutVars>
          <dgm:chMax val="0"/>
          <dgm:chPref val="0"/>
        </dgm:presLayoutVars>
      </dgm:prSet>
      <dgm:spPr/>
    </dgm:pt>
    <dgm:pt modelId="{FEEC4E3E-6B42-4C56-B461-7EC754CEFE5D}" type="pres">
      <dgm:prSet presAssocID="{8B691F2F-130A-47A9-9762-DA465FCB4688}" presName="desTx" presStyleLbl="revTx" presStyleIdx="9" presStyleCnt="12">
        <dgm:presLayoutVars/>
      </dgm:prSet>
      <dgm:spPr/>
    </dgm:pt>
    <dgm:pt modelId="{70075DCB-6F13-4C2E-AB1F-70954C328224}" type="pres">
      <dgm:prSet presAssocID="{8F413797-927D-408A-9093-94C9379B4296}" presName="sibTrans" presStyleCnt="0"/>
      <dgm:spPr/>
    </dgm:pt>
    <dgm:pt modelId="{10C7DCD3-50C1-4C8F-86F4-410600B90983}" type="pres">
      <dgm:prSet presAssocID="{70D9E794-7000-43DB-959E-5F1DFE675FE1}" presName="compNode" presStyleCnt="0"/>
      <dgm:spPr/>
    </dgm:pt>
    <dgm:pt modelId="{BEEDF940-127D-4343-A09E-182FDBD9E4E2}" type="pres">
      <dgm:prSet presAssocID="{70D9E794-7000-43DB-959E-5F1DFE675FE1}" presName="bgRect" presStyleLbl="bgShp" presStyleIdx="6" presStyleCnt="7"/>
      <dgm:spPr/>
    </dgm:pt>
    <dgm:pt modelId="{E5CF60A8-1ED0-4DAD-B89B-8CF61D9D6EF0}" type="pres">
      <dgm:prSet presAssocID="{70D9E794-7000-43DB-959E-5F1DFE675FE1}"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Backlog"/>
        </a:ext>
      </dgm:extLst>
    </dgm:pt>
    <dgm:pt modelId="{D5FE9670-F866-4087-9A0F-0576577F74B7}" type="pres">
      <dgm:prSet presAssocID="{70D9E794-7000-43DB-959E-5F1DFE675FE1}" presName="spaceRect" presStyleCnt="0"/>
      <dgm:spPr/>
    </dgm:pt>
    <dgm:pt modelId="{98DB50FD-281B-42D3-9DBC-9CE71806D415}" type="pres">
      <dgm:prSet presAssocID="{70D9E794-7000-43DB-959E-5F1DFE675FE1}" presName="parTx" presStyleLbl="revTx" presStyleIdx="10" presStyleCnt="12">
        <dgm:presLayoutVars>
          <dgm:chMax val="0"/>
          <dgm:chPref val="0"/>
        </dgm:presLayoutVars>
      </dgm:prSet>
      <dgm:spPr/>
    </dgm:pt>
    <dgm:pt modelId="{C23D0349-5B31-440D-983F-67B27E930DD5}" type="pres">
      <dgm:prSet presAssocID="{70D9E794-7000-43DB-959E-5F1DFE675FE1}" presName="desTx" presStyleLbl="revTx" presStyleIdx="11" presStyleCnt="12">
        <dgm:presLayoutVars/>
      </dgm:prSet>
      <dgm:spPr/>
    </dgm:pt>
  </dgm:ptLst>
  <dgm:cxnLst>
    <dgm:cxn modelId="{5C99B801-8AF0-415B-92F0-423F91B6BB51}" type="presOf" srcId="{B8B75C88-590A-470D-98B4-1C746A0A08D4}" destId="{A8E3677E-7676-421F-83A7-61528AC5F835}" srcOrd="0" destOrd="0" presId="urn:microsoft.com/office/officeart/2018/2/layout/IconVerticalSolidList"/>
    <dgm:cxn modelId="{F16A6B05-4EA5-41E4-9D7E-3841146AFAAC}" type="presOf" srcId="{AA688C9A-BD86-4AFE-97FA-B187CEFF680C}" destId="{7B7D2BC3-2C0B-422A-8170-B638C615F786}" srcOrd="0" destOrd="0" presId="urn:microsoft.com/office/officeart/2018/2/layout/IconVerticalSolidList"/>
    <dgm:cxn modelId="{88030B06-B2B3-4AF0-A777-059E5F796D04}" srcId="{700680C1-C20A-424E-85E4-4B78B294A731}" destId="{F604B81B-CDF8-4B1F-91B9-8641A6E54731}" srcOrd="3" destOrd="0" parTransId="{D9E07D31-5E4C-499E-85D1-E0705A805EB3}" sibTransId="{6456A491-3865-4594-9DF9-9B07402CDCFE}"/>
    <dgm:cxn modelId="{6F9F9716-36B0-478D-97EB-BBC8815A8B94}" type="presOf" srcId="{70D9E794-7000-43DB-959E-5F1DFE675FE1}" destId="{98DB50FD-281B-42D3-9DBC-9CE71806D415}" srcOrd="0" destOrd="0" presId="urn:microsoft.com/office/officeart/2018/2/layout/IconVerticalSolidList"/>
    <dgm:cxn modelId="{9BE9971D-1900-4B7A-9431-4C44AE3CC1E6}" srcId="{B8B75C88-590A-470D-98B4-1C746A0A08D4}" destId="{DD7BBA20-7F2D-49CB-BA79-7B5CA3581E68}" srcOrd="0" destOrd="0" parTransId="{CAE1B29A-6419-4672-A75D-DEFB11CEBB69}" sibTransId="{67554926-2213-4FA4-81D9-E2816D2BC9E1}"/>
    <dgm:cxn modelId="{E46A1322-9335-4AF0-84CB-969E735E8A06}" srcId="{700680C1-C20A-424E-85E4-4B78B294A731}" destId="{1CB0B069-98B5-4771-9C5A-D7FC49F6AA2E}" srcOrd="4" destOrd="0" parTransId="{47FDC894-877A-4D69-9DCE-B5590182E85B}" sibTransId="{124D9AC2-A983-4D11-B614-3D3C583606D6}"/>
    <dgm:cxn modelId="{0538D829-4F1F-4800-912E-68C4D0EBE3D9}" srcId="{F604B81B-CDF8-4B1F-91B9-8641A6E54731}" destId="{88004662-48DE-466E-A828-DDEE42FD4AF5}" srcOrd="0" destOrd="0" parTransId="{573BC35A-15D6-49D9-A520-A8229D523771}" sibTransId="{6E437F49-792F-481F-9C80-CA562353C3EB}"/>
    <dgm:cxn modelId="{837F6E3B-7C0F-4E51-A4FF-3EB37DAAF76A}" srcId="{700680C1-C20A-424E-85E4-4B78B294A731}" destId="{464AA9A6-4846-4905-BCC0-DDC681E19728}" srcOrd="0" destOrd="0" parTransId="{3B13A767-0328-4548-AD92-3E93B7F8AD7A}" sibTransId="{E5A1C8CC-59F4-4F17-AFBC-2A2B3BD2F002}"/>
    <dgm:cxn modelId="{215A555C-21E4-43E8-9101-C7AD6C2AEF29}" type="presOf" srcId="{4DBB1FA8-2A33-4587-BFE7-9A079252822F}" destId="{C23D0349-5B31-440D-983F-67B27E930DD5}" srcOrd="0" destOrd="0" presId="urn:microsoft.com/office/officeart/2018/2/layout/IconVerticalSolidList"/>
    <dgm:cxn modelId="{7CE84F45-FAF5-43AE-B4EE-F847A3558E0E}" srcId="{70D9E794-7000-43DB-959E-5F1DFE675FE1}" destId="{4DBB1FA8-2A33-4587-BFE7-9A079252822F}" srcOrd="0" destOrd="0" parTransId="{656F29AF-3EAA-4E40-AC1F-8B93005113A0}" sibTransId="{C88F6CD4-6E63-498B-A13D-44ACCC2094C4}"/>
    <dgm:cxn modelId="{B5F42847-567C-4826-A19C-F1A5856D7EB8}" srcId="{700680C1-C20A-424E-85E4-4B78B294A731}" destId="{70D9E794-7000-43DB-959E-5F1DFE675FE1}" srcOrd="6" destOrd="0" parTransId="{719D9085-DAC2-46D2-AF37-CC0CB0D8B257}" sibTransId="{DBFD1374-6D75-4324-9BC5-070ED78F8B13}"/>
    <dgm:cxn modelId="{5DD8416A-0E1E-4DCC-BB3F-99CEB1289BDD}" type="presOf" srcId="{8B691F2F-130A-47A9-9762-DA465FCB4688}" destId="{BF8BC734-5D20-473A-AFA7-3CDBBF468DF1}" srcOrd="0" destOrd="0" presId="urn:microsoft.com/office/officeart/2018/2/layout/IconVerticalSolidList"/>
    <dgm:cxn modelId="{610E7659-3DFB-4F0E-9280-A479DEF1BF17}" srcId="{700680C1-C20A-424E-85E4-4B78B294A731}" destId="{8B691F2F-130A-47A9-9762-DA465FCB4688}" srcOrd="5" destOrd="0" parTransId="{B914B06E-3DBD-4BC6-8E4A-A9EEC1372A29}" sibTransId="{8F413797-927D-408A-9093-94C9379B4296}"/>
    <dgm:cxn modelId="{B8C9377B-FE36-4F98-ADF8-DBD04D479656}" type="presOf" srcId="{88004662-48DE-466E-A828-DDEE42FD4AF5}" destId="{CB61FDD6-F799-4D01-9F69-6CE66B374A70}" srcOrd="0" destOrd="0" presId="urn:microsoft.com/office/officeart/2018/2/layout/IconVerticalSolidList"/>
    <dgm:cxn modelId="{2A35537D-4CE0-4059-8713-92E325AF6C94}" srcId="{8B691F2F-130A-47A9-9762-DA465FCB4688}" destId="{39B30F16-019B-47AF-A1D2-D7C5D2A160D2}" srcOrd="0" destOrd="0" parTransId="{0CFA65B6-34A9-42E7-B1F2-15EF47A37834}" sibTransId="{A62FD473-6FB5-4CF6-9A80-491F82DF3BD7}"/>
    <dgm:cxn modelId="{EAA23292-DF92-43FA-A3D6-5BAD01B1968C}" type="presOf" srcId="{700680C1-C20A-424E-85E4-4B78B294A731}" destId="{CF4308AB-425F-4212-BC20-B0B0F06C5F91}" srcOrd="0" destOrd="0" presId="urn:microsoft.com/office/officeart/2018/2/layout/IconVerticalSolidList"/>
    <dgm:cxn modelId="{7BC72F9B-C90B-4D64-9FC1-B998BEAC2D48}" type="presOf" srcId="{80A56345-CE2E-4848-A72D-4792555D2127}" destId="{F93616C8-0132-4453-8516-7E879C957915}" srcOrd="0" destOrd="0" presId="urn:microsoft.com/office/officeart/2018/2/layout/IconVerticalSolidList"/>
    <dgm:cxn modelId="{610FBDA0-DAB6-4645-B180-C41598B9459A}" type="presOf" srcId="{F604B81B-CDF8-4B1F-91B9-8641A6E54731}" destId="{97BC897F-BCD1-4447-8D4F-7F3AE7439034}" srcOrd="0" destOrd="0" presId="urn:microsoft.com/office/officeart/2018/2/layout/IconVerticalSolidList"/>
    <dgm:cxn modelId="{AB0C71A5-1CBF-4803-9C1A-1D42EC7DF41A}" srcId="{700680C1-C20A-424E-85E4-4B78B294A731}" destId="{80A56345-CE2E-4848-A72D-4792555D2127}" srcOrd="1" destOrd="0" parTransId="{7477ED7B-528E-4AE5-930F-CCCBA47CC81E}" sibTransId="{A7C8F944-CE94-480A-AA58-1076CAEE01D0}"/>
    <dgm:cxn modelId="{4807BFAE-266D-4D30-988B-55D03F663912}" type="presOf" srcId="{39B30F16-019B-47AF-A1D2-D7C5D2A160D2}" destId="{FEEC4E3E-6B42-4C56-B461-7EC754CEFE5D}" srcOrd="0" destOrd="0" presId="urn:microsoft.com/office/officeart/2018/2/layout/IconVerticalSolidList"/>
    <dgm:cxn modelId="{5D40DAAE-7A22-466A-8E37-E048566153AB}" type="presOf" srcId="{464AA9A6-4846-4905-BCC0-DDC681E19728}" destId="{700A7C2D-7C89-44D6-B67E-8A171FA7154A}" srcOrd="0" destOrd="0" presId="urn:microsoft.com/office/officeart/2018/2/layout/IconVerticalSolidList"/>
    <dgm:cxn modelId="{780DD8AF-08FE-49C9-9B05-D52EB557A5A6}" type="presOf" srcId="{1CB0B069-98B5-4771-9C5A-D7FC49F6AA2E}" destId="{11BA5574-7282-4CF9-B92E-368A3BDF3F0F}" srcOrd="0" destOrd="0" presId="urn:microsoft.com/office/officeart/2018/2/layout/IconVerticalSolidList"/>
    <dgm:cxn modelId="{62B004D1-7DAF-4D8F-960E-AA12680260BE}" type="presOf" srcId="{DD7BBA20-7F2D-49CB-BA79-7B5CA3581E68}" destId="{8B8B6CBC-F49F-41BA-8AAF-6539CB13E552}" srcOrd="0" destOrd="0" presId="urn:microsoft.com/office/officeart/2018/2/layout/IconVerticalSolidList"/>
    <dgm:cxn modelId="{C6E638DD-566A-4F4A-9A36-1C9CAC96F39E}" srcId="{80A56345-CE2E-4848-A72D-4792555D2127}" destId="{AA688C9A-BD86-4AFE-97FA-B187CEFF680C}" srcOrd="0" destOrd="0" parTransId="{CC807EFD-B7A9-416F-B33B-FEA09CBA00CC}" sibTransId="{3BB86184-9C1F-4B11-8033-56DE575120B6}"/>
    <dgm:cxn modelId="{5C3099F0-4B03-4609-BF57-8D57BFBF3FC3}" srcId="{700680C1-C20A-424E-85E4-4B78B294A731}" destId="{B8B75C88-590A-470D-98B4-1C746A0A08D4}" srcOrd="2" destOrd="0" parTransId="{D36F9D4C-B15D-4265-976D-35F83742929D}" sibTransId="{2AA4617D-01EA-4C92-B8FC-2B90C037D5AB}"/>
    <dgm:cxn modelId="{C23415BA-EB75-4EB1-BDC5-93BE0E138E2E}" type="presParOf" srcId="{CF4308AB-425F-4212-BC20-B0B0F06C5F91}" destId="{86805329-069A-4C5B-96B3-876A2A9AD27D}" srcOrd="0" destOrd="0" presId="urn:microsoft.com/office/officeart/2018/2/layout/IconVerticalSolidList"/>
    <dgm:cxn modelId="{0FD473AA-4786-4F87-B045-7ADFFB43F3A4}" type="presParOf" srcId="{86805329-069A-4C5B-96B3-876A2A9AD27D}" destId="{37FAFEFD-8144-4B75-AEAE-009C9A18B64F}" srcOrd="0" destOrd="0" presId="urn:microsoft.com/office/officeart/2018/2/layout/IconVerticalSolidList"/>
    <dgm:cxn modelId="{1851A539-77BE-422E-B669-1810B74A2B6C}" type="presParOf" srcId="{86805329-069A-4C5B-96B3-876A2A9AD27D}" destId="{E207D474-5705-41FA-BA59-169C2FF1A5C9}" srcOrd="1" destOrd="0" presId="urn:microsoft.com/office/officeart/2018/2/layout/IconVerticalSolidList"/>
    <dgm:cxn modelId="{D9069E1D-5EAE-45D1-877C-D9C25F373A32}" type="presParOf" srcId="{86805329-069A-4C5B-96B3-876A2A9AD27D}" destId="{14E4E453-75F7-4518-BF3B-82D9A5B76464}" srcOrd="2" destOrd="0" presId="urn:microsoft.com/office/officeart/2018/2/layout/IconVerticalSolidList"/>
    <dgm:cxn modelId="{56E05C6F-BC52-412E-84CF-EF02CA0541E1}" type="presParOf" srcId="{86805329-069A-4C5B-96B3-876A2A9AD27D}" destId="{700A7C2D-7C89-44D6-B67E-8A171FA7154A}" srcOrd="3" destOrd="0" presId="urn:microsoft.com/office/officeart/2018/2/layout/IconVerticalSolidList"/>
    <dgm:cxn modelId="{73761C7A-242B-4272-B1E9-A3955A069A90}" type="presParOf" srcId="{CF4308AB-425F-4212-BC20-B0B0F06C5F91}" destId="{9C20E7D9-796E-4477-AE14-EDE863B241AF}" srcOrd="1" destOrd="0" presId="urn:microsoft.com/office/officeart/2018/2/layout/IconVerticalSolidList"/>
    <dgm:cxn modelId="{1C3DE460-C0E2-49B8-AEFC-4196EA1887ED}" type="presParOf" srcId="{CF4308AB-425F-4212-BC20-B0B0F06C5F91}" destId="{68EB4045-86A4-4273-AA0C-05AB04B5C721}" srcOrd="2" destOrd="0" presId="urn:microsoft.com/office/officeart/2018/2/layout/IconVerticalSolidList"/>
    <dgm:cxn modelId="{3C1DB2BE-5612-4544-88DA-A3286983ADE5}" type="presParOf" srcId="{68EB4045-86A4-4273-AA0C-05AB04B5C721}" destId="{D53B3493-5049-4DE8-B708-7B25E2048E0B}" srcOrd="0" destOrd="0" presId="urn:microsoft.com/office/officeart/2018/2/layout/IconVerticalSolidList"/>
    <dgm:cxn modelId="{94F0AEDB-E8EF-46A0-9697-FF37B61D9C2C}" type="presParOf" srcId="{68EB4045-86A4-4273-AA0C-05AB04B5C721}" destId="{F5933BBE-76AA-46B9-B2D2-8D6BF89265FF}" srcOrd="1" destOrd="0" presId="urn:microsoft.com/office/officeart/2018/2/layout/IconVerticalSolidList"/>
    <dgm:cxn modelId="{C7AED4F5-3C9C-46E5-A4D4-8065A063A1D7}" type="presParOf" srcId="{68EB4045-86A4-4273-AA0C-05AB04B5C721}" destId="{188C6F11-E2F6-476F-AD7D-6924BAFE53B0}" srcOrd="2" destOrd="0" presId="urn:microsoft.com/office/officeart/2018/2/layout/IconVerticalSolidList"/>
    <dgm:cxn modelId="{1DC50DC0-7AB3-435C-A6C9-03C5F785C661}" type="presParOf" srcId="{68EB4045-86A4-4273-AA0C-05AB04B5C721}" destId="{F93616C8-0132-4453-8516-7E879C957915}" srcOrd="3" destOrd="0" presId="urn:microsoft.com/office/officeart/2018/2/layout/IconVerticalSolidList"/>
    <dgm:cxn modelId="{C2AE944D-2C33-4C4C-B5CE-E5C0B680C177}" type="presParOf" srcId="{68EB4045-86A4-4273-AA0C-05AB04B5C721}" destId="{7B7D2BC3-2C0B-422A-8170-B638C615F786}" srcOrd="4" destOrd="0" presId="urn:microsoft.com/office/officeart/2018/2/layout/IconVerticalSolidList"/>
    <dgm:cxn modelId="{3853ED21-EC40-46BE-8278-27827619D6EF}" type="presParOf" srcId="{CF4308AB-425F-4212-BC20-B0B0F06C5F91}" destId="{66E6753B-9F6A-4BE6-BCB4-6FE3778ECE66}" srcOrd="3" destOrd="0" presId="urn:microsoft.com/office/officeart/2018/2/layout/IconVerticalSolidList"/>
    <dgm:cxn modelId="{476B122B-A315-4ED6-8202-5E208EBD3244}" type="presParOf" srcId="{CF4308AB-425F-4212-BC20-B0B0F06C5F91}" destId="{242EBB46-8C56-436A-A65A-79E64BDCF46D}" srcOrd="4" destOrd="0" presId="urn:microsoft.com/office/officeart/2018/2/layout/IconVerticalSolidList"/>
    <dgm:cxn modelId="{786CC62A-9BEA-4531-9CEC-25D8E27B4814}" type="presParOf" srcId="{242EBB46-8C56-436A-A65A-79E64BDCF46D}" destId="{5100B62F-0F48-473D-9BB2-A29B17C16E9B}" srcOrd="0" destOrd="0" presId="urn:microsoft.com/office/officeart/2018/2/layout/IconVerticalSolidList"/>
    <dgm:cxn modelId="{11DFE9B0-BC35-439D-9E70-EE9DEA41E2C7}" type="presParOf" srcId="{242EBB46-8C56-436A-A65A-79E64BDCF46D}" destId="{7E0587DA-2F85-46F1-B40D-B7AE4549654B}" srcOrd="1" destOrd="0" presId="urn:microsoft.com/office/officeart/2018/2/layout/IconVerticalSolidList"/>
    <dgm:cxn modelId="{DE8A21FD-D8C5-41BF-9B75-9772310D9EE0}" type="presParOf" srcId="{242EBB46-8C56-436A-A65A-79E64BDCF46D}" destId="{DD8C916D-BE6D-4606-AE9E-7851F2FF0EE1}" srcOrd="2" destOrd="0" presId="urn:microsoft.com/office/officeart/2018/2/layout/IconVerticalSolidList"/>
    <dgm:cxn modelId="{CB23B635-165C-4E6C-AB50-75EC57220B98}" type="presParOf" srcId="{242EBB46-8C56-436A-A65A-79E64BDCF46D}" destId="{A8E3677E-7676-421F-83A7-61528AC5F835}" srcOrd="3" destOrd="0" presId="urn:microsoft.com/office/officeart/2018/2/layout/IconVerticalSolidList"/>
    <dgm:cxn modelId="{F01BC04B-2786-4312-ACF4-6DE2B95A7165}" type="presParOf" srcId="{242EBB46-8C56-436A-A65A-79E64BDCF46D}" destId="{8B8B6CBC-F49F-41BA-8AAF-6539CB13E552}" srcOrd="4" destOrd="0" presId="urn:microsoft.com/office/officeart/2018/2/layout/IconVerticalSolidList"/>
    <dgm:cxn modelId="{0F98F221-FC40-4B56-8210-3D29BDA4AE60}" type="presParOf" srcId="{CF4308AB-425F-4212-BC20-B0B0F06C5F91}" destId="{C17F401D-9609-4484-AA04-D24929345CA8}" srcOrd="5" destOrd="0" presId="urn:microsoft.com/office/officeart/2018/2/layout/IconVerticalSolidList"/>
    <dgm:cxn modelId="{1360CB83-7D10-407B-B71C-57F1BFE83ACE}" type="presParOf" srcId="{CF4308AB-425F-4212-BC20-B0B0F06C5F91}" destId="{54F87567-24D7-412C-838D-92128FA05D08}" srcOrd="6" destOrd="0" presId="urn:microsoft.com/office/officeart/2018/2/layout/IconVerticalSolidList"/>
    <dgm:cxn modelId="{E14C49C9-F941-44B5-99D2-23878CC7E919}" type="presParOf" srcId="{54F87567-24D7-412C-838D-92128FA05D08}" destId="{466D5D7F-CE6A-40C5-8585-823C3C5961F6}" srcOrd="0" destOrd="0" presId="urn:microsoft.com/office/officeart/2018/2/layout/IconVerticalSolidList"/>
    <dgm:cxn modelId="{D1453CD3-32B8-419E-979F-62FE440781E1}" type="presParOf" srcId="{54F87567-24D7-412C-838D-92128FA05D08}" destId="{2D503547-ED6E-46D5-887D-AD8FE623320B}" srcOrd="1" destOrd="0" presId="urn:microsoft.com/office/officeart/2018/2/layout/IconVerticalSolidList"/>
    <dgm:cxn modelId="{59D570E2-7A1C-4C63-81B4-E0BFD9A0E40A}" type="presParOf" srcId="{54F87567-24D7-412C-838D-92128FA05D08}" destId="{53D621AC-B596-40DD-B94F-AD7EBEA250FA}" srcOrd="2" destOrd="0" presId="urn:microsoft.com/office/officeart/2018/2/layout/IconVerticalSolidList"/>
    <dgm:cxn modelId="{EE68F6CF-30C8-4377-B17B-B20CC5F34FF2}" type="presParOf" srcId="{54F87567-24D7-412C-838D-92128FA05D08}" destId="{97BC897F-BCD1-4447-8D4F-7F3AE7439034}" srcOrd="3" destOrd="0" presId="urn:microsoft.com/office/officeart/2018/2/layout/IconVerticalSolidList"/>
    <dgm:cxn modelId="{5CEF87BA-705D-468C-8E79-8BB34124917D}" type="presParOf" srcId="{54F87567-24D7-412C-838D-92128FA05D08}" destId="{CB61FDD6-F799-4D01-9F69-6CE66B374A70}" srcOrd="4" destOrd="0" presId="urn:microsoft.com/office/officeart/2018/2/layout/IconVerticalSolidList"/>
    <dgm:cxn modelId="{B5EF0E7C-B404-49BF-8BBA-8AFEE175FE93}" type="presParOf" srcId="{CF4308AB-425F-4212-BC20-B0B0F06C5F91}" destId="{0F78B497-0E97-4122-8FAB-8EC75A683369}" srcOrd="7" destOrd="0" presId="urn:microsoft.com/office/officeart/2018/2/layout/IconVerticalSolidList"/>
    <dgm:cxn modelId="{285028EE-1F85-4B5B-A0B9-B4B6FEDB0BA6}" type="presParOf" srcId="{CF4308AB-425F-4212-BC20-B0B0F06C5F91}" destId="{E86E6F75-CC2D-4163-89DA-F4F97912128B}" srcOrd="8" destOrd="0" presId="urn:microsoft.com/office/officeart/2018/2/layout/IconVerticalSolidList"/>
    <dgm:cxn modelId="{8BAFED9F-DFA1-42F5-8BA2-1E7D08AA4DBE}" type="presParOf" srcId="{E86E6F75-CC2D-4163-89DA-F4F97912128B}" destId="{3F539055-7033-4F7C-89DE-E982B127B6F6}" srcOrd="0" destOrd="0" presId="urn:microsoft.com/office/officeart/2018/2/layout/IconVerticalSolidList"/>
    <dgm:cxn modelId="{31BC6CEA-6ED1-4146-8B7B-70BC7BFA7EA2}" type="presParOf" srcId="{E86E6F75-CC2D-4163-89DA-F4F97912128B}" destId="{4F6392E3-4066-4BD7-9DC6-5BFC91D47CE6}" srcOrd="1" destOrd="0" presId="urn:microsoft.com/office/officeart/2018/2/layout/IconVerticalSolidList"/>
    <dgm:cxn modelId="{64C284C4-E930-4761-8B5D-10E6C45F36E9}" type="presParOf" srcId="{E86E6F75-CC2D-4163-89DA-F4F97912128B}" destId="{48330554-53F2-4065-871D-C9F8D04E257E}" srcOrd="2" destOrd="0" presId="urn:microsoft.com/office/officeart/2018/2/layout/IconVerticalSolidList"/>
    <dgm:cxn modelId="{1A5C41C7-833E-4856-A454-6079ABF233AA}" type="presParOf" srcId="{E86E6F75-CC2D-4163-89DA-F4F97912128B}" destId="{11BA5574-7282-4CF9-B92E-368A3BDF3F0F}" srcOrd="3" destOrd="0" presId="urn:microsoft.com/office/officeart/2018/2/layout/IconVerticalSolidList"/>
    <dgm:cxn modelId="{FC4F85C0-18E7-4E8C-95F6-5687C3D54DE7}" type="presParOf" srcId="{CF4308AB-425F-4212-BC20-B0B0F06C5F91}" destId="{487BEE1E-7EC8-44C9-88E5-49486AFEEF51}" srcOrd="9" destOrd="0" presId="urn:microsoft.com/office/officeart/2018/2/layout/IconVerticalSolidList"/>
    <dgm:cxn modelId="{7BC27393-1FE9-4F54-B3AF-83CF0571823B}" type="presParOf" srcId="{CF4308AB-425F-4212-BC20-B0B0F06C5F91}" destId="{117DDD39-9648-4E3C-839D-9EC3246C1544}" srcOrd="10" destOrd="0" presId="urn:microsoft.com/office/officeart/2018/2/layout/IconVerticalSolidList"/>
    <dgm:cxn modelId="{59FE6D6F-E691-43ED-9115-5239DB189196}" type="presParOf" srcId="{117DDD39-9648-4E3C-839D-9EC3246C1544}" destId="{1E9B21B7-21BB-4120-B717-38B4D9FDBAB2}" srcOrd="0" destOrd="0" presId="urn:microsoft.com/office/officeart/2018/2/layout/IconVerticalSolidList"/>
    <dgm:cxn modelId="{6930319E-CEC9-447D-AC41-853321231461}" type="presParOf" srcId="{117DDD39-9648-4E3C-839D-9EC3246C1544}" destId="{797A467B-2F74-467F-A97B-1F182A284249}" srcOrd="1" destOrd="0" presId="urn:microsoft.com/office/officeart/2018/2/layout/IconVerticalSolidList"/>
    <dgm:cxn modelId="{9D187F1C-2293-4A65-961D-8FECFDCFFFF0}" type="presParOf" srcId="{117DDD39-9648-4E3C-839D-9EC3246C1544}" destId="{591590B9-6F83-4B90-9D7B-2B3CCBBF20AE}" srcOrd="2" destOrd="0" presId="urn:microsoft.com/office/officeart/2018/2/layout/IconVerticalSolidList"/>
    <dgm:cxn modelId="{76489115-E237-4F7F-ABB5-5F39CBFF9C34}" type="presParOf" srcId="{117DDD39-9648-4E3C-839D-9EC3246C1544}" destId="{BF8BC734-5D20-473A-AFA7-3CDBBF468DF1}" srcOrd="3" destOrd="0" presId="urn:microsoft.com/office/officeart/2018/2/layout/IconVerticalSolidList"/>
    <dgm:cxn modelId="{088A077F-FB65-45E8-82D4-DF52DA9B8BCF}" type="presParOf" srcId="{117DDD39-9648-4E3C-839D-9EC3246C1544}" destId="{FEEC4E3E-6B42-4C56-B461-7EC754CEFE5D}" srcOrd="4" destOrd="0" presId="urn:microsoft.com/office/officeart/2018/2/layout/IconVerticalSolidList"/>
    <dgm:cxn modelId="{A8A022CF-1AAC-45F4-9510-A95F0BE774AC}" type="presParOf" srcId="{CF4308AB-425F-4212-BC20-B0B0F06C5F91}" destId="{70075DCB-6F13-4C2E-AB1F-70954C328224}" srcOrd="11" destOrd="0" presId="urn:microsoft.com/office/officeart/2018/2/layout/IconVerticalSolidList"/>
    <dgm:cxn modelId="{396DA86F-1590-4F1F-A11F-A0E30B0BA0E3}" type="presParOf" srcId="{CF4308AB-425F-4212-BC20-B0B0F06C5F91}" destId="{10C7DCD3-50C1-4C8F-86F4-410600B90983}" srcOrd="12" destOrd="0" presId="urn:microsoft.com/office/officeart/2018/2/layout/IconVerticalSolidList"/>
    <dgm:cxn modelId="{3285DC8F-3BBC-4D5B-8608-91DF281ED137}" type="presParOf" srcId="{10C7DCD3-50C1-4C8F-86F4-410600B90983}" destId="{BEEDF940-127D-4343-A09E-182FDBD9E4E2}" srcOrd="0" destOrd="0" presId="urn:microsoft.com/office/officeart/2018/2/layout/IconVerticalSolidList"/>
    <dgm:cxn modelId="{D568B49D-38CD-4FCD-840F-9EC4AAE1F130}" type="presParOf" srcId="{10C7DCD3-50C1-4C8F-86F4-410600B90983}" destId="{E5CF60A8-1ED0-4DAD-B89B-8CF61D9D6EF0}" srcOrd="1" destOrd="0" presId="urn:microsoft.com/office/officeart/2018/2/layout/IconVerticalSolidList"/>
    <dgm:cxn modelId="{2D708BE4-1F57-4178-8468-F3132200F75A}" type="presParOf" srcId="{10C7DCD3-50C1-4C8F-86F4-410600B90983}" destId="{D5FE9670-F866-4087-9A0F-0576577F74B7}" srcOrd="2" destOrd="0" presId="urn:microsoft.com/office/officeart/2018/2/layout/IconVerticalSolidList"/>
    <dgm:cxn modelId="{D1381204-A786-4794-B8AA-DD6C911A6A6E}" type="presParOf" srcId="{10C7DCD3-50C1-4C8F-86F4-410600B90983}" destId="{98DB50FD-281B-42D3-9DBC-9CE71806D415}" srcOrd="3" destOrd="0" presId="urn:microsoft.com/office/officeart/2018/2/layout/IconVerticalSolidList"/>
    <dgm:cxn modelId="{5060FFAD-742B-4F1A-A0C3-AA65CC916C0C}" type="presParOf" srcId="{10C7DCD3-50C1-4C8F-86F4-410600B90983}" destId="{C23D0349-5B31-440D-983F-67B27E930DD5}"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64FEA6B-54C4-432D-84E9-DCD05C1283BE}"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F0BA5CA0-6D06-4977-BF5B-E6C5D7D0109D}">
      <dgm:prSet/>
      <dgm:spPr/>
      <dgm:t>
        <a:bodyPr/>
        <a:lstStyle/>
        <a:p>
          <a:r>
            <a:rPr lang="en-US" b="1"/>
            <a:t>Project Planning</a:t>
          </a:r>
          <a:endParaRPr lang="en-US"/>
        </a:p>
      </dgm:t>
    </dgm:pt>
    <dgm:pt modelId="{F8614777-372B-4213-8337-735A666F36E2}" type="parTrans" cxnId="{E8971409-F421-4E91-ABCB-3D864A821008}">
      <dgm:prSet/>
      <dgm:spPr/>
      <dgm:t>
        <a:bodyPr/>
        <a:lstStyle/>
        <a:p>
          <a:endParaRPr lang="en-US"/>
        </a:p>
      </dgm:t>
    </dgm:pt>
    <dgm:pt modelId="{F465DD32-3D79-4D05-B470-7265DBC81B2B}" type="sibTrans" cxnId="{E8971409-F421-4E91-ABCB-3D864A821008}">
      <dgm:prSet/>
      <dgm:spPr/>
      <dgm:t>
        <a:bodyPr/>
        <a:lstStyle/>
        <a:p>
          <a:endParaRPr lang="en-US"/>
        </a:p>
      </dgm:t>
    </dgm:pt>
    <dgm:pt modelId="{8933DE79-C1E4-4B80-B9F2-D1070417FB79}">
      <dgm:prSet/>
      <dgm:spPr/>
      <dgm:t>
        <a:bodyPr/>
        <a:lstStyle/>
        <a:p>
          <a:r>
            <a:rPr lang="en-US"/>
            <a:t>Define scope, objectives, timeline, and deliverables</a:t>
          </a:r>
        </a:p>
      </dgm:t>
    </dgm:pt>
    <dgm:pt modelId="{0FFE6365-5161-4B60-9AE5-105465AE55C0}" type="parTrans" cxnId="{8CE9408D-42FD-4466-B101-B8B16FD41A8F}">
      <dgm:prSet/>
      <dgm:spPr/>
      <dgm:t>
        <a:bodyPr/>
        <a:lstStyle/>
        <a:p>
          <a:endParaRPr lang="en-US"/>
        </a:p>
      </dgm:t>
    </dgm:pt>
    <dgm:pt modelId="{E386579A-D65E-4B8C-8826-3163075E944E}" type="sibTrans" cxnId="{8CE9408D-42FD-4466-B101-B8B16FD41A8F}">
      <dgm:prSet/>
      <dgm:spPr/>
      <dgm:t>
        <a:bodyPr/>
        <a:lstStyle/>
        <a:p>
          <a:endParaRPr lang="en-US"/>
        </a:p>
      </dgm:t>
    </dgm:pt>
    <dgm:pt modelId="{BF59A504-BA4C-499F-9877-331F9F4F15D5}">
      <dgm:prSet/>
      <dgm:spPr/>
      <dgm:t>
        <a:bodyPr/>
        <a:lstStyle/>
        <a:p>
          <a:r>
            <a:rPr lang="en-US"/>
            <a:t>Develop project schedule and budget</a:t>
          </a:r>
        </a:p>
      </dgm:t>
    </dgm:pt>
    <dgm:pt modelId="{D1AA85B3-B342-45BE-AA62-E4EA1699ADE3}" type="parTrans" cxnId="{218F89D3-29ED-4F2D-BE94-EC6E8553BCFD}">
      <dgm:prSet/>
      <dgm:spPr/>
      <dgm:t>
        <a:bodyPr/>
        <a:lstStyle/>
        <a:p>
          <a:endParaRPr lang="en-US"/>
        </a:p>
      </dgm:t>
    </dgm:pt>
    <dgm:pt modelId="{5466CC96-E957-436C-8C81-24366707B637}" type="sibTrans" cxnId="{218F89D3-29ED-4F2D-BE94-EC6E8553BCFD}">
      <dgm:prSet/>
      <dgm:spPr/>
      <dgm:t>
        <a:bodyPr/>
        <a:lstStyle/>
        <a:p>
          <a:endParaRPr lang="en-US"/>
        </a:p>
      </dgm:t>
    </dgm:pt>
    <dgm:pt modelId="{EBEF0E85-1CBA-4603-BB71-5F161D91DC15}">
      <dgm:prSet/>
      <dgm:spPr/>
      <dgm:t>
        <a:bodyPr/>
        <a:lstStyle/>
        <a:p>
          <a:r>
            <a:rPr lang="en-US" b="1"/>
            <a:t>Team Management</a:t>
          </a:r>
          <a:endParaRPr lang="en-US"/>
        </a:p>
      </dgm:t>
    </dgm:pt>
    <dgm:pt modelId="{57D730E2-716D-4C65-BBED-EA78D62E78B2}" type="parTrans" cxnId="{243D2883-1ABD-4461-9970-CBA2051A57B6}">
      <dgm:prSet/>
      <dgm:spPr/>
      <dgm:t>
        <a:bodyPr/>
        <a:lstStyle/>
        <a:p>
          <a:endParaRPr lang="en-US"/>
        </a:p>
      </dgm:t>
    </dgm:pt>
    <dgm:pt modelId="{A482E71E-E73D-4601-9522-004086E2C0DB}" type="sibTrans" cxnId="{243D2883-1ABD-4461-9970-CBA2051A57B6}">
      <dgm:prSet/>
      <dgm:spPr/>
      <dgm:t>
        <a:bodyPr/>
        <a:lstStyle/>
        <a:p>
          <a:endParaRPr lang="en-US"/>
        </a:p>
      </dgm:t>
    </dgm:pt>
    <dgm:pt modelId="{34FDB0B4-FC4E-4880-8CB1-76F119D0959F}">
      <dgm:prSet/>
      <dgm:spPr/>
      <dgm:t>
        <a:bodyPr/>
        <a:lstStyle/>
        <a:p>
          <a:r>
            <a:rPr lang="en-US"/>
            <a:t>Assign roles, responsibilities, and tasks</a:t>
          </a:r>
        </a:p>
      </dgm:t>
    </dgm:pt>
    <dgm:pt modelId="{273C257C-71B0-4CA7-9B0F-3BB3AC7A486E}" type="parTrans" cxnId="{57B07AEC-4FF8-4F95-9F76-E9018C860801}">
      <dgm:prSet/>
      <dgm:spPr/>
      <dgm:t>
        <a:bodyPr/>
        <a:lstStyle/>
        <a:p>
          <a:endParaRPr lang="en-US"/>
        </a:p>
      </dgm:t>
    </dgm:pt>
    <dgm:pt modelId="{6C00199D-DAB5-479E-ADE8-604D87972125}" type="sibTrans" cxnId="{57B07AEC-4FF8-4F95-9F76-E9018C860801}">
      <dgm:prSet/>
      <dgm:spPr/>
      <dgm:t>
        <a:bodyPr/>
        <a:lstStyle/>
        <a:p>
          <a:endParaRPr lang="en-US"/>
        </a:p>
      </dgm:t>
    </dgm:pt>
    <dgm:pt modelId="{00B32725-FAA0-458B-BC37-4AB763D3E3B2}">
      <dgm:prSet/>
      <dgm:spPr/>
      <dgm:t>
        <a:bodyPr/>
        <a:lstStyle/>
        <a:p>
          <a:r>
            <a:rPr lang="en-US"/>
            <a:t>Motivate and manage the project team</a:t>
          </a:r>
        </a:p>
      </dgm:t>
    </dgm:pt>
    <dgm:pt modelId="{34A87AF3-ACF1-4EE6-BB8D-9B91C2970EE4}" type="parTrans" cxnId="{2697797B-CB5B-4514-9638-26F32E04B2E1}">
      <dgm:prSet/>
      <dgm:spPr/>
      <dgm:t>
        <a:bodyPr/>
        <a:lstStyle/>
        <a:p>
          <a:endParaRPr lang="en-US"/>
        </a:p>
      </dgm:t>
    </dgm:pt>
    <dgm:pt modelId="{AE02C4CB-7F8F-46E1-BE53-25F7233C5B4A}" type="sibTrans" cxnId="{2697797B-CB5B-4514-9638-26F32E04B2E1}">
      <dgm:prSet/>
      <dgm:spPr/>
      <dgm:t>
        <a:bodyPr/>
        <a:lstStyle/>
        <a:p>
          <a:endParaRPr lang="en-US"/>
        </a:p>
      </dgm:t>
    </dgm:pt>
    <dgm:pt modelId="{F439D61F-DE71-4885-8C48-D4842F56178C}">
      <dgm:prSet/>
      <dgm:spPr/>
      <dgm:t>
        <a:bodyPr/>
        <a:lstStyle/>
        <a:p>
          <a:r>
            <a:rPr lang="en-US" b="1"/>
            <a:t>Execution and Monitoring</a:t>
          </a:r>
          <a:endParaRPr lang="en-US"/>
        </a:p>
      </dgm:t>
    </dgm:pt>
    <dgm:pt modelId="{2B974407-B47C-495F-AD2F-4E5C58799146}" type="parTrans" cxnId="{6D82E802-4F15-403E-9B00-0A44E116083A}">
      <dgm:prSet/>
      <dgm:spPr/>
      <dgm:t>
        <a:bodyPr/>
        <a:lstStyle/>
        <a:p>
          <a:endParaRPr lang="en-US"/>
        </a:p>
      </dgm:t>
    </dgm:pt>
    <dgm:pt modelId="{66CEB274-298F-4AEA-B286-A8D83539913C}" type="sibTrans" cxnId="{6D82E802-4F15-403E-9B00-0A44E116083A}">
      <dgm:prSet/>
      <dgm:spPr/>
      <dgm:t>
        <a:bodyPr/>
        <a:lstStyle/>
        <a:p>
          <a:endParaRPr lang="en-US"/>
        </a:p>
      </dgm:t>
    </dgm:pt>
    <dgm:pt modelId="{80DCD02B-3A1D-49E8-8EA3-D25FF7D8BA2E}">
      <dgm:prSet/>
      <dgm:spPr/>
      <dgm:t>
        <a:bodyPr/>
        <a:lstStyle/>
        <a:p>
          <a:r>
            <a:rPr lang="en-US"/>
            <a:t>Track progress, KPIs, and milestones</a:t>
          </a:r>
        </a:p>
      </dgm:t>
    </dgm:pt>
    <dgm:pt modelId="{52541170-81A6-4406-A502-B9702D17E9D9}" type="parTrans" cxnId="{8AACEE24-C2FB-40E6-AA90-FCF18E21C260}">
      <dgm:prSet/>
      <dgm:spPr/>
      <dgm:t>
        <a:bodyPr/>
        <a:lstStyle/>
        <a:p>
          <a:endParaRPr lang="en-US"/>
        </a:p>
      </dgm:t>
    </dgm:pt>
    <dgm:pt modelId="{228531F2-FC56-4E00-B4E5-3E4B02D89875}" type="sibTrans" cxnId="{8AACEE24-C2FB-40E6-AA90-FCF18E21C260}">
      <dgm:prSet/>
      <dgm:spPr/>
      <dgm:t>
        <a:bodyPr/>
        <a:lstStyle/>
        <a:p>
          <a:endParaRPr lang="en-US"/>
        </a:p>
      </dgm:t>
    </dgm:pt>
    <dgm:pt modelId="{22F8D6D7-37BB-4B96-88DE-8722024B5DE8}">
      <dgm:prSet/>
      <dgm:spPr/>
      <dgm:t>
        <a:bodyPr/>
        <a:lstStyle/>
        <a:p>
          <a:r>
            <a:rPr lang="en-US"/>
            <a:t>Manage risks, issues, and changes</a:t>
          </a:r>
        </a:p>
      </dgm:t>
    </dgm:pt>
    <dgm:pt modelId="{60F7F4BC-0C90-4A3D-9152-9DF30A6F8FE3}" type="parTrans" cxnId="{D20B4369-D8E8-4751-A124-060E892B2464}">
      <dgm:prSet/>
      <dgm:spPr/>
      <dgm:t>
        <a:bodyPr/>
        <a:lstStyle/>
        <a:p>
          <a:endParaRPr lang="en-US"/>
        </a:p>
      </dgm:t>
    </dgm:pt>
    <dgm:pt modelId="{F1083901-7976-4C20-8D7F-390FC18FF228}" type="sibTrans" cxnId="{D20B4369-D8E8-4751-A124-060E892B2464}">
      <dgm:prSet/>
      <dgm:spPr/>
      <dgm:t>
        <a:bodyPr/>
        <a:lstStyle/>
        <a:p>
          <a:endParaRPr lang="en-US"/>
        </a:p>
      </dgm:t>
    </dgm:pt>
    <dgm:pt modelId="{41310FB8-0F75-4D05-A3AB-268B1069ABF1}">
      <dgm:prSet/>
      <dgm:spPr/>
      <dgm:t>
        <a:bodyPr/>
        <a:lstStyle/>
        <a:p>
          <a:r>
            <a:rPr lang="en-US" b="1"/>
            <a:t>Stakeholder Communication</a:t>
          </a:r>
          <a:endParaRPr lang="en-US"/>
        </a:p>
      </dgm:t>
    </dgm:pt>
    <dgm:pt modelId="{F5622EBA-AE7A-4880-85E5-83C3A817719C}" type="parTrans" cxnId="{49363A94-32AB-46CB-A4BB-9A6EE64D52C6}">
      <dgm:prSet/>
      <dgm:spPr/>
      <dgm:t>
        <a:bodyPr/>
        <a:lstStyle/>
        <a:p>
          <a:endParaRPr lang="en-US"/>
        </a:p>
      </dgm:t>
    </dgm:pt>
    <dgm:pt modelId="{E3E12226-7160-4C1C-B5B7-FCE2C28DD6D3}" type="sibTrans" cxnId="{49363A94-32AB-46CB-A4BB-9A6EE64D52C6}">
      <dgm:prSet/>
      <dgm:spPr/>
      <dgm:t>
        <a:bodyPr/>
        <a:lstStyle/>
        <a:p>
          <a:endParaRPr lang="en-US"/>
        </a:p>
      </dgm:t>
    </dgm:pt>
    <dgm:pt modelId="{A8A0F255-ECCD-46FE-991B-270DC5C44ED4}">
      <dgm:prSet/>
      <dgm:spPr/>
      <dgm:t>
        <a:bodyPr/>
        <a:lstStyle/>
        <a:p>
          <a:r>
            <a:rPr lang="en-US"/>
            <a:t>Report project status to stakeholders</a:t>
          </a:r>
        </a:p>
      </dgm:t>
    </dgm:pt>
    <dgm:pt modelId="{97AED52C-968D-427C-A7BA-3F62561BCD76}" type="parTrans" cxnId="{4565C7DC-849A-4B3C-BCDC-55B44AB7D19A}">
      <dgm:prSet/>
      <dgm:spPr/>
      <dgm:t>
        <a:bodyPr/>
        <a:lstStyle/>
        <a:p>
          <a:endParaRPr lang="en-US"/>
        </a:p>
      </dgm:t>
    </dgm:pt>
    <dgm:pt modelId="{D028BE01-E979-4A3A-AD2E-BC7AA88D2165}" type="sibTrans" cxnId="{4565C7DC-849A-4B3C-BCDC-55B44AB7D19A}">
      <dgm:prSet/>
      <dgm:spPr/>
      <dgm:t>
        <a:bodyPr/>
        <a:lstStyle/>
        <a:p>
          <a:endParaRPr lang="en-US"/>
        </a:p>
      </dgm:t>
    </dgm:pt>
    <dgm:pt modelId="{E28104C7-A6D0-45EA-8AC4-001114CB2939}">
      <dgm:prSet/>
      <dgm:spPr/>
      <dgm:t>
        <a:bodyPr/>
        <a:lstStyle/>
        <a:p>
          <a:r>
            <a:rPr lang="en-US"/>
            <a:t>Facilitate meetings and maintain alignment</a:t>
          </a:r>
        </a:p>
      </dgm:t>
    </dgm:pt>
    <dgm:pt modelId="{78EA7A6B-C7FB-47CC-B2DB-797833CF2F3D}" type="parTrans" cxnId="{C1AA19F1-515F-4DF5-9DBE-FABF57705AE6}">
      <dgm:prSet/>
      <dgm:spPr/>
      <dgm:t>
        <a:bodyPr/>
        <a:lstStyle/>
        <a:p>
          <a:endParaRPr lang="en-US"/>
        </a:p>
      </dgm:t>
    </dgm:pt>
    <dgm:pt modelId="{7530D9AD-FD89-44C4-A1B8-6B29E30B212A}" type="sibTrans" cxnId="{C1AA19F1-515F-4DF5-9DBE-FABF57705AE6}">
      <dgm:prSet/>
      <dgm:spPr/>
      <dgm:t>
        <a:bodyPr/>
        <a:lstStyle/>
        <a:p>
          <a:endParaRPr lang="en-US"/>
        </a:p>
      </dgm:t>
    </dgm:pt>
    <dgm:pt modelId="{C471576D-9040-4B79-975F-33F0EA0E51BF}">
      <dgm:prSet/>
      <dgm:spPr/>
      <dgm:t>
        <a:bodyPr/>
        <a:lstStyle/>
        <a:p>
          <a:r>
            <a:rPr lang="en-US" b="1"/>
            <a:t>Budget and Resource Management</a:t>
          </a:r>
          <a:endParaRPr lang="en-US"/>
        </a:p>
      </dgm:t>
    </dgm:pt>
    <dgm:pt modelId="{B7E27463-ED4B-4130-917F-C8F92CF68724}" type="parTrans" cxnId="{BEE32627-4D90-4CF7-BA55-E1E717B2D3A2}">
      <dgm:prSet/>
      <dgm:spPr/>
      <dgm:t>
        <a:bodyPr/>
        <a:lstStyle/>
        <a:p>
          <a:endParaRPr lang="en-US"/>
        </a:p>
      </dgm:t>
    </dgm:pt>
    <dgm:pt modelId="{1B55D877-838C-4163-8F5B-A86935F80B87}" type="sibTrans" cxnId="{BEE32627-4D90-4CF7-BA55-E1E717B2D3A2}">
      <dgm:prSet/>
      <dgm:spPr/>
      <dgm:t>
        <a:bodyPr/>
        <a:lstStyle/>
        <a:p>
          <a:endParaRPr lang="en-US"/>
        </a:p>
      </dgm:t>
    </dgm:pt>
    <dgm:pt modelId="{60F5B562-905B-48BD-8A4A-B95972799E80}">
      <dgm:prSet/>
      <dgm:spPr/>
      <dgm:t>
        <a:bodyPr/>
        <a:lstStyle/>
        <a:p>
          <a:r>
            <a:rPr lang="en-US"/>
            <a:t>Control costs and ensure optimal use of resources</a:t>
          </a:r>
        </a:p>
      </dgm:t>
    </dgm:pt>
    <dgm:pt modelId="{6E433F80-1282-4769-8472-29C1A42788C3}" type="parTrans" cxnId="{CE78B852-FD1F-46FD-B044-5BF53F67C449}">
      <dgm:prSet/>
      <dgm:spPr/>
      <dgm:t>
        <a:bodyPr/>
        <a:lstStyle/>
        <a:p>
          <a:endParaRPr lang="en-US"/>
        </a:p>
      </dgm:t>
    </dgm:pt>
    <dgm:pt modelId="{F3B3CD49-1E8E-459B-B3F5-9BD188FD5F69}" type="sibTrans" cxnId="{CE78B852-FD1F-46FD-B044-5BF53F67C449}">
      <dgm:prSet/>
      <dgm:spPr/>
      <dgm:t>
        <a:bodyPr/>
        <a:lstStyle/>
        <a:p>
          <a:endParaRPr lang="en-US"/>
        </a:p>
      </dgm:t>
    </dgm:pt>
    <dgm:pt modelId="{DFB170FB-1A0F-4F9F-ADA0-B012C4424DD7}" type="pres">
      <dgm:prSet presAssocID="{E64FEA6B-54C4-432D-84E9-DCD05C1283BE}" presName="linear" presStyleCnt="0">
        <dgm:presLayoutVars>
          <dgm:dir/>
          <dgm:animLvl val="lvl"/>
          <dgm:resizeHandles val="exact"/>
        </dgm:presLayoutVars>
      </dgm:prSet>
      <dgm:spPr/>
    </dgm:pt>
    <dgm:pt modelId="{5A7FBFA9-104F-4741-96C7-B765976842D7}" type="pres">
      <dgm:prSet presAssocID="{F0BA5CA0-6D06-4977-BF5B-E6C5D7D0109D}" presName="parentLin" presStyleCnt="0"/>
      <dgm:spPr/>
    </dgm:pt>
    <dgm:pt modelId="{89C38328-410D-40CC-8A5F-58706B316D36}" type="pres">
      <dgm:prSet presAssocID="{F0BA5CA0-6D06-4977-BF5B-E6C5D7D0109D}" presName="parentLeftMargin" presStyleLbl="node1" presStyleIdx="0" presStyleCnt="5"/>
      <dgm:spPr/>
    </dgm:pt>
    <dgm:pt modelId="{96394CE7-35C7-4506-BC49-10072EB7727E}" type="pres">
      <dgm:prSet presAssocID="{F0BA5CA0-6D06-4977-BF5B-E6C5D7D0109D}" presName="parentText" presStyleLbl="node1" presStyleIdx="0" presStyleCnt="5">
        <dgm:presLayoutVars>
          <dgm:chMax val="0"/>
          <dgm:bulletEnabled val="1"/>
        </dgm:presLayoutVars>
      </dgm:prSet>
      <dgm:spPr/>
    </dgm:pt>
    <dgm:pt modelId="{5B09629F-7C9B-458E-8A3D-1B1ED26AF985}" type="pres">
      <dgm:prSet presAssocID="{F0BA5CA0-6D06-4977-BF5B-E6C5D7D0109D}" presName="negativeSpace" presStyleCnt="0"/>
      <dgm:spPr/>
    </dgm:pt>
    <dgm:pt modelId="{F31FE045-0815-4678-A7BC-D981DA192837}" type="pres">
      <dgm:prSet presAssocID="{F0BA5CA0-6D06-4977-BF5B-E6C5D7D0109D}" presName="childText" presStyleLbl="conFgAcc1" presStyleIdx="0" presStyleCnt="5">
        <dgm:presLayoutVars>
          <dgm:bulletEnabled val="1"/>
        </dgm:presLayoutVars>
      </dgm:prSet>
      <dgm:spPr/>
    </dgm:pt>
    <dgm:pt modelId="{7A798DF3-0766-4EB6-9B89-84A6C9B5C54C}" type="pres">
      <dgm:prSet presAssocID="{F465DD32-3D79-4D05-B470-7265DBC81B2B}" presName="spaceBetweenRectangles" presStyleCnt="0"/>
      <dgm:spPr/>
    </dgm:pt>
    <dgm:pt modelId="{9F1F1037-6481-4629-80B6-4065ACF95400}" type="pres">
      <dgm:prSet presAssocID="{EBEF0E85-1CBA-4603-BB71-5F161D91DC15}" presName="parentLin" presStyleCnt="0"/>
      <dgm:spPr/>
    </dgm:pt>
    <dgm:pt modelId="{70992B7E-A62A-4D68-B2EE-CFAC34394A32}" type="pres">
      <dgm:prSet presAssocID="{EBEF0E85-1CBA-4603-BB71-5F161D91DC15}" presName="parentLeftMargin" presStyleLbl="node1" presStyleIdx="0" presStyleCnt="5"/>
      <dgm:spPr/>
    </dgm:pt>
    <dgm:pt modelId="{A9E9E8F7-C641-4614-83C9-63AF35C2ACC3}" type="pres">
      <dgm:prSet presAssocID="{EBEF0E85-1CBA-4603-BB71-5F161D91DC15}" presName="parentText" presStyleLbl="node1" presStyleIdx="1" presStyleCnt="5">
        <dgm:presLayoutVars>
          <dgm:chMax val="0"/>
          <dgm:bulletEnabled val="1"/>
        </dgm:presLayoutVars>
      </dgm:prSet>
      <dgm:spPr/>
    </dgm:pt>
    <dgm:pt modelId="{A95B8FE0-8E7B-46CB-8228-108437E339C6}" type="pres">
      <dgm:prSet presAssocID="{EBEF0E85-1CBA-4603-BB71-5F161D91DC15}" presName="negativeSpace" presStyleCnt="0"/>
      <dgm:spPr/>
    </dgm:pt>
    <dgm:pt modelId="{16FF2917-5214-4896-A54B-9976078CABAD}" type="pres">
      <dgm:prSet presAssocID="{EBEF0E85-1CBA-4603-BB71-5F161D91DC15}" presName="childText" presStyleLbl="conFgAcc1" presStyleIdx="1" presStyleCnt="5">
        <dgm:presLayoutVars>
          <dgm:bulletEnabled val="1"/>
        </dgm:presLayoutVars>
      </dgm:prSet>
      <dgm:spPr/>
    </dgm:pt>
    <dgm:pt modelId="{1DE7ED44-39B4-45C9-9DFC-78D3D49FA8A3}" type="pres">
      <dgm:prSet presAssocID="{A482E71E-E73D-4601-9522-004086E2C0DB}" presName="spaceBetweenRectangles" presStyleCnt="0"/>
      <dgm:spPr/>
    </dgm:pt>
    <dgm:pt modelId="{9F09BE3D-6540-4736-A096-3D67952DB8C9}" type="pres">
      <dgm:prSet presAssocID="{F439D61F-DE71-4885-8C48-D4842F56178C}" presName="parentLin" presStyleCnt="0"/>
      <dgm:spPr/>
    </dgm:pt>
    <dgm:pt modelId="{8479E101-CAD8-41CF-8567-CE527D85B95F}" type="pres">
      <dgm:prSet presAssocID="{F439D61F-DE71-4885-8C48-D4842F56178C}" presName="parentLeftMargin" presStyleLbl="node1" presStyleIdx="1" presStyleCnt="5"/>
      <dgm:spPr/>
    </dgm:pt>
    <dgm:pt modelId="{AE85CBFA-783D-412B-8F00-3032F79C9B24}" type="pres">
      <dgm:prSet presAssocID="{F439D61F-DE71-4885-8C48-D4842F56178C}" presName="parentText" presStyleLbl="node1" presStyleIdx="2" presStyleCnt="5">
        <dgm:presLayoutVars>
          <dgm:chMax val="0"/>
          <dgm:bulletEnabled val="1"/>
        </dgm:presLayoutVars>
      </dgm:prSet>
      <dgm:spPr/>
    </dgm:pt>
    <dgm:pt modelId="{3A3A4394-B251-4321-A756-62227F0E2B59}" type="pres">
      <dgm:prSet presAssocID="{F439D61F-DE71-4885-8C48-D4842F56178C}" presName="negativeSpace" presStyleCnt="0"/>
      <dgm:spPr/>
    </dgm:pt>
    <dgm:pt modelId="{846E3938-D0A6-4F2C-B7E1-AFB2A149F466}" type="pres">
      <dgm:prSet presAssocID="{F439D61F-DE71-4885-8C48-D4842F56178C}" presName="childText" presStyleLbl="conFgAcc1" presStyleIdx="2" presStyleCnt="5">
        <dgm:presLayoutVars>
          <dgm:bulletEnabled val="1"/>
        </dgm:presLayoutVars>
      </dgm:prSet>
      <dgm:spPr/>
    </dgm:pt>
    <dgm:pt modelId="{2B135C1D-0DB1-47DA-9314-BE98DD65AF34}" type="pres">
      <dgm:prSet presAssocID="{66CEB274-298F-4AEA-B286-A8D83539913C}" presName="spaceBetweenRectangles" presStyleCnt="0"/>
      <dgm:spPr/>
    </dgm:pt>
    <dgm:pt modelId="{AB1549BC-FF51-436C-BEF3-27233FBD1888}" type="pres">
      <dgm:prSet presAssocID="{41310FB8-0F75-4D05-A3AB-268B1069ABF1}" presName="parentLin" presStyleCnt="0"/>
      <dgm:spPr/>
    </dgm:pt>
    <dgm:pt modelId="{611A63AA-6421-4556-9A80-409EC4942287}" type="pres">
      <dgm:prSet presAssocID="{41310FB8-0F75-4D05-A3AB-268B1069ABF1}" presName="parentLeftMargin" presStyleLbl="node1" presStyleIdx="2" presStyleCnt="5"/>
      <dgm:spPr/>
    </dgm:pt>
    <dgm:pt modelId="{3B2908EC-3152-42ED-8931-A4141E4F6F22}" type="pres">
      <dgm:prSet presAssocID="{41310FB8-0F75-4D05-A3AB-268B1069ABF1}" presName="parentText" presStyleLbl="node1" presStyleIdx="3" presStyleCnt="5">
        <dgm:presLayoutVars>
          <dgm:chMax val="0"/>
          <dgm:bulletEnabled val="1"/>
        </dgm:presLayoutVars>
      </dgm:prSet>
      <dgm:spPr/>
    </dgm:pt>
    <dgm:pt modelId="{DDA70057-69DF-4DB3-AA6E-236B6A8E139E}" type="pres">
      <dgm:prSet presAssocID="{41310FB8-0F75-4D05-A3AB-268B1069ABF1}" presName="negativeSpace" presStyleCnt="0"/>
      <dgm:spPr/>
    </dgm:pt>
    <dgm:pt modelId="{A3634CFA-804D-424A-B290-3E2BAE0CDB55}" type="pres">
      <dgm:prSet presAssocID="{41310FB8-0F75-4D05-A3AB-268B1069ABF1}" presName="childText" presStyleLbl="conFgAcc1" presStyleIdx="3" presStyleCnt="5">
        <dgm:presLayoutVars>
          <dgm:bulletEnabled val="1"/>
        </dgm:presLayoutVars>
      </dgm:prSet>
      <dgm:spPr/>
    </dgm:pt>
    <dgm:pt modelId="{2D5A687E-0B26-46CE-B04E-C1C074F253B6}" type="pres">
      <dgm:prSet presAssocID="{E3E12226-7160-4C1C-B5B7-FCE2C28DD6D3}" presName="spaceBetweenRectangles" presStyleCnt="0"/>
      <dgm:spPr/>
    </dgm:pt>
    <dgm:pt modelId="{A73C098C-1431-4D85-BC0A-B81EF594E677}" type="pres">
      <dgm:prSet presAssocID="{C471576D-9040-4B79-975F-33F0EA0E51BF}" presName="parentLin" presStyleCnt="0"/>
      <dgm:spPr/>
    </dgm:pt>
    <dgm:pt modelId="{CF34BF03-09E1-4564-B0C9-FAD24282D336}" type="pres">
      <dgm:prSet presAssocID="{C471576D-9040-4B79-975F-33F0EA0E51BF}" presName="parentLeftMargin" presStyleLbl="node1" presStyleIdx="3" presStyleCnt="5"/>
      <dgm:spPr/>
    </dgm:pt>
    <dgm:pt modelId="{1F109D8F-619C-4F06-9F61-E4A5B7C54D3E}" type="pres">
      <dgm:prSet presAssocID="{C471576D-9040-4B79-975F-33F0EA0E51BF}" presName="parentText" presStyleLbl="node1" presStyleIdx="4" presStyleCnt="5">
        <dgm:presLayoutVars>
          <dgm:chMax val="0"/>
          <dgm:bulletEnabled val="1"/>
        </dgm:presLayoutVars>
      </dgm:prSet>
      <dgm:spPr/>
    </dgm:pt>
    <dgm:pt modelId="{B7ABAE16-FBCC-4FB8-B107-EC0551103286}" type="pres">
      <dgm:prSet presAssocID="{C471576D-9040-4B79-975F-33F0EA0E51BF}" presName="negativeSpace" presStyleCnt="0"/>
      <dgm:spPr/>
    </dgm:pt>
    <dgm:pt modelId="{7DF82155-ED59-4778-ABB6-9DE41D676BAA}" type="pres">
      <dgm:prSet presAssocID="{C471576D-9040-4B79-975F-33F0EA0E51BF}" presName="childText" presStyleLbl="conFgAcc1" presStyleIdx="4" presStyleCnt="5">
        <dgm:presLayoutVars>
          <dgm:bulletEnabled val="1"/>
        </dgm:presLayoutVars>
      </dgm:prSet>
      <dgm:spPr/>
    </dgm:pt>
  </dgm:ptLst>
  <dgm:cxnLst>
    <dgm:cxn modelId="{6D82E802-4F15-403E-9B00-0A44E116083A}" srcId="{E64FEA6B-54C4-432D-84E9-DCD05C1283BE}" destId="{F439D61F-DE71-4885-8C48-D4842F56178C}" srcOrd="2" destOrd="0" parTransId="{2B974407-B47C-495F-AD2F-4E5C58799146}" sibTransId="{66CEB274-298F-4AEA-B286-A8D83539913C}"/>
    <dgm:cxn modelId="{BF6DAA08-1196-4893-8D63-6B387614DC3A}" type="presOf" srcId="{22F8D6D7-37BB-4B96-88DE-8722024B5DE8}" destId="{846E3938-D0A6-4F2C-B7E1-AFB2A149F466}" srcOrd="0" destOrd="1" presId="urn:microsoft.com/office/officeart/2005/8/layout/list1"/>
    <dgm:cxn modelId="{E8971409-F421-4E91-ABCB-3D864A821008}" srcId="{E64FEA6B-54C4-432D-84E9-DCD05C1283BE}" destId="{F0BA5CA0-6D06-4977-BF5B-E6C5D7D0109D}" srcOrd="0" destOrd="0" parTransId="{F8614777-372B-4213-8337-735A666F36E2}" sibTransId="{F465DD32-3D79-4D05-B470-7265DBC81B2B}"/>
    <dgm:cxn modelId="{09326511-8D34-446D-A9F6-E648B4B3484A}" type="presOf" srcId="{34FDB0B4-FC4E-4880-8CB1-76F119D0959F}" destId="{16FF2917-5214-4896-A54B-9976078CABAD}" srcOrd="0" destOrd="0" presId="urn:microsoft.com/office/officeart/2005/8/layout/list1"/>
    <dgm:cxn modelId="{4CAC1D1C-665F-45F6-89B7-85054D315A13}" type="presOf" srcId="{F0BA5CA0-6D06-4977-BF5B-E6C5D7D0109D}" destId="{96394CE7-35C7-4506-BC49-10072EB7727E}" srcOrd="1" destOrd="0" presId="urn:microsoft.com/office/officeart/2005/8/layout/list1"/>
    <dgm:cxn modelId="{8AACEE24-C2FB-40E6-AA90-FCF18E21C260}" srcId="{F439D61F-DE71-4885-8C48-D4842F56178C}" destId="{80DCD02B-3A1D-49E8-8EA3-D25FF7D8BA2E}" srcOrd="0" destOrd="0" parTransId="{52541170-81A6-4406-A502-B9702D17E9D9}" sibTransId="{228531F2-FC56-4E00-B4E5-3E4B02D89875}"/>
    <dgm:cxn modelId="{BEE32627-4D90-4CF7-BA55-E1E717B2D3A2}" srcId="{E64FEA6B-54C4-432D-84E9-DCD05C1283BE}" destId="{C471576D-9040-4B79-975F-33F0EA0E51BF}" srcOrd="4" destOrd="0" parTransId="{B7E27463-ED4B-4130-917F-C8F92CF68724}" sibTransId="{1B55D877-838C-4163-8F5B-A86935F80B87}"/>
    <dgm:cxn modelId="{1DA99233-F239-4BEC-A33A-6F1C55059137}" type="presOf" srcId="{C471576D-9040-4B79-975F-33F0EA0E51BF}" destId="{CF34BF03-09E1-4564-B0C9-FAD24282D336}" srcOrd="0" destOrd="0" presId="urn:microsoft.com/office/officeart/2005/8/layout/list1"/>
    <dgm:cxn modelId="{BB4A2A62-8F60-4AA7-88A8-7CB328DD846D}" type="presOf" srcId="{F439D61F-DE71-4885-8C48-D4842F56178C}" destId="{AE85CBFA-783D-412B-8F00-3032F79C9B24}" srcOrd="1" destOrd="0" presId="urn:microsoft.com/office/officeart/2005/8/layout/list1"/>
    <dgm:cxn modelId="{D20B4369-D8E8-4751-A124-060E892B2464}" srcId="{F439D61F-DE71-4885-8C48-D4842F56178C}" destId="{22F8D6D7-37BB-4B96-88DE-8722024B5DE8}" srcOrd="1" destOrd="0" parTransId="{60F7F4BC-0C90-4A3D-9152-9DF30A6F8FE3}" sibTransId="{F1083901-7976-4C20-8D7F-390FC18FF228}"/>
    <dgm:cxn modelId="{549DC36A-1CE6-4AB4-B56B-1CEBFF78D148}" type="presOf" srcId="{EBEF0E85-1CBA-4603-BB71-5F161D91DC15}" destId="{70992B7E-A62A-4D68-B2EE-CFAC34394A32}" srcOrd="0" destOrd="0" presId="urn:microsoft.com/office/officeart/2005/8/layout/list1"/>
    <dgm:cxn modelId="{CE78B852-FD1F-46FD-B044-5BF53F67C449}" srcId="{C471576D-9040-4B79-975F-33F0EA0E51BF}" destId="{60F5B562-905B-48BD-8A4A-B95972799E80}" srcOrd="0" destOrd="0" parTransId="{6E433F80-1282-4769-8472-29C1A42788C3}" sibTransId="{F3B3CD49-1E8E-459B-B3F5-9BD188FD5F69}"/>
    <dgm:cxn modelId="{11F66556-5DC7-4197-ABAA-0AA86E55DA34}" type="presOf" srcId="{00B32725-FAA0-458B-BC37-4AB763D3E3B2}" destId="{16FF2917-5214-4896-A54B-9976078CABAD}" srcOrd="0" destOrd="1" presId="urn:microsoft.com/office/officeart/2005/8/layout/list1"/>
    <dgm:cxn modelId="{A378C67A-67DD-46B3-B02F-3381A07BACD3}" type="presOf" srcId="{41310FB8-0F75-4D05-A3AB-268B1069ABF1}" destId="{3B2908EC-3152-42ED-8931-A4141E4F6F22}" srcOrd="1" destOrd="0" presId="urn:microsoft.com/office/officeart/2005/8/layout/list1"/>
    <dgm:cxn modelId="{2697797B-CB5B-4514-9638-26F32E04B2E1}" srcId="{EBEF0E85-1CBA-4603-BB71-5F161D91DC15}" destId="{00B32725-FAA0-458B-BC37-4AB763D3E3B2}" srcOrd="1" destOrd="0" parTransId="{34A87AF3-ACF1-4EE6-BB8D-9B91C2970EE4}" sibTransId="{AE02C4CB-7F8F-46E1-BE53-25F7233C5B4A}"/>
    <dgm:cxn modelId="{243D2883-1ABD-4461-9970-CBA2051A57B6}" srcId="{E64FEA6B-54C4-432D-84E9-DCD05C1283BE}" destId="{EBEF0E85-1CBA-4603-BB71-5F161D91DC15}" srcOrd="1" destOrd="0" parTransId="{57D730E2-716D-4C65-BBED-EA78D62E78B2}" sibTransId="{A482E71E-E73D-4601-9522-004086E2C0DB}"/>
    <dgm:cxn modelId="{8CE9408D-42FD-4466-B101-B8B16FD41A8F}" srcId="{F0BA5CA0-6D06-4977-BF5B-E6C5D7D0109D}" destId="{8933DE79-C1E4-4B80-B9F2-D1070417FB79}" srcOrd="0" destOrd="0" parTransId="{0FFE6365-5161-4B60-9AE5-105465AE55C0}" sibTransId="{E386579A-D65E-4B8C-8826-3163075E944E}"/>
    <dgm:cxn modelId="{49363A94-32AB-46CB-A4BB-9A6EE64D52C6}" srcId="{E64FEA6B-54C4-432D-84E9-DCD05C1283BE}" destId="{41310FB8-0F75-4D05-A3AB-268B1069ABF1}" srcOrd="3" destOrd="0" parTransId="{F5622EBA-AE7A-4880-85E5-83C3A817719C}" sibTransId="{E3E12226-7160-4C1C-B5B7-FCE2C28DD6D3}"/>
    <dgm:cxn modelId="{EA73199B-A2F6-442B-89D9-BEE0D9865B39}" type="presOf" srcId="{C471576D-9040-4B79-975F-33F0EA0E51BF}" destId="{1F109D8F-619C-4F06-9F61-E4A5B7C54D3E}" srcOrd="1" destOrd="0" presId="urn:microsoft.com/office/officeart/2005/8/layout/list1"/>
    <dgm:cxn modelId="{B5B660A9-9993-41E3-85B6-8D4DDA2D18DD}" type="presOf" srcId="{80DCD02B-3A1D-49E8-8EA3-D25FF7D8BA2E}" destId="{846E3938-D0A6-4F2C-B7E1-AFB2A149F466}" srcOrd="0" destOrd="0" presId="urn:microsoft.com/office/officeart/2005/8/layout/list1"/>
    <dgm:cxn modelId="{0114C5B7-AE03-4338-9417-B1CDA36EA288}" type="presOf" srcId="{EBEF0E85-1CBA-4603-BB71-5F161D91DC15}" destId="{A9E9E8F7-C641-4614-83C9-63AF35C2ACC3}" srcOrd="1" destOrd="0" presId="urn:microsoft.com/office/officeart/2005/8/layout/list1"/>
    <dgm:cxn modelId="{670F46B9-7BF9-4A06-8EEE-9DEFA011C5F7}" type="presOf" srcId="{F439D61F-DE71-4885-8C48-D4842F56178C}" destId="{8479E101-CAD8-41CF-8567-CE527D85B95F}" srcOrd="0" destOrd="0" presId="urn:microsoft.com/office/officeart/2005/8/layout/list1"/>
    <dgm:cxn modelId="{80114FBA-0315-4CA0-A0BC-DADE8250EF54}" type="presOf" srcId="{60F5B562-905B-48BD-8A4A-B95972799E80}" destId="{7DF82155-ED59-4778-ABB6-9DE41D676BAA}" srcOrd="0" destOrd="0" presId="urn:microsoft.com/office/officeart/2005/8/layout/list1"/>
    <dgm:cxn modelId="{FE0E84BA-1E17-4085-BA04-5308207B6C35}" type="presOf" srcId="{F0BA5CA0-6D06-4977-BF5B-E6C5D7D0109D}" destId="{89C38328-410D-40CC-8A5F-58706B316D36}" srcOrd="0" destOrd="0" presId="urn:microsoft.com/office/officeart/2005/8/layout/list1"/>
    <dgm:cxn modelId="{697E91C7-D677-40DA-8601-A87AC8B31B00}" type="presOf" srcId="{E28104C7-A6D0-45EA-8AC4-001114CB2939}" destId="{A3634CFA-804D-424A-B290-3E2BAE0CDB55}" srcOrd="0" destOrd="1" presId="urn:microsoft.com/office/officeart/2005/8/layout/list1"/>
    <dgm:cxn modelId="{3F59C3D0-B243-4740-9075-6D238CB9107C}" type="presOf" srcId="{8933DE79-C1E4-4B80-B9F2-D1070417FB79}" destId="{F31FE045-0815-4678-A7BC-D981DA192837}" srcOrd="0" destOrd="0" presId="urn:microsoft.com/office/officeart/2005/8/layout/list1"/>
    <dgm:cxn modelId="{4D749FD1-3C0C-4177-AB10-A0E53138670C}" type="presOf" srcId="{BF59A504-BA4C-499F-9877-331F9F4F15D5}" destId="{F31FE045-0815-4678-A7BC-D981DA192837}" srcOrd="0" destOrd="1" presId="urn:microsoft.com/office/officeart/2005/8/layout/list1"/>
    <dgm:cxn modelId="{218F89D3-29ED-4F2D-BE94-EC6E8553BCFD}" srcId="{F0BA5CA0-6D06-4977-BF5B-E6C5D7D0109D}" destId="{BF59A504-BA4C-499F-9877-331F9F4F15D5}" srcOrd="1" destOrd="0" parTransId="{D1AA85B3-B342-45BE-AA62-E4EA1699ADE3}" sibTransId="{5466CC96-E957-436C-8C81-24366707B637}"/>
    <dgm:cxn modelId="{4565C7DC-849A-4B3C-BCDC-55B44AB7D19A}" srcId="{41310FB8-0F75-4D05-A3AB-268B1069ABF1}" destId="{A8A0F255-ECCD-46FE-991B-270DC5C44ED4}" srcOrd="0" destOrd="0" parTransId="{97AED52C-968D-427C-A7BA-3F62561BCD76}" sibTransId="{D028BE01-E979-4A3A-AD2E-BC7AA88D2165}"/>
    <dgm:cxn modelId="{57B07AEC-4FF8-4F95-9F76-E9018C860801}" srcId="{EBEF0E85-1CBA-4603-BB71-5F161D91DC15}" destId="{34FDB0B4-FC4E-4880-8CB1-76F119D0959F}" srcOrd="0" destOrd="0" parTransId="{273C257C-71B0-4CA7-9B0F-3BB3AC7A486E}" sibTransId="{6C00199D-DAB5-479E-ADE8-604D87972125}"/>
    <dgm:cxn modelId="{C1AA19F1-515F-4DF5-9DBE-FABF57705AE6}" srcId="{41310FB8-0F75-4D05-A3AB-268B1069ABF1}" destId="{E28104C7-A6D0-45EA-8AC4-001114CB2939}" srcOrd="1" destOrd="0" parTransId="{78EA7A6B-C7FB-47CC-B2DB-797833CF2F3D}" sibTransId="{7530D9AD-FD89-44C4-A1B8-6B29E30B212A}"/>
    <dgm:cxn modelId="{3C8C65F4-C590-4499-9DBF-CB4AAA4513C8}" type="presOf" srcId="{A8A0F255-ECCD-46FE-991B-270DC5C44ED4}" destId="{A3634CFA-804D-424A-B290-3E2BAE0CDB55}" srcOrd="0" destOrd="0" presId="urn:microsoft.com/office/officeart/2005/8/layout/list1"/>
    <dgm:cxn modelId="{744AC1F5-7701-4539-9310-865BC5FD1CD5}" type="presOf" srcId="{E64FEA6B-54C4-432D-84E9-DCD05C1283BE}" destId="{DFB170FB-1A0F-4F9F-ADA0-B012C4424DD7}" srcOrd="0" destOrd="0" presId="urn:microsoft.com/office/officeart/2005/8/layout/list1"/>
    <dgm:cxn modelId="{24D8A1F9-2E3F-4EC4-81F2-F2C2B4572F10}" type="presOf" srcId="{41310FB8-0F75-4D05-A3AB-268B1069ABF1}" destId="{611A63AA-6421-4556-9A80-409EC4942287}" srcOrd="0" destOrd="0" presId="urn:microsoft.com/office/officeart/2005/8/layout/list1"/>
    <dgm:cxn modelId="{B97C5197-F53F-40CD-9AE8-45EDBDD7F8C1}" type="presParOf" srcId="{DFB170FB-1A0F-4F9F-ADA0-B012C4424DD7}" destId="{5A7FBFA9-104F-4741-96C7-B765976842D7}" srcOrd="0" destOrd="0" presId="urn:microsoft.com/office/officeart/2005/8/layout/list1"/>
    <dgm:cxn modelId="{5ADC690C-066C-4998-9ECE-88FB74DE89D4}" type="presParOf" srcId="{5A7FBFA9-104F-4741-96C7-B765976842D7}" destId="{89C38328-410D-40CC-8A5F-58706B316D36}" srcOrd="0" destOrd="0" presId="urn:microsoft.com/office/officeart/2005/8/layout/list1"/>
    <dgm:cxn modelId="{50A614DF-9D54-4F45-AC0D-DBC4E2F1B1E5}" type="presParOf" srcId="{5A7FBFA9-104F-4741-96C7-B765976842D7}" destId="{96394CE7-35C7-4506-BC49-10072EB7727E}" srcOrd="1" destOrd="0" presId="urn:microsoft.com/office/officeart/2005/8/layout/list1"/>
    <dgm:cxn modelId="{92A5DD14-D7C8-480C-85DC-913651A2B8B6}" type="presParOf" srcId="{DFB170FB-1A0F-4F9F-ADA0-B012C4424DD7}" destId="{5B09629F-7C9B-458E-8A3D-1B1ED26AF985}" srcOrd="1" destOrd="0" presId="urn:microsoft.com/office/officeart/2005/8/layout/list1"/>
    <dgm:cxn modelId="{E57A65C4-DA48-4DDF-A558-41BE2F4932B2}" type="presParOf" srcId="{DFB170FB-1A0F-4F9F-ADA0-B012C4424DD7}" destId="{F31FE045-0815-4678-A7BC-D981DA192837}" srcOrd="2" destOrd="0" presId="urn:microsoft.com/office/officeart/2005/8/layout/list1"/>
    <dgm:cxn modelId="{A0A78B8C-1E3C-4B4C-ADB0-AB68B151F235}" type="presParOf" srcId="{DFB170FB-1A0F-4F9F-ADA0-B012C4424DD7}" destId="{7A798DF3-0766-4EB6-9B89-84A6C9B5C54C}" srcOrd="3" destOrd="0" presId="urn:microsoft.com/office/officeart/2005/8/layout/list1"/>
    <dgm:cxn modelId="{5CE5B924-6E0C-4E2D-90B5-6E2518F8B653}" type="presParOf" srcId="{DFB170FB-1A0F-4F9F-ADA0-B012C4424DD7}" destId="{9F1F1037-6481-4629-80B6-4065ACF95400}" srcOrd="4" destOrd="0" presId="urn:microsoft.com/office/officeart/2005/8/layout/list1"/>
    <dgm:cxn modelId="{CAC53865-B092-4094-B982-A2C142020594}" type="presParOf" srcId="{9F1F1037-6481-4629-80B6-4065ACF95400}" destId="{70992B7E-A62A-4D68-B2EE-CFAC34394A32}" srcOrd="0" destOrd="0" presId="urn:microsoft.com/office/officeart/2005/8/layout/list1"/>
    <dgm:cxn modelId="{0E579988-9B11-4C8B-9400-F8EB2E8B79F8}" type="presParOf" srcId="{9F1F1037-6481-4629-80B6-4065ACF95400}" destId="{A9E9E8F7-C641-4614-83C9-63AF35C2ACC3}" srcOrd="1" destOrd="0" presId="urn:microsoft.com/office/officeart/2005/8/layout/list1"/>
    <dgm:cxn modelId="{1BAFDF85-D987-4451-9275-9E03E3711DE9}" type="presParOf" srcId="{DFB170FB-1A0F-4F9F-ADA0-B012C4424DD7}" destId="{A95B8FE0-8E7B-46CB-8228-108437E339C6}" srcOrd="5" destOrd="0" presId="urn:microsoft.com/office/officeart/2005/8/layout/list1"/>
    <dgm:cxn modelId="{CA2D6AA4-374B-4349-9274-7F44A516563D}" type="presParOf" srcId="{DFB170FB-1A0F-4F9F-ADA0-B012C4424DD7}" destId="{16FF2917-5214-4896-A54B-9976078CABAD}" srcOrd="6" destOrd="0" presId="urn:microsoft.com/office/officeart/2005/8/layout/list1"/>
    <dgm:cxn modelId="{70CD9B0A-3EF6-4100-B9F3-E7F39EEC527B}" type="presParOf" srcId="{DFB170FB-1A0F-4F9F-ADA0-B012C4424DD7}" destId="{1DE7ED44-39B4-45C9-9DFC-78D3D49FA8A3}" srcOrd="7" destOrd="0" presId="urn:microsoft.com/office/officeart/2005/8/layout/list1"/>
    <dgm:cxn modelId="{AADB087A-EA2E-4953-9692-04E5756793BF}" type="presParOf" srcId="{DFB170FB-1A0F-4F9F-ADA0-B012C4424DD7}" destId="{9F09BE3D-6540-4736-A096-3D67952DB8C9}" srcOrd="8" destOrd="0" presId="urn:microsoft.com/office/officeart/2005/8/layout/list1"/>
    <dgm:cxn modelId="{8C974785-91F3-4E0A-9B49-835577CA5303}" type="presParOf" srcId="{9F09BE3D-6540-4736-A096-3D67952DB8C9}" destId="{8479E101-CAD8-41CF-8567-CE527D85B95F}" srcOrd="0" destOrd="0" presId="urn:microsoft.com/office/officeart/2005/8/layout/list1"/>
    <dgm:cxn modelId="{C7D2BCF7-F3BD-418C-BE4D-7C7D18089B17}" type="presParOf" srcId="{9F09BE3D-6540-4736-A096-3D67952DB8C9}" destId="{AE85CBFA-783D-412B-8F00-3032F79C9B24}" srcOrd="1" destOrd="0" presId="urn:microsoft.com/office/officeart/2005/8/layout/list1"/>
    <dgm:cxn modelId="{3407528B-7FB7-4642-943E-309AE67E0E30}" type="presParOf" srcId="{DFB170FB-1A0F-4F9F-ADA0-B012C4424DD7}" destId="{3A3A4394-B251-4321-A756-62227F0E2B59}" srcOrd="9" destOrd="0" presId="urn:microsoft.com/office/officeart/2005/8/layout/list1"/>
    <dgm:cxn modelId="{B0983431-7493-4C1E-8C34-95BB3010CB58}" type="presParOf" srcId="{DFB170FB-1A0F-4F9F-ADA0-B012C4424DD7}" destId="{846E3938-D0A6-4F2C-B7E1-AFB2A149F466}" srcOrd="10" destOrd="0" presId="urn:microsoft.com/office/officeart/2005/8/layout/list1"/>
    <dgm:cxn modelId="{3E610A82-B499-4CF7-8EE0-DE75435D1A58}" type="presParOf" srcId="{DFB170FB-1A0F-4F9F-ADA0-B012C4424DD7}" destId="{2B135C1D-0DB1-47DA-9314-BE98DD65AF34}" srcOrd="11" destOrd="0" presId="urn:microsoft.com/office/officeart/2005/8/layout/list1"/>
    <dgm:cxn modelId="{B608223D-B6E1-4377-AE4C-86B21F91A33B}" type="presParOf" srcId="{DFB170FB-1A0F-4F9F-ADA0-B012C4424DD7}" destId="{AB1549BC-FF51-436C-BEF3-27233FBD1888}" srcOrd="12" destOrd="0" presId="urn:microsoft.com/office/officeart/2005/8/layout/list1"/>
    <dgm:cxn modelId="{EA9E86B9-67E7-4A63-BCAF-F0C8FD06FE2E}" type="presParOf" srcId="{AB1549BC-FF51-436C-BEF3-27233FBD1888}" destId="{611A63AA-6421-4556-9A80-409EC4942287}" srcOrd="0" destOrd="0" presId="urn:microsoft.com/office/officeart/2005/8/layout/list1"/>
    <dgm:cxn modelId="{3B207273-6B8C-4B1F-A2E0-BB63A173C4FF}" type="presParOf" srcId="{AB1549BC-FF51-436C-BEF3-27233FBD1888}" destId="{3B2908EC-3152-42ED-8931-A4141E4F6F22}" srcOrd="1" destOrd="0" presId="urn:microsoft.com/office/officeart/2005/8/layout/list1"/>
    <dgm:cxn modelId="{EECD5D29-8E80-4936-BAD6-F336A5B05A18}" type="presParOf" srcId="{DFB170FB-1A0F-4F9F-ADA0-B012C4424DD7}" destId="{DDA70057-69DF-4DB3-AA6E-236B6A8E139E}" srcOrd="13" destOrd="0" presId="urn:microsoft.com/office/officeart/2005/8/layout/list1"/>
    <dgm:cxn modelId="{308B0610-B5E0-45B8-92EA-AE89D00F7FB0}" type="presParOf" srcId="{DFB170FB-1A0F-4F9F-ADA0-B012C4424DD7}" destId="{A3634CFA-804D-424A-B290-3E2BAE0CDB55}" srcOrd="14" destOrd="0" presId="urn:microsoft.com/office/officeart/2005/8/layout/list1"/>
    <dgm:cxn modelId="{751D230B-4093-42FC-946F-BE9C7BCD15DC}" type="presParOf" srcId="{DFB170FB-1A0F-4F9F-ADA0-B012C4424DD7}" destId="{2D5A687E-0B26-46CE-B04E-C1C074F253B6}" srcOrd="15" destOrd="0" presId="urn:microsoft.com/office/officeart/2005/8/layout/list1"/>
    <dgm:cxn modelId="{A1E825AC-EEB0-44D9-9562-E17EFC467264}" type="presParOf" srcId="{DFB170FB-1A0F-4F9F-ADA0-B012C4424DD7}" destId="{A73C098C-1431-4D85-BC0A-B81EF594E677}" srcOrd="16" destOrd="0" presId="urn:microsoft.com/office/officeart/2005/8/layout/list1"/>
    <dgm:cxn modelId="{F5FC67A2-E52A-4333-80CB-22E5550BFE98}" type="presParOf" srcId="{A73C098C-1431-4D85-BC0A-B81EF594E677}" destId="{CF34BF03-09E1-4564-B0C9-FAD24282D336}" srcOrd="0" destOrd="0" presId="urn:microsoft.com/office/officeart/2005/8/layout/list1"/>
    <dgm:cxn modelId="{014F023F-B541-46C7-82A5-556D51351E52}" type="presParOf" srcId="{A73C098C-1431-4D85-BC0A-B81EF594E677}" destId="{1F109D8F-619C-4F06-9F61-E4A5B7C54D3E}" srcOrd="1" destOrd="0" presId="urn:microsoft.com/office/officeart/2005/8/layout/list1"/>
    <dgm:cxn modelId="{9C18F96D-42BE-466C-A7B4-4789C9F1DFD7}" type="presParOf" srcId="{DFB170FB-1A0F-4F9F-ADA0-B012C4424DD7}" destId="{B7ABAE16-FBCC-4FB8-B107-EC0551103286}" srcOrd="17" destOrd="0" presId="urn:microsoft.com/office/officeart/2005/8/layout/list1"/>
    <dgm:cxn modelId="{4C3068F3-5BEF-4368-8EB8-C701BD0F011B}" type="presParOf" srcId="{DFB170FB-1A0F-4F9F-ADA0-B012C4424DD7}" destId="{7DF82155-ED59-4778-ABB6-9DE41D676BAA}"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696C971-89AD-4766-B92E-889ABC3B699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AE8CB023-567F-444A-9953-8F230634D48B}">
      <dgm:prSet/>
      <dgm:spPr/>
      <dgm:t>
        <a:bodyPr/>
        <a:lstStyle/>
        <a:p>
          <a:r>
            <a:rPr lang="en-US" b="1"/>
            <a:t>Quality Assurance</a:t>
          </a:r>
          <a:endParaRPr lang="en-US"/>
        </a:p>
      </dgm:t>
    </dgm:pt>
    <dgm:pt modelId="{4307FBB3-0294-4AAB-87C9-A5D77DE05E68}" type="parTrans" cxnId="{CC6CE280-8418-45FC-B4F2-3AB24E65B859}">
      <dgm:prSet/>
      <dgm:spPr/>
      <dgm:t>
        <a:bodyPr/>
        <a:lstStyle/>
        <a:p>
          <a:endParaRPr lang="en-US"/>
        </a:p>
      </dgm:t>
    </dgm:pt>
    <dgm:pt modelId="{17B9252D-3EC2-46B6-8B5D-0998003A4ABD}" type="sibTrans" cxnId="{CC6CE280-8418-45FC-B4F2-3AB24E65B859}">
      <dgm:prSet/>
      <dgm:spPr/>
      <dgm:t>
        <a:bodyPr/>
        <a:lstStyle/>
        <a:p>
          <a:endParaRPr lang="en-US"/>
        </a:p>
      </dgm:t>
    </dgm:pt>
    <dgm:pt modelId="{873BF313-70F6-4EAD-B354-5C05CB323821}">
      <dgm:prSet/>
      <dgm:spPr/>
      <dgm:t>
        <a:bodyPr/>
        <a:lstStyle/>
        <a:p>
          <a:r>
            <a:rPr lang="en-US"/>
            <a:t>Ensure deliverables meet quality and compliance standards</a:t>
          </a:r>
        </a:p>
      </dgm:t>
    </dgm:pt>
    <dgm:pt modelId="{E086E0D8-7519-4E3D-A028-86DBEF825D13}" type="parTrans" cxnId="{908AC744-0039-4D2F-9A86-730F0B8D6FBF}">
      <dgm:prSet/>
      <dgm:spPr/>
      <dgm:t>
        <a:bodyPr/>
        <a:lstStyle/>
        <a:p>
          <a:endParaRPr lang="en-US"/>
        </a:p>
      </dgm:t>
    </dgm:pt>
    <dgm:pt modelId="{9808F0CC-405D-49BD-8BB8-7F3E44ABAE71}" type="sibTrans" cxnId="{908AC744-0039-4D2F-9A86-730F0B8D6FBF}">
      <dgm:prSet/>
      <dgm:spPr/>
      <dgm:t>
        <a:bodyPr/>
        <a:lstStyle/>
        <a:p>
          <a:endParaRPr lang="en-US"/>
        </a:p>
      </dgm:t>
    </dgm:pt>
    <dgm:pt modelId="{6D66393B-5B85-4197-87FB-C03FBD6A2A1D}">
      <dgm:prSet/>
      <dgm:spPr/>
      <dgm:t>
        <a:bodyPr/>
        <a:lstStyle/>
        <a:p>
          <a:r>
            <a:rPr lang="en-US" b="1"/>
            <a:t>Vendor and Third-Party Management</a:t>
          </a:r>
          <a:endParaRPr lang="en-US"/>
        </a:p>
      </dgm:t>
    </dgm:pt>
    <dgm:pt modelId="{B7118533-EA5F-4B1D-8797-CB1DCE9ED865}" type="parTrans" cxnId="{C3EF3A1B-AFBB-4FB1-A1B5-D3748EF819C5}">
      <dgm:prSet/>
      <dgm:spPr/>
      <dgm:t>
        <a:bodyPr/>
        <a:lstStyle/>
        <a:p>
          <a:endParaRPr lang="en-US"/>
        </a:p>
      </dgm:t>
    </dgm:pt>
    <dgm:pt modelId="{248DE012-90A6-4997-BD8A-F8DF967D96A1}" type="sibTrans" cxnId="{C3EF3A1B-AFBB-4FB1-A1B5-D3748EF819C5}">
      <dgm:prSet/>
      <dgm:spPr/>
      <dgm:t>
        <a:bodyPr/>
        <a:lstStyle/>
        <a:p>
          <a:endParaRPr lang="en-US"/>
        </a:p>
      </dgm:t>
    </dgm:pt>
    <dgm:pt modelId="{028A39C2-8C8D-4F38-9BCD-339B29BE2B8D}">
      <dgm:prSet/>
      <dgm:spPr/>
      <dgm:t>
        <a:bodyPr/>
        <a:lstStyle/>
        <a:p>
          <a:r>
            <a:rPr lang="en-US"/>
            <a:t>Coordinate with external vendors and monitor service delivery</a:t>
          </a:r>
        </a:p>
      </dgm:t>
    </dgm:pt>
    <dgm:pt modelId="{FE412C43-909F-4A3D-AF48-2484158D539B}" type="parTrans" cxnId="{2AD5E7FA-9BE1-4D5D-ABE3-C2D51F466563}">
      <dgm:prSet/>
      <dgm:spPr/>
      <dgm:t>
        <a:bodyPr/>
        <a:lstStyle/>
        <a:p>
          <a:endParaRPr lang="en-US"/>
        </a:p>
      </dgm:t>
    </dgm:pt>
    <dgm:pt modelId="{CA7C3F2C-9817-4601-BD7E-EBFA7B5CF343}" type="sibTrans" cxnId="{2AD5E7FA-9BE1-4D5D-ABE3-C2D51F466563}">
      <dgm:prSet/>
      <dgm:spPr/>
      <dgm:t>
        <a:bodyPr/>
        <a:lstStyle/>
        <a:p>
          <a:endParaRPr lang="en-US"/>
        </a:p>
      </dgm:t>
    </dgm:pt>
    <dgm:pt modelId="{A8CB69E8-C7EA-4497-8814-58F0192DC5DD}">
      <dgm:prSet/>
      <dgm:spPr/>
      <dgm:t>
        <a:bodyPr/>
        <a:lstStyle/>
        <a:p>
          <a:r>
            <a:rPr lang="en-US" b="1"/>
            <a:t>Risk and Issue Management</a:t>
          </a:r>
          <a:endParaRPr lang="en-US"/>
        </a:p>
      </dgm:t>
    </dgm:pt>
    <dgm:pt modelId="{E37AE15D-A43D-41FC-BB96-B16BE4CA4AF1}" type="parTrans" cxnId="{60D18C6F-9AB7-4486-B8A8-1AB854D70DA4}">
      <dgm:prSet/>
      <dgm:spPr/>
      <dgm:t>
        <a:bodyPr/>
        <a:lstStyle/>
        <a:p>
          <a:endParaRPr lang="en-US"/>
        </a:p>
      </dgm:t>
    </dgm:pt>
    <dgm:pt modelId="{7055AF5B-00A3-45DF-8BF1-4A128670F5A1}" type="sibTrans" cxnId="{60D18C6F-9AB7-4486-B8A8-1AB854D70DA4}">
      <dgm:prSet/>
      <dgm:spPr/>
      <dgm:t>
        <a:bodyPr/>
        <a:lstStyle/>
        <a:p>
          <a:endParaRPr lang="en-US"/>
        </a:p>
      </dgm:t>
    </dgm:pt>
    <dgm:pt modelId="{858F2882-DA63-47D5-99E1-4E6493F9C1AB}">
      <dgm:prSet/>
      <dgm:spPr/>
      <dgm:t>
        <a:bodyPr/>
        <a:lstStyle/>
        <a:p>
          <a:r>
            <a:rPr lang="en-US"/>
            <a:t>Identify potential risks and implement mitigation strategies</a:t>
          </a:r>
        </a:p>
      </dgm:t>
    </dgm:pt>
    <dgm:pt modelId="{7F3F9B46-2FD3-4827-BD51-F35FE18E86F4}" type="parTrans" cxnId="{290987C0-970F-4ABC-87DF-86A74DE3C8E9}">
      <dgm:prSet/>
      <dgm:spPr/>
      <dgm:t>
        <a:bodyPr/>
        <a:lstStyle/>
        <a:p>
          <a:endParaRPr lang="en-US"/>
        </a:p>
      </dgm:t>
    </dgm:pt>
    <dgm:pt modelId="{27104D81-7315-41D3-86C4-7C206871F8F2}" type="sibTrans" cxnId="{290987C0-970F-4ABC-87DF-86A74DE3C8E9}">
      <dgm:prSet/>
      <dgm:spPr/>
      <dgm:t>
        <a:bodyPr/>
        <a:lstStyle/>
        <a:p>
          <a:endParaRPr lang="en-US"/>
        </a:p>
      </dgm:t>
    </dgm:pt>
    <dgm:pt modelId="{F22F81A5-89BB-4C4F-803A-5DE40586275C}">
      <dgm:prSet/>
      <dgm:spPr/>
      <dgm:t>
        <a:bodyPr/>
        <a:lstStyle/>
        <a:p>
          <a:r>
            <a:rPr lang="en-US" b="1"/>
            <a:t>Project Closure</a:t>
          </a:r>
          <a:endParaRPr lang="en-US"/>
        </a:p>
      </dgm:t>
    </dgm:pt>
    <dgm:pt modelId="{0A633E55-C215-426F-8FE8-5E06CDF437D8}" type="parTrans" cxnId="{92D7B32E-EC22-4C67-BF43-BCF6FE9A7D0A}">
      <dgm:prSet/>
      <dgm:spPr/>
      <dgm:t>
        <a:bodyPr/>
        <a:lstStyle/>
        <a:p>
          <a:endParaRPr lang="en-US"/>
        </a:p>
      </dgm:t>
    </dgm:pt>
    <dgm:pt modelId="{380EF206-A997-46FC-AABE-071AF299873E}" type="sibTrans" cxnId="{92D7B32E-EC22-4C67-BF43-BCF6FE9A7D0A}">
      <dgm:prSet/>
      <dgm:spPr/>
      <dgm:t>
        <a:bodyPr/>
        <a:lstStyle/>
        <a:p>
          <a:endParaRPr lang="en-US"/>
        </a:p>
      </dgm:t>
    </dgm:pt>
    <dgm:pt modelId="{59255449-30ED-4419-84A8-FB0A84106BC5}">
      <dgm:prSet/>
      <dgm:spPr/>
      <dgm:t>
        <a:bodyPr/>
        <a:lstStyle/>
        <a:p>
          <a:r>
            <a:rPr lang="en-US"/>
            <a:t>Ensure final delivery, documentation, and lessons learned</a:t>
          </a:r>
        </a:p>
      </dgm:t>
    </dgm:pt>
    <dgm:pt modelId="{FC586683-F0EB-4109-879C-0E23D18BB2EF}" type="parTrans" cxnId="{F29910BB-FDFF-4316-8313-E67FDDBD3956}">
      <dgm:prSet/>
      <dgm:spPr/>
      <dgm:t>
        <a:bodyPr/>
        <a:lstStyle/>
        <a:p>
          <a:endParaRPr lang="en-US"/>
        </a:p>
      </dgm:t>
    </dgm:pt>
    <dgm:pt modelId="{B3374FAA-823F-4A3D-8512-4762AA27C4A9}" type="sibTrans" cxnId="{F29910BB-FDFF-4316-8313-E67FDDBD3956}">
      <dgm:prSet/>
      <dgm:spPr/>
      <dgm:t>
        <a:bodyPr/>
        <a:lstStyle/>
        <a:p>
          <a:endParaRPr lang="en-US"/>
        </a:p>
      </dgm:t>
    </dgm:pt>
    <dgm:pt modelId="{D0A456B7-AF62-4CB1-8ED4-FA01F35A9ACE}">
      <dgm:prSet/>
      <dgm:spPr/>
      <dgm:t>
        <a:bodyPr/>
        <a:lstStyle/>
        <a:p>
          <a:r>
            <a:rPr lang="en-US" b="1"/>
            <a:t>Change Management</a:t>
          </a:r>
          <a:endParaRPr lang="en-US"/>
        </a:p>
      </dgm:t>
    </dgm:pt>
    <dgm:pt modelId="{1B92FC4F-B4E5-4C52-B680-C7348EECD263}" type="parTrans" cxnId="{A10ADCE0-CF2E-4982-AA75-902B77975F6C}">
      <dgm:prSet/>
      <dgm:spPr/>
      <dgm:t>
        <a:bodyPr/>
        <a:lstStyle/>
        <a:p>
          <a:endParaRPr lang="en-US"/>
        </a:p>
      </dgm:t>
    </dgm:pt>
    <dgm:pt modelId="{33947E29-B952-403D-BB41-3F8CA204B754}" type="sibTrans" cxnId="{A10ADCE0-CF2E-4982-AA75-902B77975F6C}">
      <dgm:prSet/>
      <dgm:spPr/>
      <dgm:t>
        <a:bodyPr/>
        <a:lstStyle/>
        <a:p>
          <a:endParaRPr lang="en-US"/>
        </a:p>
      </dgm:t>
    </dgm:pt>
    <dgm:pt modelId="{BFB3F826-8BBB-4885-AA8E-AE4D55660F2D}">
      <dgm:prSet/>
      <dgm:spPr/>
      <dgm:t>
        <a:bodyPr/>
        <a:lstStyle/>
        <a:p>
          <a:r>
            <a:rPr lang="en-US"/>
            <a:t>Handle scope changes and guide teams through transitions</a:t>
          </a:r>
        </a:p>
      </dgm:t>
    </dgm:pt>
    <dgm:pt modelId="{43CB5F24-C312-4566-A5B0-F17AD87DC7C9}" type="parTrans" cxnId="{6ACB6BB0-F9C4-414D-BF31-0C81EFB6B3A7}">
      <dgm:prSet/>
      <dgm:spPr/>
      <dgm:t>
        <a:bodyPr/>
        <a:lstStyle/>
        <a:p>
          <a:endParaRPr lang="en-US"/>
        </a:p>
      </dgm:t>
    </dgm:pt>
    <dgm:pt modelId="{20D5C7C2-9D08-422D-ADD4-E3D125CAAF00}" type="sibTrans" cxnId="{6ACB6BB0-F9C4-414D-BF31-0C81EFB6B3A7}">
      <dgm:prSet/>
      <dgm:spPr/>
      <dgm:t>
        <a:bodyPr/>
        <a:lstStyle/>
        <a:p>
          <a:endParaRPr lang="en-US"/>
        </a:p>
      </dgm:t>
    </dgm:pt>
    <dgm:pt modelId="{53C55808-B027-45AA-97D1-B3D0B76A9DC8}" type="pres">
      <dgm:prSet presAssocID="{1696C971-89AD-4766-B92E-889ABC3B6999}" presName="linear" presStyleCnt="0">
        <dgm:presLayoutVars>
          <dgm:animLvl val="lvl"/>
          <dgm:resizeHandles val="exact"/>
        </dgm:presLayoutVars>
      </dgm:prSet>
      <dgm:spPr/>
    </dgm:pt>
    <dgm:pt modelId="{B4595DD5-3617-43FC-A4B0-475AA1E3AA83}" type="pres">
      <dgm:prSet presAssocID="{AE8CB023-567F-444A-9953-8F230634D48B}" presName="parentText" presStyleLbl="node1" presStyleIdx="0" presStyleCnt="6">
        <dgm:presLayoutVars>
          <dgm:chMax val="0"/>
          <dgm:bulletEnabled val="1"/>
        </dgm:presLayoutVars>
      </dgm:prSet>
      <dgm:spPr/>
    </dgm:pt>
    <dgm:pt modelId="{97E08E5C-D128-4B2D-8441-4CE5F704FA0C}" type="pres">
      <dgm:prSet presAssocID="{AE8CB023-567F-444A-9953-8F230634D48B}" presName="childText" presStyleLbl="revTx" presStyleIdx="0" presStyleCnt="4">
        <dgm:presLayoutVars>
          <dgm:bulletEnabled val="1"/>
        </dgm:presLayoutVars>
      </dgm:prSet>
      <dgm:spPr/>
    </dgm:pt>
    <dgm:pt modelId="{2C2201F9-7DB9-47E6-861B-E8B81310A3D7}" type="pres">
      <dgm:prSet presAssocID="{6D66393B-5B85-4197-87FB-C03FBD6A2A1D}" presName="parentText" presStyleLbl="node1" presStyleIdx="1" presStyleCnt="6">
        <dgm:presLayoutVars>
          <dgm:chMax val="0"/>
          <dgm:bulletEnabled val="1"/>
        </dgm:presLayoutVars>
      </dgm:prSet>
      <dgm:spPr/>
    </dgm:pt>
    <dgm:pt modelId="{542AEABE-4078-40C4-B64C-CF8E26136BC2}" type="pres">
      <dgm:prSet presAssocID="{6D66393B-5B85-4197-87FB-C03FBD6A2A1D}" presName="childText" presStyleLbl="revTx" presStyleIdx="1" presStyleCnt="4">
        <dgm:presLayoutVars>
          <dgm:bulletEnabled val="1"/>
        </dgm:presLayoutVars>
      </dgm:prSet>
      <dgm:spPr/>
    </dgm:pt>
    <dgm:pt modelId="{1F8532D4-1BFE-4C5D-9239-1DDA878FF2F3}" type="pres">
      <dgm:prSet presAssocID="{A8CB69E8-C7EA-4497-8814-58F0192DC5DD}" presName="parentText" presStyleLbl="node1" presStyleIdx="2" presStyleCnt="6">
        <dgm:presLayoutVars>
          <dgm:chMax val="0"/>
          <dgm:bulletEnabled val="1"/>
        </dgm:presLayoutVars>
      </dgm:prSet>
      <dgm:spPr/>
    </dgm:pt>
    <dgm:pt modelId="{4EB5F19E-39CA-4C1C-9DFB-897A5F4A1225}" type="pres">
      <dgm:prSet presAssocID="{A8CB69E8-C7EA-4497-8814-58F0192DC5DD}" presName="childText" presStyleLbl="revTx" presStyleIdx="2" presStyleCnt="4">
        <dgm:presLayoutVars>
          <dgm:bulletEnabled val="1"/>
        </dgm:presLayoutVars>
      </dgm:prSet>
      <dgm:spPr/>
    </dgm:pt>
    <dgm:pt modelId="{CC5DCB35-662A-40CA-B931-807C570B1954}" type="pres">
      <dgm:prSet presAssocID="{F22F81A5-89BB-4C4F-803A-5DE40586275C}" presName="parentText" presStyleLbl="node1" presStyleIdx="3" presStyleCnt="6">
        <dgm:presLayoutVars>
          <dgm:chMax val="0"/>
          <dgm:bulletEnabled val="1"/>
        </dgm:presLayoutVars>
      </dgm:prSet>
      <dgm:spPr/>
    </dgm:pt>
    <dgm:pt modelId="{F67B9123-24C1-4DCC-B64B-30279031E0FC}" type="pres">
      <dgm:prSet presAssocID="{F22F81A5-89BB-4C4F-803A-5DE40586275C}" presName="childText" presStyleLbl="revTx" presStyleIdx="3" presStyleCnt="4">
        <dgm:presLayoutVars>
          <dgm:bulletEnabled val="1"/>
        </dgm:presLayoutVars>
      </dgm:prSet>
      <dgm:spPr/>
    </dgm:pt>
    <dgm:pt modelId="{42F79892-B494-497D-AF13-23CC215F16EC}" type="pres">
      <dgm:prSet presAssocID="{D0A456B7-AF62-4CB1-8ED4-FA01F35A9ACE}" presName="parentText" presStyleLbl="node1" presStyleIdx="4" presStyleCnt="6">
        <dgm:presLayoutVars>
          <dgm:chMax val="0"/>
          <dgm:bulletEnabled val="1"/>
        </dgm:presLayoutVars>
      </dgm:prSet>
      <dgm:spPr/>
    </dgm:pt>
    <dgm:pt modelId="{04D0D131-B124-4C97-81C3-49D0213F4FEB}" type="pres">
      <dgm:prSet presAssocID="{33947E29-B952-403D-BB41-3F8CA204B754}" presName="spacer" presStyleCnt="0"/>
      <dgm:spPr/>
    </dgm:pt>
    <dgm:pt modelId="{8C7AB024-9231-4EA5-96BD-5A06046E4A4B}" type="pres">
      <dgm:prSet presAssocID="{BFB3F826-8BBB-4885-AA8E-AE4D55660F2D}" presName="parentText" presStyleLbl="node1" presStyleIdx="5" presStyleCnt="6">
        <dgm:presLayoutVars>
          <dgm:chMax val="0"/>
          <dgm:bulletEnabled val="1"/>
        </dgm:presLayoutVars>
      </dgm:prSet>
      <dgm:spPr/>
    </dgm:pt>
  </dgm:ptLst>
  <dgm:cxnLst>
    <dgm:cxn modelId="{6CB2A810-1979-41AF-9569-633284C29709}" type="presOf" srcId="{858F2882-DA63-47D5-99E1-4E6493F9C1AB}" destId="{4EB5F19E-39CA-4C1C-9DFB-897A5F4A1225}" srcOrd="0" destOrd="0" presId="urn:microsoft.com/office/officeart/2005/8/layout/vList2"/>
    <dgm:cxn modelId="{A09F0812-C266-47B0-B72C-8E9D49CFC5D1}" type="presOf" srcId="{A8CB69E8-C7EA-4497-8814-58F0192DC5DD}" destId="{1F8532D4-1BFE-4C5D-9239-1DDA878FF2F3}" srcOrd="0" destOrd="0" presId="urn:microsoft.com/office/officeart/2005/8/layout/vList2"/>
    <dgm:cxn modelId="{C3EF3A1B-AFBB-4FB1-A1B5-D3748EF819C5}" srcId="{1696C971-89AD-4766-B92E-889ABC3B6999}" destId="{6D66393B-5B85-4197-87FB-C03FBD6A2A1D}" srcOrd="1" destOrd="0" parTransId="{B7118533-EA5F-4B1D-8797-CB1DCE9ED865}" sibTransId="{248DE012-90A6-4997-BD8A-F8DF967D96A1}"/>
    <dgm:cxn modelId="{58339423-19BC-4554-9124-E9D2BE53C8A6}" type="presOf" srcId="{BFB3F826-8BBB-4885-AA8E-AE4D55660F2D}" destId="{8C7AB024-9231-4EA5-96BD-5A06046E4A4B}" srcOrd="0" destOrd="0" presId="urn:microsoft.com/office/officeart/2005/8/layout/vList2"/>
    <dgm:cxn modelId="{FE85BA24-F2BA-4931-89B3-9CE60606F387}" type="presOf" srcId="{D0A456B7-AF62-4CB1-8ED4-FA01F35A9ACE}" destId="{42F79892-B494-497D-AF13-23CC215F16EC}" srcOrd="0" destOrd="0" presId="urn:microsoft.com/office/officeart/2005/8/layout/vList2"/>
    <dgm:cxn modelId="{B86A2D27-BAE4-4843-88CD-71EC52BF0B0D}" type="presOf" srcId="{F22F81A5-89BB-4C4F-803A-5DE40586275C}" destId="{CC5DCB35-662A-40CA-B931-807C570B1954}" srcOrd="0" destOrd="0" presId="urn:microsoft.com/office/officeart/2005/8/layout/vList2"/>
    <dgm:cxn modelId="{92D7B32E-EC22-4C67-BF43-BCF6FE9A7D0A}" srcId="{1696C971-89AD-4766-B92E-889ABC3B6999}" destId="{F22F81A5-89BB-4C4F-803A-5DE40586275C}" srcOrd="3" destOrd="0" parTransId="{0A633E55-C215-426F-8FE8-5E06CDF437D8}" sibTransId="{380EF206-A997-46FC-AABE-071AF299873E}"/>
    <dgm:cxn modelId="{ADE8293A-2642-4D2B-9365-C956CDBD8E0D}" type="presOf" srcId="{6D66393B-5B85-4197-87FB-C03FBD6A2A1D}" destId="{2C2201F9-7DB9-47E6-861B-E8B81310A3D7}" srcOrd="0" destOrd="0" presId="urn:microsoft.com/office/officeart/2005/8/layout/vList2"/>
    <dgm:cxn modelId="{7E759163-BD91-499D-94DB-1C80E35770C9}" type="presOf" srcId="{59255449-30ED-4419-84A8-FB0A84106BC5}" destId="{F67B9123-24C1-4DCC-B64B-30279031E0FC}" srcOrd="0" destOrd="0" presId="urn:microsoft.com/office/officeart/2005/8/layout/vList2"/>
    <dgm:cxn modelId="{908AC744-0039-4D2F-9A86-730F0B8D6FBF}" srcId="{AE8CB023-567F-444A-9953-8F230634D48B}" destId="{873BF313-70F6-4EAD-B354-5C05CB323821}" srcOrd="0" destOrd="0" parTransId="{E086E0D8-7519-4E3D-A028-86DBEF825D13}" sibTransId="{9808F0CC-405D-49BD-8BB8-7F3E44ABAE71}"/>
    <dgm:cxn modelId="{60D18C6F-9AB7-4486-B8A8-1AB854D70DA4}" srcId="{1696C971-89AD-4766-B92E-889ABC3B6999}" destId="{A8CB69E8-C7EA-4497-8814-58F0192DC5DD}" srcOrd="2" destOrd="0" parTransId="{E37AE15D-A43D-41FC-BB96-B16BE4CA4AF1}" sibTransId="{7055AF5B-00A3-45DF-8BF1-4A128670F5A1}"/>
    <dgm:cxn modelId="{6FE92059-27C6-4F85-85E7-015A90269CF1}" type="presOf" srcId="{873BF313-70F6-4EAD-B354-5C05CB323821}" destId="{97E08E5C-D128-4B2D-8441-4CE5F704FA0C}" srcOrd="0" destOrd="0" presId="urn:microsoft.com/office/officeart/2005/8/layout/vList2"/>
    <dgm:cxn modelId="{CC6CE280-8418-45FC-B4F2-3AB24E65B859}" srcId="{1696C971-89AD-4766-B92E-889ABC3B6999}" destId="{AE8CB023-567F-444A-9953-8F230634D48B}" srcOrd="0" destOrd="0" parTransId="{4307FBB3-0294-4AAB-87C9-A5D77DE05E68}" sibTransId="{17B9252D-3EC2-46B6-8B5D-0998003A4ABD}"/>
    <dgm:cxn modelId="{6ACB6BB0-F9C4-414D-BF31-0C81EFB6B3A7}" srcId="{1696C971-89AD-4766-B92E-889ABC3B6999}" destId="{BFB3F826-8BBB-4885-AA8E-AE4D55660F2D}" srcOrd="5" destOrd="0" parTransId="{43CB5F24-C312-4566-A5B0-F17AD87DC7C9}" sibTransId="{20D5C7C2-9D08-422D-ADD4-E3D125CAAF00}"/>
    <dgm:cxn modelId="{F29910BB-FDFF-4316-8313-E67FDDBD3956}" srcId="{F22F81A5-89BB-4C4F-803A-5DE40586275C}" destId="{59255449-30ED-4419-84A8-FB0A84106BC5}" srcOrd="0" destOrd="0" parTransId="{FC586683-F0EB-4109-879C-0E23D18BB2EF}" sibTransId="{B3374FAA-823F-4A3D-8512-4762AA27C4A9}"/>
    <dgm:cxn modelId="{290987C0-970F-4ABC-87DF-86A74DE3C8E9}" srcId="{A8CB69E8-C7EA-4497-8814-58F0192DC5DD}" destId="{858F2882-DA63-47D5-99E1-4E6493F9C1AB}" srcOrd="0" destOrd="0" parTransId="{7F3F9B46-2FD3-4827-BD51-F35FE18E86F4}" sibTransId="{27104D81-7315-41D3-86C4-7C206871F8F2}"/>
    <dgm:cxn modelId="{F89C1AC2-0ADA-4638-8A9B-099AFAEDC7DC}" type="presOf" srcId="{028A39C2-8C8D-4F38-9BCD-339B29BE2B8D}" destId="{542AEABE-4078-40C4-B64C-CF8E26136BC2}" srcOrd="0" destOrd="0" presId="urn:microsoft.com/office/officeart/2005/8/layout/vList2"/>
    <dgm:cxn modelId="{AB2DF7C6-D81F-4DF2-9A54-917A63006497}" type="presOf" srcId="{1696C971-89AD-4766-B92E-889ABC3B6999}" destId="{53C55808-B027-45AA-97D1-B3D0B76A9DC8}" srcOrd="0" destOrd="0" presId="urn:microsoft.com/office/officeart/2005/8/layout/vList2"/>
    <dgm:cxn modelId="{A10ADCE0-CF2E-4982-AA75-902B77975F6C}" srcId="{1696C971-89AD-4766-B92E-889ABC3B6999}" destId="{D0A456B7-AF62-4CB1-8ED4-FA01F35A9ACE}" srcOrd="4" destOrd="0" parTransId="{1B92FC4F-B4E5-4C52-B680-C7348EECD263}" sibTransId="{33947E29-B952-403D-BB41-3F8CA204B754}"/>
    <dgm:cxn modelId="{38ED27E2-57DD-45AB-870F-68FE6339FD1E}" type="presOf" srcId="{AE8CB023-567F-444A-9953-8F230634D48B}" destId="{B4595DD5-3617-43FC-A4B0-475AA1E3AA83}" srcOrd="0" destOrd="0" presId="urn:microsoft.com/office/officeart/2005/8/layout/vList2"/>
    <dgm:cxn modelId="{2AD5E7FA-9BE1-4D5D-ABE3-C2D51F466563}" srcId="{6D66393B-5B85-4197-87FB-C03FBD6A2A1D}" destId="{028A39C2-8C8D-4F38-9BCD-339B29BE2B8D}" srcOrd="0" destOrd="0" parTransId="{FE412C43-909F-4A3D-AF48-2484158D539B}" sibTransId="{CA7C3F2C-9817-4601-BD7E-EBFA7B5CF343}"/>
    <dgm:cxn modelId="{1729E991-D305-45D7-BC71-EAC0FF394EB2}" type="presParOf" srcId="{53C55808-B027-45AA-97D1-B3D0B76A9DC8}" destId="{B4595DD5-3617-43FC-A4B0-475AA1E3AA83}" srcOrd="0" destOrd="0" presId="urn:microsoft.com/office/officeart/2005/8/layout/vList2"/>
    <dgm:cxn modelId="{D22E53C9-22BD-40B5-ADC8-4B35D414A506}" type="presParOf" srcId="{53C55808-B027-45AA-97D1-B3D0B76A9DC8}" destId="{97E08E5C-D128-4B2D-8441-4CE5F704FA0C}" srcOrd="1" destOrd="0" presId="urn:microsoft.com/office/officeart/2005/8/layout/vList2"/>
    <dgm:cxn modelId="{1F3B7744-B2BC-433A-A923-92948AC357DB}" type="presParOf" srcId="{53C55808-B027-45AA-97D1-B3D0B76A9DC8}" destId="{2C2201F9-7DB9-47E6-861B-E8B81310A3D7}" srcOrd="2" destOrd="0" presId="urn:microsoft.com/office/officeart/2005/8/layout/vList2"/>
    <dgm:cxn modelId="{7ECF8EFE-EF78-4554-9460-442BE5329191}" type="presParOf" srcId="{53C55808-B027-45AA-97D1-B3D0B76A9DC8}" destId="{542AEABE-4078-40C4-B64C-CF8E26136BC2}" srcOrd="3" destOrd="0" presId="urn:microsoft.com/office/officeart/2005/8/layout/vList2"/>
    <dgm:cxn modelId="{54377D19-C356-4C82-B3D5-5B324F76906C}" type="presParOf" srcId="{53C55808-B027-45AA-97D1-B3D0B76A9DC8}" destId="{1F8532D4-1BFE-4C5D-9239-1DDA878FF2F3}" srcOrd="4" destOrd="0" presId="urn:microsoft.com/office/officeart/2005/8/layout/vList2"/>
    <dgm:cxn modelId="{C0E27174-8F70-459A-82B6-85029E6023BF}" type="presParOf" srcId="{53C55808-B027-45AA-97D1-B3D0B76A9DC8}" destId="{4EB5F19E-39CA-4C1C-9DFB-897A5F4A1225}" srcOrd="5" destOrd="0" presId="urn:microsoft.com/office/officeart/2005/8/layout/vList2"/>
    <dgm:cxn modelId="{D002FE53-E908-4E73-807A-E381BC55A26E}" type="presParOf" srcId="{53C55808-B027-45AA-97D1-B3D0B76A9DC8}" destId="{CC5DCB35-662A-40CA-B931-807C570B1954}" srcOrd="6" destOrd="0" presId="urn:microsoft.com/office/officeart/2005/8/layout/vList2"/>
    <dgm:cxn modelId="{14B6C492-E14A-4FA3-B325-F2EF063C4A9F}" type="presParOf" srcId="{53C55808-B027-45AA-97D1-B3D0B76A9DC8}" destId="{F67B9123-24C1-4DCC-B64B-30279031E0FC}" srcOrd="7" destOrd="0" presId="urn:microsoft.com/office/officeart/2005/8/layout/vList2"/>
    <dgm:cxn modelId="{E81E0039-66AA-4464-BF28-B2F44DC83B7D}" type="presParOf" srcId="{53C55808-B027-45AA-97D1-B3D0B76A9DC8}" destId="{42F79892-B494-497D-AF13-23CC215F16EC}" srcOrd="8" destOrd="0" presId="urn:microsoft.com/office/officeart/2005/8/layout/vList2"/>
    <dgm:cxn modelId="{E5135F83-69A2-4D2C-B491-A674005F58ED}" type="presParOf" srcId="{53C55808-B027-45AA-97D1-B3D0B76A9DC8}" destId="{04D0D131-B124-4C97-81C3-49D0213F4FEB}" srcOrd="9" destOrd="0" presId="urn:microsoft.com/office/officeart/2005/8/layout/vList2"/>
    <dgm:cxn modelId="{C55BEC15-A228-418D-8C7B-09E1BA54E305}" type="presParOf" srcId="{53C55808-B027-45AA-97D1-B3D0B76A9DC8}" destId="{8C7AB024-9231-4EA5-96BD-5A06046E4A4B}"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BCC6EB-5A08-4E7A-9E7E-4AD2EB1D57E1}">
      <dsp:nvSpPr>
        <dsp:cNvPr id="0" name=""/>
        <dsp:cNvSpPr/>
      </dsp:nvSpPr>
      <dsp:spPr>
        <a:xfrm>
          <a:off x="0" y="3275482"/>
          <a:ext cx="2628900" cy="107508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US" sz="1900" b="1" kern="1200"/>
            <a:t>Controls Time and Budget</a:t>
          </a:r>
          <a:endParaRPr lang="en-US" sz="1900" kern="1200"/>
        </a:p>
      </dsp:txBody>
      <dsp:txXfrm>
        <a:off x="0" y="3275482"/>
        <a:ext cx="2628900" cy="1075086"/>
      </dsp:txXfrm>
    </dsp:sp>
    <dsp:sp modelId="{4655C6DC-0887-440C-BAAE-7642328A86D2}">
      <dsp:nvSpPr>
        <dsp:cNvPr id="0" name=""/>
        <dsp:cNvSpPr/>
      </dsp:nvSpPr>
      <dsp:spPr>
        <a:xfrm>
          <a:off x="2628900" y="3275482"/>
          <a:ext cx="7886700" cy="1075086"/>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9980" tIns="165100" rIns="159980" bIns="165100" numCol="1" spcCol="1270" anchor="ctr" anchorCtr="0">
          <a:noAutofit/>
        </a:bodyPr>
        <a:lstStyle/>
        <a:p>
          <a:pPr marL="0" lvl="0" indent="0" algn="l" defTabSz="577850">
            <a:lnSpc>
              <a:spcPct val="90000"/>
            </a:lnSpc>
            <a:spcBef>
              <a:spcPct val="0"/>
            </a:spcBef>
            <a:spcAft>
              <a:spcPct val="35000"/>
            </a:spcAft>
            <a:buNone/>
          </a:pPr>
          <a:r>
            <a:rPr lang="en-US" sz="1300" kern="1200"/>
            <a:t>Tracks progress to ensure the project stays on schedule and within budget.</a:t>
          </a:r>
        </a:p>
        <a:p>
          <a:pPr marL="0" lvl="0" indent="0" algn="l" defTabSz="577850">
            <a:lnSpc>
              <a:spcPct val="90000"/>
            </a:lnSpc>
            <a:spcBef>
              <a:spcPct val="0"/>
            </a:spcBef>
            <a:spcAft>
              <a:spcPct val="35000"/>
            </a:spcAft>
            <a:buNone/>
          </a:pPr>
          <a:r>
            <a:rPr lang="en-US" sz="1300" kern="1200"/>
            <a:t>Identifies delays or overspending early.</a:t>
          </a:r>
        </a:p>
        <a:p>
          <a:pPr marL="0" lvl="0" indent="0" algn="l" defTabSz="577850">
            <a:lnSpc>
              <a:spcPct val="90000"/>
            </a:lnSpc>
            <a:spcBef>
              <a:spcPct val="0"/>
            </a:spcBef>
            <a:spcAft>
              <a:spcPct val="35000"/>
            </a:spcAft>
            <a:buNone/>
          </a:pPr>
          <a:r>
            <a:rPr lang="en-US" sz="1300" b="1" kern="1200"/>
            <a:t>Example</a:t>
          </a:r>
          <a:r>
            <a:rPr lang="en-US" sz="1300" kern="1200"/>
            <a:t>: Using tools like Jira or Trello to monitor task completion and budget usage.</a:t>
          </a:r>
        </a:p>
      </dsp:txBody>
      <dsp:txXfrm>
        <a:off x="2628900" y="3275482"/>
        <a:ext cx="7886700" cy="1075086"/>
      </dsp:txXfrm>
    </dsp:sp>
    <dsp:sp modelId="{8F6EB76C-112D-4C94-BB71-D26CF8E99EE0}">
      <dsp:nvSpPr>
        <dsp:cNvPr id="0" name=""/>
        <dsp:cNvSpPr/>
      </dsp:nvSpPr>
      <dsp:spPr>
        <a:xfrm rot="10800000">
          <a:off x="0" y="1638125"/>
          <a:ext cx="2628900" cy="1653482"/>
        </a:xfrm>
        <a:prstGeom prst="upArrowCallout">
          <a:avLst>
            <a:gd name="adj1" fmla="val 5000"/>
            <a:gd name="adj2" fmla="val 10000"/>
            <a:gd name="adj3" fmla="val 15000"/>
            <a:gd name="adj4" fmla="val 64977"/>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w="6350" cap="flat" cmpd="sng" algn="ctr">
          <a:solidFill>
            <a:schemeClr val="accent5">
              <a:hueOff val="-3379271"/>
              <a:satOff val="-8710"/>
              <a:lumOff val="-5883"/>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US" sz="1900" b="1" kern="1200"/>
            <a:t>Improves Resource Management</a:t>
          </a:r>
          <a:endParaRPr lang="en-US" sz="1900" kern="1200"/>
        </a:p>
      </dsp:txBody>
      <dsp:txXfrm rot="-10800000">
        <a:off x="0" y="1638125"/>
        <a:ext cx="2628900" cy="1074763"/>
      </dsp:txXfrm>
    </dsp:sp>
    <dsp:sp modelId="{5A4CACF4-434B-4CB6-8856-E4E4EAA7E86A}">
      <dsp:nvSpPr>
        <dsp:cNvPr id="0" name=""/>
        <dsp:cNvSpPr/>
      </dsp:nvSpPr>
      <dsp:spPr>
        <a:xfrm>
          <a:off x="2628900" y="1638125"/>
          <a:ext cx="7886700" cy="1074763"/>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9980" tIns="165100" rIns="159980" bIns="165100" numCol="1" spcCol="1270" anchor="ctr" anchorCtr="0">
          <a:noAutofit/>
        </a:bodyPr>
        <a:lstStyle/>
        <a:p>
          <a:pPr marL="0" lvl="0" indent="0" algn="l" defTabSz="577850">
            <a:lnSpc>
              <a:spcPct val="90000"/>
            </a:lnSpc>
            <a:spcBef>
              <a:spcPct val="0"/>
            </a:spcBef>
            <a:spcAft>
              <a:spcPct val="35000"/>
            </a:spcAft>
            <a:buNone/>
          </a:pPr>
          <a:r>
            <a:rPr lang="en-US" sz="1300" kern="1200"/>
            <a:t>Allocates developers, designers, testers, and tools effectively.</a:t>
          </a:r>
        </a:p>
        <a:p>
          <a:pPr marL="0" lvl="0" indent="0" algn="l" defTabSz="577850">
            <a:lnSpc>
              <a:spcPct val="90000"/>
            </a:lnSpc>
            <a:spcBef>
              <a:spcPct val="0"/>
            </a:spcBef>
            <a:spcAft>
              <a:spcPct val="35000"/>
            </a:spcAft>
            <a:buNone/>
          </a:pPr>
          <a:r>
            <a:rPr lang="en-US" sz="1300" kern="1200"/>
            <a:t>Prevents overuse or underuse of resources.</a:t>
          </a:r>
        </a:p>
        <a:p>
          <a:pPr marL="0" lvl="0" indent="0" algn="l" defTabSz="577850">
            <a:lnSpc>
              <a:spcPct val="90000"/>
            </a:lnSpc>
            <a:spcBef>
              <a:spcPct val="0"/>
            </a:spcBef>
            <a:spcAft>
              <a:spcPct val="35000"/>
            </a:spcAft>
            <a:buNone/>
          </a:pPr>
          <a:r>
            <a:rPr lang="en-US" sz="1300" b="1" kern="1200"/>
            <a:t>Example</a:t>
          </a:r>
          <a:r>
            <a:rPr lang="en-US" sz="1300" kern="1200"/>
            <a:t>: Assigning specific tasks to team members based on their skills and availability.</a:t>
          </a:r>
        </a:p>
      </dsp:txBody>
      <dsp:txXfrm>
        <a:off x="2628900" y="1638125"/>
        <a:ext cx="7886700" cy="1074763"/>
      </dsp:txXfrm>
    </dsp:sp>
    <dsp:sp modelId="{DAA86F90-63CF-42E4-B088-006C08B1DE51}">
      <dsp:nvSpPr>
        <dsp:cNvPr id="0" name=""/>
        <dsp:cNvSpPr/>
      </dsp:nvSpPr>
      <dsp:spPr>
        <a:xfrm rot="10800000">
          <a:off x="0" y="769"/>
          <a:ext cx="2628900" cy="1653482"/>
        </a:xfrm>
        <a:prstGeom prst="upArrowCallout">
          <a:avLst>
            <a:gd name="adj1" fmla="val 5000"/>
            <a:gd name="adj2" fmla="val 10000"/>
            <a:gd name="adj3" fmla="val 15000"/>
            <a:gd name="adj4" fmla="val 64977"/>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w="6350" cap="flat" cmpd="sng" algn="ctr">
          <a:solidFill>
            <a:schemeClr val="accent5">
              <a:hueOff val="-6758543"/>
              <a:satOff val="-17419"/>
              <a:lumOff val="-1176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US" sz="1900" b="1" kern="1200"/>
            <a:t>Ensures Clear Planning and Direction</a:t>
          </a:r>
          <a:endParaRPr lang="en-US" sz="1900" kern="1200"/>
        </a:p>
      </dsp:txBody>
      <dsp:txXfrm rot="-10800000">
        <a:off x="0" y="769"/>
        <a:ext cx="2628900" cy="1074763"/>
      </dsp:txXfrm>
    </dsp:sp>
    <dsp:sp modelId="{4A046646-75E4-4925-9381-5C5759621B5A}">
      <dsp:nvSpPr>
        <dsp:cNvPr id="0" name=""/>
        <dsp:cNvSpPr/>
      </dsp:nvSpPr>
      <dsp:spPr>
        <a:xfrm>
          <a:off x="2628900" y="769"/>
          <a:ext cx="7886700" cy="1074763"/>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9980" tIns="165100" rIns="159980" bIns="165100" numCol="1" spcCol="1270" anchor="ctr" anchorCtr="0">
          <a:noAutofit/>
        </a:bodyPr>
        <a:lstStyle/>
        <a:p>
          <a:pPr marL="0" lvl="0" indent="0" algn="l" defTabSz="577850">
            <a:lnSpc>
              <a:spcPct val="90000"/>
            </a:lnSpc>
            <a:spcBef>
              <a:spcPct val="0"/>
            </a:spcBef>
            <a:spcAft>
              <a:spcPct val="35000"/>
            </a:spcAft>
            <a:buNone/>
          </a:pPr>
          <a:r>
            <a:rPr lang="en-US" sz="1300" kern="1200"/>
            <a:t>Helps define project goals, scope, timeline, and budget.</a:t>
          </a:r>
        </a:p>
        <a:p>
          <a:pPr marL="0" lvl="0" indent="0" algn="l" defTabSz="577850">
            <a:lnSpc>
              <a:spcPct val="90000"/>
            </a:lnSpc>
            <a:spcBef>
              <a:spcPct val="0"/>
            </a:spcBef>
            <a:spcAft>
              <a:spcPct val="35000"/>
            </a:spcAft>
            <a:buNone/>
          </a:pPr>
          <a:r>
            <a:rPr lang="en-US" sz="1300" kern="1200"/>
            <a:t>Avoids confusion and sets expectations for everyone involved.</a:t>
          </a:r>
        </a:p>
        <a:p>
          <a:pPr marL="0" lvl="0" indent="0" algn="l" defTabSz="577850">
            <a:lnSpc>
              <a:spcPct val="90000"/>
            </a:lnSpc>
            <a:spcBef>
              <a:spcPct val="0"/>
            </a:spcBef>
            <a:spcAft>
              <a:spcPct val="35000"/>
            </a:spcAft>
            <a:buNone/>
          </a:pPr>
          <a:r>
            <a:rPr lang="en-US" sz="1300" b="1" kern="1200"/>
            <a:t>Example</a:t>
          </a:r>
          <a:r>
            <a:rPr lang="en-US" sz="1300" kern="1200"/>
            <a:t>: Planning the development of a school management system with clear milestones and deadlines.</a:t>
          </a:r>
        </a:p>
      </dsp:txBody>
      <dsp:txXfrm>
        <a:off x="2628900" y="769"/>
        <a:ext cx="7886700" cy="10747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565D08-A292-476A-AE07-09DA453E1687}">
      <dsp:nvSpPr>
        <dsp:cNvPr id="0" name=""/>
        <dsp:cNvSpPr/>
      </dsp:nvSpPr>
      <dsp:spPr>
        <a:xfrm>
          <a:off x="8092" y="798947"/>
          <a:ext cx="812109" cy="812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935C97-3997-4ADF-BA01-9BEFFD2B190A}">
      <dsp:nvSpPr>
        <dsp:cNvPr id="0" name=""/>
        <dsp:cNvSpPr/>
      </dsp:nvSpPr>
      <dsp:spPr>
        <a:xfrm>
          <a:off x="8092" y="1729454"/>
          <a:ext cx="2320312" cy="43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Manages Risks and Issues</a:t>
          </a:r>
          <a:endParaRPr lang="en-US" sz="1400" kern="1200"/>
        </a:p>
      </dsp:txBody>
      <dsp:txXfrm>
        <a:off x="8092" y="1729454"/>
        <a:ext cx="2320312" cy="435058"/>
      </dsp:txXfrm>
    </dsp:sp>
    <dsp:sp modelId="{D31F36D1-BCB0-45E5-9561-0CBCC307CC55}">
      <dsp:nvSpPr>
        <dsp:cNvPr id="0" name=""/>
        <dsp:cNvSpPr/>
      </dsp:nvSpPr>
      <dsp:spPr>
        <a:xfrm>
          <a:off x="8092" y="2219582"/>
          <a:ext cx="2320312" cy="1332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Identifies potential problems before they occur.</a:t>
          </a:r>
        </a:p>
        <a:p>
          <a:pPr marL="0" lvl="0" indent="0" algn="l" defTabSz="488950">
            <a:lnSpc>
              <a:spcPct val="100000"/>
            </a:lnSpc>
            <a:spcBef>
              <a:spcPct val="0"/>
            </a:spcBef>
            <a:spcAft>
              <a:spcPct val="35000"/>
            </a:spcAft>
            <a:buNone/>
          </a:pPr>
          <a:r>
            <a:rPr lang="en-US" sz="1100" kern="1200"/>
            <a:t>Develops backup plans to handle unexpected challenges.</a:t>
          </a:r>
        </a:p>
        <a:p>
          <a:pPr marL="0" lvl="0" indent="0" algn="l" defTabSz="488950">
            <a:lnSpc>
              <a:spcPct val="100000"/>
            </a:lnSpc>
            <a:spcBef>
              <a:spcPct val="0"/>
            </a:spcBef>
            <a:spcAft>
              <a:spcPct val="35000"/>
            </a:spcAft>
            <a:buNone/>
          </a:pPr>
          <a:r>
            <a:rPr lang="en-US" sz="1100" b="1" kern="1200"/>
            <a:t>Example</a:t>
          </a:r>
          <a:r>
            <a:rPr lang="en-US" sz="1100" kern="1200"/>
            <a:t>: Preparing for server downtime during a website launch by having a cloud backup.</a:t>
          </a:r>
        </a:p>
      </dsp:txBody>
      <dsp:txXfrm>
        <a:off x="8092" y="2219582"/>
        <a:ext cx="2320312" cy="1332808"/>
      </dsp:txXfrm>
    </dsp:sp>
    <dsp:sp modelId="{A0141657-BCB7-4A22-9F2E-097792DA3F45}">
      <dsp:nvSpPr>
        <dsp:cNvPr id="0" name=""/>
        <dsp:cNvSpPr/>
      </dsp:nvSpPr>
      <dsp:spPr>
        <a:xfrm>
          <a:off x="2734460" y="798947"/>
          <a:ext cx="812109" cy="812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6C6B92-A8E9-4D12-AD08-712E40D8DFFE}">
      <dsp:nvSpPr>
        <dsp:cNvPr id="0" name=""/>
        <dsp:cNvSpPr/>
      </dsp:nvSpPr>
      <dsp:spPr>
        <a:xfrm>
          <a:off x="2734460" y="1729454"/>
          <a:ext cx="2320312" cy="43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Enhances Communication</a:t>
          </a:r>
          <a:endParaRPr lang="en-US" sz="1400" kern="1200"/>
        </a:p>
      </dsp:txBody>
      <dsp:txXfrm>
        <a:off x="2734460" y="1729454"/>
        <a:ext cx="2320312" cy="435058"/>
      </dsp:txXfrm>
    </dsp:sp>
    <dsp:sp modelId="{EF12886E-7AD4-4DFB-93D8-7416A0C7864F}">
      <dsp:nvSpPr>
        <dsp:cNvPr id="0" name=""/>
        <dsp:cNvSpPr/>
      </dsp:nvSpPr>
      <dsp:spPr>
        <a:xfrm>
          <a:off x="2734460" y="2219582"/>
          <a:ext cx="2320312" cy="1332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Keeps stakeholders, clients, and team members informed.</a:t>
          </a:r>
        </a:p>
        <a:p>
          <a:pPr marL="0" lvl="0" indent="0" algn="l" defTabSz="488950">
            <a:lnSpc>
              <a:spcPct val="100000"/>
            </a:lnSpc>
            <a:spcBef>
              <a:spcPct val="0"/>
            </a:spcBef>
            <a:spcAft>
              <a:spcPct val="35000"/>
            </a:spcAft>
            <a:buNone/>
          </a:pPr>
          <a:r>
            <a:rPr lang="en-US" sz="1100" kern="1200"/>
            <a:t>Promotes collaboration and transparency.</a:t>
          </a:r>
        </a:p>
        <a:p>
          <a:pPr marL="0" lvl="0" indent="0" algn="l" defTabSz="488950">
            <a:lnSpc>
              <a:spcPct val="100000"/>
            </a:lnSpc>
            <a:spcBef>
              <a:spcPct val="0"/>
            </a:spcBef>
            <a:spcAft>
              <a:spcPct val="35000"/>
            </a:spcAft>
            <a:buNone/>
          </a:pPr>
          <a:r>
            <a:rPr lang="en-US" sz="1100" b="1" kern="1200"/>
            <a:t>Example</a:t>
          </a:r>
          <a:r>
            <a:rPr lang="en-US" sz="1100" kern="1200"/>
            <a:t>: Regular meetings and updates to ensure everyone is aligned on progress.</a:t>
          </a:r>
        </a:p>
      </dsp:txBody>
      <dsp:txXfrm>
        <a:off x="2734460" y="2219582"/>
        <a:ext cx="2320312" cy="1332808"/>
      </dsp:txXfrm>
    </dsp:sp>
    <dsp:sp modelId="{021254B2-09F4-4D7E-B18A-815CC5EF67EB}">
      <dsp:nvSpPr>
        <dsp:cNvPr id="0" name=""/>
        <dsp:cNvSpPr/>
      </dsp:nvSpPr>
      <dsp:spPr>
        <a:xfrm>
          <a:off x="5460827" y="798947"/>
          <a:ext cx="812109" cy="812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360EA2-2E5D-4F21-8B6A-F1B2C89D9B71}">
      <dsp:nvSpPr>
        <dsp:cNvPr id="0" name=""/>
        <dsp:cNvSpPr/>
      </dsp:nvSpPr>
      <dsp:spPr>
        <a:xfrm>
          <a:off x="5460827" y="1729454"/>
          <a:ext cx="2320312" cy="43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Delivers Quality Results</a:t>
          </a:r>
          <a:endParaRPr lang="en-US" sz="1400" kern="1200"/>
        </a:p>
      </dsp:txBody>
      <dsp:txXfrm>
        <a:off x="5460827" y="1729454"/>
        <a:ext cx="2320312" cy="435058"/>
      </dsp:txXfrm>
    </dsp:sp>
    <dsp:sp modelId="{0ED9FD4A-C2E3-4375-9763-C1D6FB3740FE}">
      <dsp:nvSpPr>
        <dsp:cNvPr id="0" name=""/>
        <dsp:cNvSpPr/>
      </dsp:nvSpPr>
      <dsp:spPr>
        <a:xfrm>
          <a:off x="5460827" y="2219582"/>
          <a:ext cx="2320312" cy="1332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Ensures the final product meets user needs and quality standards.</a:t>
          </a:r>
        </a:p>
        <a:p>
          <a:pPr marL="0" lvl="0" indent="0" algn="l" defTabSz="488950">
            <a:lnSpc>
              <a:spcPct val="100000"/>
            </a:lnSpc>
            <a:spcBef>
              <a:spcPct val="0"/>
            </a:spcBef>
            <a:spcAft>
              <a:spcPct val="35000"/>
            </a:spcAft>
            <a:buNone/>
          </a:pPr>
          <a:r>
            <a:rPr lang="en-US" sz="1100" kern="1200"/>
            <a:t>Includes testing, feedback, and improvements.</a:t>
          </a:r>
        </a:p>
        <a:p>
          <a:pPr marL="0" lvl="0" indent="0" algn="l" defTabSz="488950">
            <a:lnSpc>
              <a:spcPct val="100000"/>
            </a:lnSpc>
            <a:spcBef>
              <a:spcPct val="0"/>
            </a:spcBef>
            <a:spcAft>
              <a:spcPct val="35000"/>
            </a:spcAft>
            <a:buNone/>
          </a:pPr>
          <a:r>
            <a:rPr lang="en-US" sz="1100" b="1" kern="1200"/>
            <a:t>Example</a:t>
          </a:r>
          <a:r>
            <a:rPr lang="en-US" sz="1100" kern="1200"/>
            <a:t>: Testing a mobile app thoroughly before releasing it to users.</a:t>
          </a:r>
        </a:p>
      </dsp:txBody>
      <dsp:txXfrm>
        <a:off x="5460827" y="2219582"/>
        <a:ext cx="2320312" cy="1332808"/>
      </dsp:txXfrm>
    </dsp:sp>
    <dsp:sp modelId="{FA5562CD-0BD4-4578-BDE7-172681968DE6}">
      <dsp:nvSpPr>
        <dsp:cNvPr id="0" name=""/>
        <dsp:cNvSpPr/>
      </dsp:nvSpPr>
      <dsp:spPr>
        <a:xfrm>
          <a:off x="8187194" y="798947"/>
          <a:ext cx="812109" cy="8121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DFD805-1F71-4B3B-94B8-5DC4F6F244CE}">
      <dsp:nvSpPr>
        <dsp:cNvPr id="0" name=""/>
        <dsp:cNvSpPr/>
      </dsp:nvSpPr>
      <dsp:spPr>
        <a:xfrm>
          <a:off x="8187194" y="1729454"/>
          <a:ext cx="2320312" cy="43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Supports Innovation and Growth</a:t>
          </a:r>
          <a:endParaRPr lang="en-US" sz="1400" kern="1200"/>
        </a:p>
      </dsp:txBody>
      <dsp:txXfrm>
        <a:off x="8187194" y="1729454"/>
        <a:ext cx="2320312" cy="435058"/>
      </dsp:txXfrm>
    </dsp:sp>
    <dsp:sp modelId="{F4B20147-3B4E-4B44-9D09-D5EAAE442FC3}">
      <dsp:nvSpPr>
        <dsp:cNvPr id="0" name=""/>
        <dsp:cNvSpPr/>
      </dsp:nvSpPr>
      <dsp:spPr>
        <a:xfrm>
          <a:off x="8187194" y="2219582"/>
          <a:ext cx="2320312" cy="1332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Encourages structured experimentation and development.</a:t>
          </a:r>
        </a:p>
        <a:p>
          <a:pPr marL="0" lvl="0" indent="0" algn="l" defTabSz="488950">
            <a:lnSpc>
              <a:spcPct val="100000"/>
            </a:lnSpc>
            <a:spcBef>
              <a:spcPct val="0"/>
            </a:spcBef>
            <a:spcAft>
              <a:spcPct val="35000"/>
            </a:spcAft>
            <a:buNone/>
          </a:pPr>
          <a:r>
            <a:rPr lang="en-US" sz="1100" kern="1200"/>
            <a:t>Helps organizations adapt to new technologies and market demands.</a:t>
          </a:r>
        </a:p>
        <a:p>
          <a:pPr marL="0" lvl="0" indent="0" algn="l" defTabSz="488950">
            <a:lnSpc>
              <a:spcPct val="100000"/>
            </a:lnSpc>
            <a:spcBef>
              <a:spcPct val="0"/>
            </a:spcBef>
            <a:spcAft>
              <a:spcPct val="35000"/>
            </a:spcAft>
            <a:buNone/>
          </a:pPr>
          <a:r>
            <a:rPr lang="en-US" sz="1100" b="1" kern="1200"/>
            <a:t>Example</a:t>
          </a:r>
          <a:r>
            <a:rPr lang="en-US" sz="1100" kern="1200"/>
            <a:t>: Managing a project to integrate AI into customer support systems.</a:t>
          </a:r>
        </a:p>
      </dsp:txBody>
      <dsp:txXfrm>
        <a:off x="8187194" y="2219582"/>
        <a:ext cx="2320312" cy="13328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73607B-2C19-46D1-A150-6C4DB46FFEE6}">
      <dsp:nvSpPr>
        <dsp:cNvPr id="0" name=""/>
        <dsp:cNvSpPr/>
      </dsp:nvSpPr>
      <dsp:spPr>
        <a:xfrm>
          <a:off x="1081600" y="321163"/>
          <a:ext cx="1157624" cy="11576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6D2031-BB74-43AF-A9A7-96334334D8F7}">
      <dsp:nvSpPr>
        <dsp:cNvPr id="0" name=""/>
        <dsp:cNvSpPr/>
      </dsp:nvSpPr>
      <dsp:spPr>
        <a:xfrm>
          <a:off x="6662" y="1629947"/>
          <a:ext cx="3307499" cy="496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US" sz="2000" b="1" kern="1200"/>
            <a:t>Project Planning</a:t>
          </a:r>
          <a:endParaRPr lang="en-US" sz="2000" kern="1200"/>
        </a:p>
      </dsp:txBody>
      <dsp:txXfrm>
        <a:off x="6662" y="1629947"/>
        <a:ext cx="3307499" cy="496124"/>
      </dsp:txXfrm>
    </dsp:sp>
    <dsp:sp modelId="{127C30E7-5539-4F1E-AE16-F630ED151554}">
      <dsp:nvSpPr>
        <dsp:cNvPr id="0" name=""/>
        <dsp:cNvSpPr/>
      </dsp:nvSpPr>
      <dsp:spPr>
        <a:xfrm>
          <a:off x="6662" y="2196379"/>
          <a:ext cx="3307499" cy="1640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Define project scope, objectives, and deliverables.</a:t>
          </a:r>
        </a:p>
        <a:p>
          <a:pPr marL="0" lvl="0" indent="0" algn="ctr" defTabSz="666750">
            <a:lnSpc>
              <a:spcPct val="90000"/>
            </a:lnSpc>
            <a:spcBef>
              <a:spcPct val="0"/>
            </a:spcBef>
            <a:spcAft>
              <a:spcPct val="35000"/>
            </a:spcAft>
            <a:buNone/>
          </a:pPr>
          <a:r>
            <a:rPr lang="en-US" sz="1500" kern="1200"/>
            <a:t>Create detailed schedules and allocate resources.</a:t>
          </a:r>
        </a:p>
        <a:p>
          <a:pPr marL="0" lvl="0" indent="0" algn="ctr" defTabSz="666750">
            <a:lnSpc>
              <a:spcPct val="90000"/>
            </a:lnSpc>
            <a:spcBef>
              <a:spcPct val="0"/>
            </a:spcBef>
            <a:spcAft>
              <a:spcPct val="35000"/>
            </a:spcAft>
            <a:buNone/>
          </a:pPr>
          <a:r>
            <a:rPr lang="en-US" sz="1500" b="1" kern="1200"/>
            <a:t>Example</a:t>
          </a:r>
          <a:r>
            <a:rPr lang="en-US" sz="1500" kern="1200"/>
            <a:t>: Planning the development of a mobile app with milestones for design, coding, testing, and launch.</a:t>
          </a:r>
        </a:p>
      </dsp:txBody>
      <dsp:txXfrm>
        <a:off x="6662" y="2196379"/>
        <a:ext cx="3307499" cy="1640121"/>
      </dsp:txXfrm>
    </dsp:sp>
    <dsp:sp modelId="{16C6E39E-8137-43AB-8D82-4043E3829489}">
      <dsp:nvSpPr>
        <dsp:cNvPr id="0" name=""/>
        <dsp:cNvSpPr/>
      </dsp:nvSpPr>
      <dsp:spPr>
        <a:xfrm>
          <a:off x="4967912" y="321163"/>
          <a:ext cx="1157624" cy="11576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367E85-DC55-4C40-BBD8-A4B7EEF1B11D}">
      <dsp:nvSpPr>
        <dsp:cNvPr id="0" name=""/>
        <dsp:cNvSpPr/>
      </dsp:nvSpPr>
      <dsp:spPr>
        <a:xfrm>
          <a:off x="3892975" y="1629947"/>
          <a:ext cx="3307499" cy="496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US" sz="2000" b="1" kern="1200"/>
            <a:t>Team Coordination</a:t>
          </a:r>
          <a:endParaRPr lang="en-US" sz="2000" kern="1200"/>
        </a:p>
      </dsp:txBody>
      <dsp:txXfrm>
        <a:off x="3892975" y="1629947"/>
        <a:ext cx="3307499" cy="496124"/>
      </dsp:txXfrm>
    </dsp:sp>
    <dsp:sp modelId="{DF292F29-CF6D-4CE4-B0CB-618ECA41ED26}">
      <dsp:nvSpPr>
        <dsp:cNvPr id="0" name=""/>
        <dsp:cNvSpPr/>
      </dsp:nvSpPr>
      <dsp:spPr>
        <a:xfrm>
          <a:off x="3892975" y="2196379"/>
          <a:ext cx="3307499" cy="1640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Assemble and manage a team of developers, designers, testers, and analysts.</a:t>
          </a:r>
        </a:p>
        <a:p>
          <a:pPr marL="0" lvl="0" indent="0" algn="ctr" defTabSz="666750">
            <a:lnSpc>
              <a:spcPct val="90000"/>
            </a:lnSpc>
            <a:spcBef>
              <a:spcPct val="0"/>
            </a:spcBef>
            <a:spcAft>
              <a:spcPct val="35000"/>
            </a:spcAft>
            <a:buNone/>
          </a:pPr>
          <a:r>
            <a:rPr lang="en-US" sz="1500" kern="1200"/>
            <a:t>Assign tasks and ensure collaboration.</a:t>
          </a:r>
        </a:p>
        <a:p>
          <a:pPr marL="0" lvl="0" indent="0" algn="ctr" defTabSz="666750">
            <a:lnSpc>
              <a:spcPct val="90000"/>
            </a:lnSpc>
            <a:spcBef>
              <a:spcPct val="0"/>
            </a:spcBef>
            <a:spcAft>
              <a:spcPct val="35000"/>
            </a:spcAft>
            <a:buNone/>
          </a:pPr>
          <a:r>
            <a:rPr lang="en-US" sz="1500" b="1" kern="1200"/>
            <a:t>Example</a:t>
          </a:r>
          <a:r>
            <a:rPr lang="en-US" sz="1500" kern="1200"/>
            <a:t>: Coordinating between frontend and backend developers to ensure smooth integration.</a:t>
          </a:r>
        </a:p>
      </dsp:txBody>
      <dsp:txXfrm>
        <a:off x="3892975" y="2196379"/>
        <a:ext cx="3307499" cy="1640121"/>
      </dsp:txXfrm>
    </dsp:sp>
    <dsp:sp modelId="{632ABB49-7B3B-4358-988B-C5AA686D85BB}">
      <dsp:nvSpPr>
        <dsp:cNvPr id="0" name=""/>
        <dsp:cNvSpPr/>
      </dsp:nvSpPr>
      <dsp:spPr>
        <a:xfrm>
          <a:off x="8854225" y="321163"/>
          <a:ext cx="1157624" cy="11576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19F7C4-82B8-489A-AD41-4CA993F2879E}">
      <dsp:nvSpPr>
        <dsp:cNvPr id="0" name=""/>
        <dsp:cNvSpPr/>
      </dsp:nvSpPr>
      <dsp:spPr>
        <a:xfrm>
          <a:off x="7779287" y="1629947"/>
          <a:ext cx="3307499" cy="496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US" sz="2000" b="1" kern="1200"/>
            <a:t>Budget and Time Management</a:t>
          </a:r>
          <a:endParaRPr lang="en-US" sz="2000" kern="1200"/>
        </a:p>
      </dsp:txBody>
      <dsp:txXfrm>
        <a:off x="7779287" y="1629947"/>
        <a:ext cx="3307499" cy="496124"/>
      </dsp:txXfrm>
    </dsp:sp>
    <dsp:sp modelId="{68D632F0-BE50-4334-8559-A93009B024E5}">
      <dsp:nvSpPr>
        <dsp:cNvPr id="0" name=""/>
        <dsp:cNvSpPr/>
      </dsp:nvSpPr>
      <dsp:spPr>
        <a:xfrm>
          <a:off x="7779287" y="2196379"/>
          <a:ext cx="3307499" cy="1640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Monitor project expenses and ensure the project stays within budget.</a:t>
          </a:r>
        </a:p>
        <a:p>
          <a:pPr marL="0" lvl="0" indent="0" algn="ctr" defTabSz="666750">
            <a:lnSpc>
              <a:spcPct val="90000"/>
            </a:lnSpc>
            <a:spcBef>
              <a:spcPct val="0"/>
            </a:spcBef>
            <a:spcAft>
              <a:spcPct val="35000"/>
            </a:spcAft>
            <a:buNone/>
          </a:pPr>
          <a:r>
            <a:rPr lang="en-US" sz="1500" kern="1200"/>
            <a:t>Track progress to meet deadlines.</a:t>
          </a:r>
        </a:p>
        <a:p>
          <a:pPr marL="0" lvl="0" indent="0" algn="ctr" defTabSz="666750">
            <a:lnSpc>
              <a:spcPct val="90000"/>
            </a:lnSpc>
            <a:spcBef>
              <a:spcPct val="0"/>
            </a:spcBef>
            <a:spcAft>
              <a:spcPct val="35000"/>
            </a:spcAft>
            <a:buNone/>
          </a:pPr>
          <a:r>
            <a:rPr lang="en-US" sz="1500" b="1" kern="1200"/>
            <a:t>Example</a:t>
          </a:r>
          <a:r>
            <a:rPr lang="en-US" sz="1500" kern="1200"/>
            <a:t>: Using tools like Microsoft Project or Jira to manage timelines and costs.</a:t>
          </a:r>
        </a:p>
      </dsp:txBody>
      <dsp:txXfrm>
        <a:off x="7779287" y="2196379"/>
        <a:ext cx="3307499" cy="16401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A300D-45AC-4EFD-95FC-E324EB1D7D75}">
      <dsp:nvSpPr>
        <dsp:cNvPr id="0" name=""/>
        <dsp:cNvSpPr/>
      </dsp:nvSpPr>
      <dsp:spPr>
        <a:xfrm>
          <a:off x="797730" y="720384"/>
          <a:ext cx="857882" cy="8578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93A92F-FA05-4CD1-AB6D-ACD715C177B3}">
      <dsp:nvSpPr>
        <dsp:cNvPr id="0" name=""/>
        <dsp:cNvSpPr/>
      </dsp:nvSpPr>
      <dsp:spPr>
        <a:xfrm>
          <a:off x="1125" y="1695093"/>
          <a:ext cx="2451093" cy="367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US" sz="1600" b="1" kern="1200"/>
            <a:t>Risk Management</a:t>
          </a:r>
          <a:endParaRPr lang="en-US" sz="1600" kern="1200"/>
        </a:p>
      </dsp:txBody>
      <dsp:txXfrm>
        <a:off x="1125" y="1695093"/>
        <a:ext cx="2451093" cy="367664"/>
      </dsp:txXfrm>
    </dsp:sp>
    <dsp:sp modelId="{FC95A8E7-5C91-4909-9DBC-A1AAD3B57B8D}">
      <dsp:nvSpPr>
        <dsp:cNvPr id="0" name=""/>
        <dsp:cNvSpPr/>
      </dsp:nvSpPr>
      <dsp:spPr>
        <a:xfrm>
          <a:off x="1125" y="2117095"/>
          <a:ext cx="2451093" cy="13201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Identify potential risks and develop mitigation strategies.</a:t>
          </a:r>
        </a:p>
        <a:p>
          <a:pPr marL="0" lvl="0" indent="0" algn="ctr" defTabSz="533400">
            <a:lnSpc>
              <a:spcPct val="90000"/>
            </a:lnSpc>
            <a:spcBef>
              <a:spcPct val="0"/>
            </a:spcBef>
            <a:spcAft>
              <a:spcPct val="35000"/>
            </a:spcAft>
            <a:buNone/>
          </a:pPr>
          <a:r>
            <a:rPr lang="en-US" sz="1200" kern="1200"/>
            <a:t>Handle unexpected issues like system failures or resource shortages.</a:t>
          </a:r>
        </a:p>
        <a:p>
          <a:pPr marL="0" lvl="0" indent="0" algn="ctr" defTabSz="533400">
            <a:lnSpc>
              <a:spcPct val="90000"/>
            </a:lnSpc>
            <a:spcBef>
              <a:spcPct val="0"/>
            </a:spcBef>
            <a:spcAft>
              <a:spcPct val="35000"/>
            </a:spcAft>
            <a:buNone/>
          </a:pPr>
          <a:r>
            <a:rPr lang="en-US" sz="1200" b="1" kern="1200"/>
            <a:t>Example</a:t>
          </a:r>
          <a:r>
            <a:rPr lang="en-US" sz="1200" kern="1200"/>
            <a:t>: Preparing a backup plan in case a key developer becomes unavailable.</a:t>
          </a:r>
        </a:p>
      </dsp:txBody>
      <dsp:txXfrm>
        <a:off x="1125" y="2117095"/>
        <a:ext cx="2451093" cy="1320184"/>
      </dsp:txXfrm>
    </dsp:sp>
    <dsp:sp modelId="{286DCD90-D825-4624-A9F8-52513F7CC486}">
      <dsp:nvSpPr>
        <dsp:cNvPr id="0" name=""/>
        <dsp:cNvSpPr/>
      </dsp:nvSpPr>
      <dsp:spPr>
        <a:xfrm>
          <a:off x="3677766" y="720384"/>
          <a:ext cx="857882" cy="8578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4A0CE2-E7F5-48CE-AFC2-094DCEBB5983}">
      <dsp:nvSpPr>
        <dsp:cNvPr id="0" name=""/>
        <dsp:cNvSpPr/>
      </dsp:nvSpPr>
      <dsp:spPr>
        <a:xfrm>
          <a:off x="2881160" y="1695093"/>
          <a:ext cx="2451093" cy="367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US" sz="1600" b="1" kern="1200"/>
            <a:t>Stakeholder Communication</a:t>
          </a:r>
          <a:endParaRPr lang="en-US" sz="1600" kern="1200"/>
        </a:p>
      </dsp:txBody>
      <dsp:txXfrm>
        <a:off x="2881160" y="1695093"/>
        <a:ext cx="2451093" cy="367664"/>
      </dsp:txXfrm>
    </dsp:sp>
    <dsp:sp modelId="{CCFD9872-42C9-4D07-8E51-68A6FE2E88A4}">
      <dsp:nvSpPr>
        <dsp:cNvPr id="0" name=""/>
        <dsp:cNvSpPr/>
      </dsp:nvSpPr>
      <dsp:spPr>
        <a:xfrm>
          <a:off x="2881160" y="2117095"/>
          <a:ext cx="2451093" cy="13201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Keep clients, sponsors, and team members informed.</a:t>
          </a:r>
        </a:p>
        <a:p>
          <a:pPr marL="0" lvl="0" indent="0" algn="ctr" defTabSz="533400">
            <a:lnSpc>
              <a:spcPct val="90000"/>
            </a:lnSpc>
            <a:spcBef>
              <a:spcPct val="0"/>
            </a:spcBef>
            <a:spcAft>
              <a:spcPct val="35000"/>
            </a:spcAft>
            <a:buNone/>
          </a:pPr>
          <a:r>
            <a:rPr lang="en-US" sz="1200" kern="1200"/>
            <a:t>Manage expectations and report progress.</a:t>
          </a:r>
        </a:p>
        <a:p>
          <a:pPr marL="0" lvl="0" indent="0" algn="ctr" defTabSz="533400">
            <a:lnSpc>
              <a:spcPct val="90000"/>
            </a:lnSpc>
            <a:spcBef>
              <a:spcPct val="0"/>
            </a:spcBef>
            <a:spcAft>
              <a:spcPct val="35000"/>
            </a:spcAft>
            <a:buNone/>
          </a:pPr>
          <a:r>
            <a:rPr lang="en-US" sz="1200" b="1" kern="1200"/>
            <a:t>Example</a:t>
          </a:r>
          <a:r>
            <a:rPr lang="en-US" sz="1200" kern="1200"/>
            <a:t>: Presenting weekly updates to the client on the status of a software development project.</a:t>
          </a:r>
        </a:p>
      </dsp:txBody>
      <dsp:txXfrm>
        <a:off x="2881160" y="2117095"/>
        <a:ext cx="2451093" cy="1320184"/>
      </dsp:txXfrm>
    </dsp:sp>
    <dsp:sp modelId="{DD812A19-4F2E-4804-A4E8-6373C69E6816}">
      <dsp:nvSpPr>
        <dsp:cNvPr id="0" name=""/>
        <dsp:cNvSpPr/>
      </dsp:nvSpPr>
      <dsp:spPr>
        <a:xfrm>
          <a:off x="6557801" y="720384"/>
          <a:ext cx="857882" cy="8578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1B920A-0CF1-477C-BF67-C7303F742B69}">
      <dsp:nvSpPr>
        <dsp:cNvPr id="0" name=""/>
        <dsp:cNvSpPr/>
      </dsp:nvSpPr>
      <dsp:spPr>
        <a:xfrm>
          <a:off x="5761195" y="1695093"/>
          <a:ext cx="2451093" cy="367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US" sz="1600" b="1" kern="1200"/>
            <a:t>Quality Assurance</a:t>
          </a:r>
          <a:endParaRPr lang="en-US" sz="1600" kern="1200"/>
        </a:p>
      </dsp:txBody>
      <dsp:txXfrm>
        <a:off x="5761195" y="1695093"/>
        <a:ext cx="2451093" cy="367664"/>
      </dsp:txXfrm>
    </dsp:sp>
    <dsp:sp modelId="{30257BB4-3B21-46F6-B659-DB713A860608}">
      <dsp:nvSpPr>
        <dsp:cNvPr id="0" name=""/>
        <dsp:cNvSpPr/>
      </dsp:nvSpPr>
      <dsp:spPr>
        <a:xfrm>
          <a:off x="5761195" y="2117095"/>
          <a:ext cx="2451093" cy="13201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Ensure the final product meets technical and user requirements.</a:t>
          </a:r>
        </a:p>
        <a:p>
          <a:pPr marL="0" lvl="0" indent="0" algn="ctr" defTabSz="533400">
            <a:lnSpc>
              <a:spcPct val="90000"/>
            </a:lnSpc>
            <a:spcBef>
              <a:spcPct val="0"/>
            </a:spcBef>
            <a:spcAft>
              <a:spcPct val="35000"/>
            </a:spcAft>
            <a:buNone/>
          </a:pPr>
          <a:r>
            <a:rPr lang="en-US" sz="1200" kern="1200"/>
            <a:t>Oversee testing and validation processes.</a:t>
          </a:r>
        </a:p>
        <a:p>
          <a:pPr marL="0" lvl="0" indent="0" algn="ctr" defTabSz="533400">
            <a:lnSpc>
              <a:spcPct val="90000"/>
            </a:lnSpc>
            <a:spcBef>
              <a:spcPct val="0"/>
            </a:spcBef>
            <a:spcAft>
              <a:spcPct val="35000"/>
            </a:spcAft>
            <a:buNone/>
          </a:pPr>
          <a:r>
            <a:rPr lang="en-US" sz="1200" b="1" kern="1200"/>
            <a:t>Example</a:t>
          </a:r>
          <a:r>
            <a:rPr lang="en-US" sz="1200" kern="1200"/>
            <a:t>: Supervising QA testing to ensure a bug-free release of a web application.</a:t>
          </a:r>
        </a:p>
      </dsp:txBody>
      <dsp:txXfrm>
        <a:off x="5761195" y="2117095"/>
        <a:ext cx="2451093" cy="1320184"/>
      </dsp:txXfrm>
    </dsp:sp>
    <dsp:sp modelId="{A65B8F40-3AEA-4CAA-9258-1355D5C917E5}">
      <dsp:nvSpPr>
        <dsp:cNvPr id="0" name=""/>
        <dsp:cNvSpPr/>
      </dsp:nvSpPr>
      <dsp:spPr>
        <a:xfrm>
          <a:off x="9437836" y="720384"/>
          <a:ext cx="857882" cy="8578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034D4A-CB54-4CC2-AF9E-425031BE2143}">
      <dsp:nvSpPr>
        <dsp:cNvPr id="0" name=""/>
        <dsp:cNvSpPr/>
      </dsp:nvSpPr>
      <dsp:spPr>
        <a:xfrm>
          <a:off x="8641230" y="1695093"/>
          <a:ext cx="2451093" cy="367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US" sz="1600" b="1" kern="1200"/>
            <a:t>Project Closure</a:t>
          </a:r>
          <a:endParaRPr lang="en-US" sz="1600" kern="1200"/>
        </a:p>
      </dsp:txBody>
      <dsp:txXfrm>
        <a:off x="8641230" y="1695093"/>
        <a:ext cx="2451093" cy="367664"/>
      </dsp:txXfrm>
    </dsp:sp>
    <dsp:sp modelId="{832BEF14-EF33-41B0-8FA9-05D9C6DE6212}">
      <dsp:nvSpPr>
        <dsp:cNvPr id="0" name=""/>
        <dsp:cNvSpPr/>
      </dsp:nvSpPr>
      <dsp:spPr>
        <a:xfrm>
          <a:off x="8641230" y="2117095"/>
          <a:ext cx="2451093" cy="13201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Finalize documentation, deliverables, and lessons learned.</a:t>
          </a:r>
        </a:p>
        <a:p>
          <a:pPr marL="0" lvl="0" indent="0" algn="ctr" defTabSz="533400">
            <a:lnSpc>
              <a:spcPct val="90000"/>
            </a:lnSpc>
            <a:spcBef>
              <a:spcPct val="0"/>
            </a:spcBef>
            <a:spcAft>
              <a:spcPct val="35000"/>
            </a:spcAft>
            <a:buNone/>
          </a:pPr>
          <a:r>
            <a:rPr lang="en-US" sz="1200" kern="1200"/>
            <a:t>Ensure smooth handover and client satisfaction.</a:t>
          </a:r>
        </a:p>
        <a:p>
          <a:pPr marL="0" lvl="0" indent="0" algn="ctr" defTabSz="533400">
            <a:lnSpc>
              <a:spcPct val="90000"/>
            </a:lnSpc>
            <a:spcBef>
              <a:spcPct val="0"/>
            </a:spcBef>
            <a:spcAft>
              <a:spcPct val="35000"/>
            </a:spcAft>
            <a:buNone/>
          </a:pPr>
          <a:r>
            <a:rPr lang="en-US" sz="1200" b="1" kern="1200"/>
            <a:t>Example</a:t>
          </a:r>
          <a:r>
            <a:rPr lang="en-US" sz="1200" kern="1200"/>
            <a:t>: Delivering the final version of a CRM system and training the client’s staff to use it.</a:t>
          </a:r>
        </a:p>
      </dsp:txBody>
      <dsp:txXfrm>
        <a:off x="8641230" y="2117095"/>
        <a:ext cx="2451093" cy="13201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51B44E-2A5B-4369-9D0B-C18B10130939}">
      <dsp:nvSpPr>
        <dsp:cNvPr id="0" name=""/>
        <dsp:cNvSpPr/>
      </dsp:nvSpPr>
      <dsp:spPr>
        <a:xfrm>
          <a:off x="3177" y="55275"/>
          <a:ext cx="3098101" cy="6048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kern="1200"/>
            <a:t>1. Leadership</a:t>
          </a:r>
          <a:endParaRPr lang="en-US" sz="2100" kern="1200"/>
        </a:p>
      </dsp:txBody>
      <dsp:txXfrm>
        <a:off x="3177" y="55275"/>
        <a:ext cx="3098101" cy="604800"/>
      </dsp:txXfrm>
    </dsp:sp>
    <dsp:sp modelId="{76C5403D-B270-4857-81BC-9FB9056B0A89}">
      <dsp:nvSpPr>
        <dsp:cNvPr id="0" name=""/>
        <dsp:cNvSpPr/>
      </dsp:nvSpPr>
      <dsp:spPr>
        <a:xfrm>
          <a:off x="3177" y="660075"/>
          <a:ext cx="3098101" cy="327855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kern="1200"/>
            <a:t>Explanation</a:t>
          </a:r>
          <a:r>
            <a:rPr lang="en-US" sz="2100" kern="1200"/>
            <a:t>: Inspiring and guiding the team toward achieving project goals.</a:t>
          </a:r>
        </a:p>
        <a:p>
          <a:pPr marL="228600" lvl="1" indent="-228600" algn="l" defTabSz="933450">
            <a:lnSpc>
              <a:spcPct val="90000"/>
            </a:lnSpc>
            <a:spcBef>
              <a:spcPct val="0"/>
            </a:spcBef>
            <a:spcAft>
              <a:spcPct val="15000"/>
            </a:spcAft>
            <a:buChar char="•"/>
          </a:pPr>
          <a:r>
            <a:rPr lang="en-US" sz="2100" b="1" kern="1200"/>
            <a:t>Example</a:t>
          </a:r>
          <a:r>
            <a:rPr lang="en-US" sz="2100" kern="1200"/>
            <a:t>: Motivating a team of developers during a tight deadline to stay focused and productive.</a:t>
          </a:r>
        </a:p>
      </dsp:txBody>
      <dsp:txXfrm>
        <a:off x="3177" y="660075"/>
        <a:ext cx="3098101" cy="3278559"/>
      </dsp:txXfrm>
    </dsp:sp>
    <dsp:sp modelId="{F7524E68-ACE9-4CD9-B084-60BF083D8D4C}">
      <dsp:nvSpPr>
        <dsp:cNvPr id="0" name=""/>
        <dsp:cNvSpPr/>
      </dsp:nvSpPr>
      <dsp:spPr>
        <a:xfrm>
          <a:off x="3535013" y="55275"/>
          <a:ext cx="3098101" cy="60480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kern="1200"/>
            <a:t>2. Communication</a:t>
          </a:r>
          <a:endParaRPr lang="en-US" sz="2100" kern="1200"/>
        </a:p>
      </dsp:txBody>
      <dsp:txXfrm>
        <a:off x="3535013" y="55275"/>
        <a:ext cx="3098101" cy="604800"/>
      </dsp:txXfrm>
    </dsp:sp>
    <dsp:sp modelId="{D2CCF33B-D6D3-45E1-BCD0-FDA3F9997994}">
      <dsp:nvSpPr>
        <dsp:cNvPr id="0" name=""/>
        <dsp:cNvSpPr/>
      </dsp:nvSpPr>
      <dsp:spPr>
        <a:xfrm>
          <a:off x="3535013" y="660075"/>
          <a:ext cx="3098101" cy="3278559"/>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kern="1200"/>
            <a:t>Explanation</a:t>
          </a:r>
          <a:r>
            <a:rPr lang="en-US" sz="2100" kern="1200"/>
            <a:t>: Clearly conveying information to team members, stakeholders, and clients.</a:t>
          </a:r>
        </a:p>
        <a:p>
          <a:pPr marL="228600" lvl="1" indent="-228600" algn="l" defTabSz="933450">
            <a:lnSpc>
              <a:spcPct val="90000"/>
            </a:lnSpc>
            <a:spcBef>
              <a:spcPct val="0"/>
            </a:spcBef>
            <a:spcAft>
              <a:spcPct val="15000"/>
            </a:spcAft>
            <a:buChar char="•"/>
          </a:pPr>
          <a:r>
            <a:rPr lang="en-US" sz="2100" b="1" kern="1200"/>
            <a:t>Example</a:t>
          </a:r>
          <a:r>
            <a:rPr lang="en-US" sz="2100" kern="1200"/>
            <a:t>: Hosting weekly meetings to update stakeholders on project progress and challenges.</a:t>
          </a:r>
        </a:p>
      </dsp:txBody>
      <dsp:txXfrm>
        <a:off x="3535013" y="660075"/>
        <a:ext cx="3098101" cy="3278559"/>
      </dsp:txXfrm>
    </dsp:sp>
    <dsp:sp modelId="{52EEF163-DDD2-4411-A660-FAF7063774F6}">
      <dsp:nvSpPr>
        <dsp:cNvPr id="0" name=""/>
        <dsp:cNvSpPr/>
      </dsp:nvSpPr>
      <dsp:spPr>
        <a:xfrm>
          <a:off x="7066848" y="55275"/>
          <a:ext cx="3098101" cy="604800"/>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kern="1200"/>
            <a:t>3. Time Management</a:t>
          </a:r>
          <a:endParaRPr lang="en-US" sz="2100" kern="1200"/>
        </a:p>
      </dsp:txBody>
      <dsp:txXfrm>
        <a:off x="7066848" y="55275"/>
        <a:ext cx="3098101" cy="604800"/>
      </dsp:txXfrm>
    </dsp:sp>
    <dsp:sp modelId="{5ADDC4C8-1877-497F-A297-C6B20F64113F}">
      <dsp:nvSpPr>
        <dsp:cNvPr id="0" name=""/>
        <dsp:cNvSpPr/>
      </dsp:nvSpPr>
      <dsp:spPr>
        <a:xfrm>
          <a:off x="7066848" y="660075"/>
          <a:ext cx="3098101" cy="3278559"/>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kern="1200"/>
            <a:t>Explanation</a:t>
          </a:r>
          <a:r>
            <a:rPr lang="en-US" sz="2100" kern="1200"/>
            <a:t>: Prioritizing tasks and ensuring deadlines are met.</a:t>
          </a:r>
        </a:p>
        <a:p>
          <a:pPr marL="228600" lvl="1" indent="-228600" algn="l" defTabSz="933450">
            <a:lnSpc>
              <a:spcPct val="90000"/>
            </a:lnSpc>
            <a:spcBef>
              <a:spcPct val="0"/>
            </a:spcBef>
            <a:spcAft>
              <a:spcPct val="15000"/>
            </a:spcAft>
            <a:buChar char="•"/>
          </a:pPr>
          <a:r>
            <a:rPr lang="en-US" sz="2100" b="1" kern="1200"/>
            <a:t>Example</a:t>
          </a:r>
          <a:r>
            <a:rPr lang="en-US" sz="2100" kern="1200"/>
            <a:t>: Creating a Gantt chart to schedule tasks and monitor progress in a website development project.</a:t>
          </a:r>
        </a:p>
      </dsp:txBody>
      <dsp:txXfrm>
        <a:off x="7066848" y="660075"/>
        <a:ext cx="3098101" cy="32785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EDBE6A-1444-4765-8C97-CED73549F731}">
      <dsp:nvSpPr>
        <dsp:cNvPr id="0" name=""/>
        <dsp:cNvSpPr/>
      </dsp:nvSpPr>
      <dsp:spPr>
        <a:xfrm>
          <a:off x="3177" y="170565"/>
          <a:ext cx="3098101" cy="6048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kern="1200"/>
            <a:t>4. Risk Management</a:t>
          </a:r>
          <a:endParaRPr lang="en-US" sz="2100" kern="1200"/>
        </a:p>
      </dsp:txBody>
      <dsp:txXfrm>
        <a:off x="3177" y="170565"/>
        <a:ext cx="3098101" cy="604800"/>
      </dsp:txXfrm>
    </dsp:sp>
    <dsp:sp modelId="{F97892F9-1301-4927-8649-BEA96E4FCF74}">
      <dsp:nvSpPr>
        <dsp:cNvPr id="0" name=""/>
        <dsp:cNvSpPr/>
      </dsp:nvSpPr>
      <dsp:spPr>
        <a:xfrm>
          <a:off x="3177" y="775365"/>
          <a:ext cx="3098101" cy="304797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kern="1200"/>
            <a:t>Explanation</a:t>
          </a:r>
          <a:r>
            <a:rPr lang="en-US" sz="2100" kern="1200"/>
            <a:t>: Identifying potential problems and planning how to avoid or handle them.</a:t>
          </a:r>
        </a:p>
        <a:p>
          <a:pPr marL="228600" lvl="1" indent="-228600" algn="l" defTabSz="933450">
            <a:lnSpc>
              <a:spcPct val="90000"/>
            </a:lnSpc>
            <a:spcBef>
              <a:spcPct val="0"/>
            </a:spcBef>
            <a:spcAft>
              <a:spcPct val="15000"/>
            </a:spcAft>
            <a:buChar char="•"/>
          </a:pPr>
          <a:r>
            <a:rPr lang="en-US" sz="2100" b="1" kern="1200"/>
            <a:t>Example</a:t>
          </a:r>
          <a:r>
            <a:rPr lang="en-US" sz="2100" kern="1200"/>
            <a:t>: Preparing a backup plan in case a software update causes system downtime.</a:t>
          </a:r>
        </a:p>
      </dsp:txBody>
      <dsp:txXfrm>
        <a:off x="3177" y="775365"/>
        <a:ext cx="3098101" cy="3047979"/>
      </dsp:txXfrm>
    </dsp:sp>
    <dsp:sp modelId="{15B29871-F33E-4F03-9DAB-56DA090A020B}">
      <dsp:nvSpPr>
        <dsp:cNvPr id="0" name=""/>
        <dsp:cNvSpPr/>
      </dsp:nvSpPr>
      <dsp:spPr>
        <a:xfrm>
          <a:off x="3535013" y="170565"/>
          <a:ext cx="3098101" cy="604800"/>
        </a:xfrm>
        <a:prstGeom prst="rect">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kern="1200"/>
            <a:t>5. Problem-Solving</a:t>
          </a:r>
          <a:endParaRPr lang="en-US" sz="2100" kern="1200"/>
        </a:p>
      </dsp:txBody>
      <dsp:txXfrm>
        <a:off x="3535013" y="170565"/>
        <a:ext cx="3098101" cy="604800"/>
      </dsp:txXfrm>
    </dsp:sp>
    <dsp:sp modelId="{3C34F65D-968D-43A2-8F21-1EDF4AC618D0}">
      <dsp:nvSpPr>
        <dsp:cNvPr id="0" name=""/>
        <dsp:cNvSpPr/>
      </dsp:nvSpPr>
      <dsp:spPr>
        <a:xfrm>
          <a:off x="3535013" y="775365"/>
          <a:ext cx="3098101" cy="3047979"/>
        </a:xfrm>
        <a:prstGeom prst="rect">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kern="1200"/>
            <a:t>Explanation</a:t>
          </a:r>
          <a:r>
            <a:rPr lang="en-US" sz="2100" kern="1200"/>
            <a:t>: Finding solutions to unexpected issues during the project.</a:t>
          </a:r>
        </a:p>
        <a:p>
          <a:pPr marL="228600" lvl="1" indent="-228600" algn="l" defTabSz="933450">
            <a:lnSpc>
              <a:spcPct val="90000"/>
            </a:lnSpc>
            <a:spcBef>
              <a:spcPct val="0"/>
            </a:spcBef>
            <a:spcAft>
              <a:spcPct val="15000"/>
            </a:spcAft>
            <a:buChar char="•"/>
          </a:pPr>
          <a:r>
            <a:rPr lang="en-US" sz="2100" b="1" kern="1200"/>
            <a:t>Example</a:t>
          </a:r>
          <a:r>
            <a:rPr lang="en-US" sz="2100" kern="1200"/>
            <a:t>: Resolving a conflict between team members or fixing a bug that delays deployment.</a:t>
          </a:r>
        </a:p>
      </dsp:txBody>
      <dsp:txXfrm>
        <a:off x="3535013" y="775365"/>
        <a:ext cx="3098101" cy="3047979"/>
      </dsp:txXfrm>
    </dsp:sp>
    <dsp:sp modelId="{6D7125A9-EE04-48A1-B057-983BC798C63E}">
      <dsp:nvSpPr>
        <dsp:cNvPr id="0" name=""/>
        <dsp:cNvSpPr/>
      </dsp:nvSpPr>
      <dsp:spPr>
        <a:xfrm>
          <a:off x="7066848" y="170565"/>
          <a:ext cx="3098101" cy="604800"/>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kern="1200"/>
            <a:t>6. Negotiation</a:t>
          </a:r>
          <a:endParaRPr lang="en-US" sz="2100" kern="1200"/>
        </a:p>
      </dsp:txBody>
      <dsp:txXfrm>
        <a:off x="7066848" y="170565"/>
        <a:ext cx="3098101" cy="604800"/>
      </dsp:txXfrm>
    </dsp:sp>
    <dsp:sp modelId="{194B76C3-5A10-4E31-97A8-22BE3F555B5F}">
      <dsp:nvSpPr>
        <dsp:cNvPr id="0" name=""/>
        <dsp:cNvSpPr/>
      </dsp:nvSpPr>
      <dsp:spPr>
        <a:xfrm>
          <a:off x="7066848" y="775365"/>
          <a:ext cx="3098101" cy="3047979"/>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kern="1200"/>
            <a:t>Explanation</a:t>
          </a:r>
          <a:r>
            <a:rPr lang="en-US" sz="2100" kern="1200"/>
            <a:t>: Reaching agreements with clients, vendors, or team members.</a:t>
          </a:r>
        </a:p>
        <a:p>
          <a:pPr marL="228600" lvl="1" indent="-228600" algn="l" defTabSz="933450">
            <a:lnSpc>
              <a:spcPct val="90000"/>
            </a:lnSpc>
            <a:spcBef>
              <a:spcPct val="0"/>
            </a:spcBef>
            <a:spcAft>
              <a:spcPct val="15000"/>
            </a:spcAft>
            <a:buChar char="•"/>
          </a:pPr>
          <a:r>
            <a:rPr lang="en-US" sz="2100" b="1" kern="1200"/>
            <a:t>Example</a:t>
          </a:r>
          <a:r>
            <a:rPr lang="en-US" sz="2100" kern="1200"/>
            <a:t>: Negotiating with a client to extend the deadline in exchange for additional features.</a:t>
          </a:r>
        </a:p>
      </dsp:txBody>
      <dsp:txXfrm>
        <a:off x="7066848" y="775365"/>
        <a:ext cx="3098101" cy="304797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595F82-D495-4D6C-8D6C-FAADCE9ECC66}">
      <dsp:nvSpPr>
        <dsp:cNvPr id="0" name=""/>
        <dsp:cNvSpPr/>
      </dsp:nvSpPr>
      <dsp:spPr>
        <a:xfrm>
          <a:off x="3822" y="240838"/>
          <a:ext cx="2298751" cy="852328"/>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t>7. Budgeting</a:t>
          </a:r>
          <a:endParaRPr lang="en-US" sz="1700" kern="1200"/>
        </a:p>
      </dsp:txBody>
      <dsp:txXfrm>
        <a:off x="3822" y="240838"/>
        <a:ext cx="2298751" cy="852328"/>
      </dsp:txXfrm>
    </dsp:sp>
    <dsp:sp modelId="{032DFF93-7EA6-4A13-B544-54CE7341A1D3}">
      <dsp:nvSpPr>
        <dsp:cNvPr id="0" name=""/>
        <dsp:cNvSpPr/>
      </dsp:nvSpPr>
      <dsp:spPr>
        <a:xfrm>
          <a:off x="3822" y="1093166"/>
          <a:ext cx="2298751" cy="265990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b="1" kern="1200"/>
            <a:t>Explanation</a:t>
          </a:r>
          <a:r>
            <a:rPr lang="en-US" sz="1700" kern="1200"/>
            <a:t>: Managing project finances and ensuring spending stays within limits.</a:t>
          </a:r>
        </a:p>
        <a:p>
          <a:pPr marL="171450" lvl="1" indent="-171450" algn="l" defTabSz="755650">
            <a:lnSpc>
              <a:spcPct val="90000"/>
            </a:lnSpc>
            <a:spcBef>
              <a:spcPct val="0"/>
            </a:spcBef>
            <a:spcAft>
              <a:spcPct val="15000"/>
            </a:spcAft>
            <a:buChar char="•"/>
          </a:pPr>
          <a:r>
            <a:rPr lang="en-US" sz="1700" b="1" kern="1200"/>
            <a:t>Example</a:t>
          </a:r>
          <a:r>
            <a:rPr lang="en-US" sz="1700" kern="1200"/>
            <a:t>: Allocating funds for software licenses, team salaries, and testing tools.</a:t>
          </a:r>
        </a:p>
      </dsp:txBody>
      <dsp:txXfrm>
        <a:off x="3822" y="1093166"/>
        <a:ext cx="2298751" cy="2659905"/>
      </dsp:txXfrm>
    </dsp:sp>
    <dsp:sp modelId="{6721DE2A-C040-417E-BD0F-C5A5BF87179E}">
      <dsp:nvSpPr>
        <dsp:cNvPr id="0" name=""/>
        <dsp:cNvSpPr/>
      </dsp:nvSpPr>
      <dsp:spPr>
        <a:xfrm>
          <a:off x="2624399" y="240838"/>
          <a:ext cx="2298751" cy="852328"/>
        </a:xfrm>
        <a:prstGeom prst="rect">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t>8. Technical Knowledge (especially in IT projects)</a:t>
          </a:r>
          <a:endParaRPr lang="en-US" sz="1700" kern="1200"/>
        </a:p>
      </dsp:txBody>
      <dsp:txXfrm>
        <a:off x="2624399" y="240838"/>
        <a:ext cx="2298751" cy="852328"/>
      </dsp:txXfrm>
    </dsp:sp>
    <dsp:sp modelId="{93E2B3AA-566D-4756-80BF-D87BA251D1C6}">
      <dsp:nvSpPr>
        <dsp:cNvPr id="0" name=""/>
        <dsp:cNvSpPr/>
      </dsp:nvSpPr>
      <dsp:spPr>
        <a:xfrm>
          <a:off x="2624399" y="1093166"/>
          <a:ext cx="2298751" cy="2659905"/>
        </a:xfrm>
        <a:prstGeom prst="rect">
          <a:avLst/>
        </a:prstGeom>
        <a:solidFill>
          <a:schemeClr val="accent2">
            <a:tint val="40000"/>
            <a:alpha val="90000"/>
            <a:hueOff val="-283075"/>
            <a:satOff val="-25115"/>
            <a:lumOff val="-256"/>
            <a:alphaOff val="0"/>
          </a:schemeClr>
        </a:solidFill>
        <a:ln w="12700" cap="flat" cmpd="sng" algn="ctr">
          <a:solidFill>
            <a:schemeClr val="accent2">
              <a:tint val="40000"/>
              <a:alpha val="90000"/>
              <a:hueOff val="-283075"/>
              <a:satOff val="-25115"/>
              <a:lumOff val="-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b="1" kern="1200"/>
            <a:t>Explanation</a:t>
          </a:r>
          <a:r>
            <a:rPr lang="en-US" sz="1700" kern="1200"/>
            <a:t>: Understanding the technology being used to make informed decisions.</a:t>
          </a:r>
        </a:p>
        <a:p>
          <a:pPr marL="171450" lvl="1" indent="-171450" algn="l" defTabSz="755650">
            <a:lnSpc>
              <a:spcPct val="90000"/>
            </a:lnSpc>
            <a:spcBef>
              <a:spcPct val="0"/>
            </a:spcBef>
            <a:spcAft>
              <a:spcPct val="15000"/>
            </a:spcAft>
            <a:buChar char="•"/>
          </a:pPr>
          <a:r>
            <a:rPr lang="en-US" sz="1700" b="1" kern="1200"/>
            <a:t>Example</a:t>
          </a:r>
          <a:r>
            <a:rPr lang="en-US" sz="1700" kern="1200"/>
            <a:t>: Knowing how APIs work to guide developers in integrating third-party services.</a:t>
          </a:r>
        </a:p>
      </dsp:txBody>
      <dsp:txXfrm>
        <a:off x="2624399" y="1093166"/>
        <a:ext cx="2298751" cy="2659905"/>
      </dsp:txXfrm>
    </dsp:sp>
    <dsp:sp modelId="{D9FF399F-8195-4FF3-9949-1EA741F9F979}">
      <dsp:nvSpPr>
        <dsp:cNvPr id="0" name=""/>
        <dsp:cNvSpPr/>
      </dsp:nvSpPr>
      <dsp:spPr>
        <a:xfrm>
          <a:off x="5244976" y="240838"/>
          <a:ext cx="2298751" cy="852328"/>
        </a:xfrm>
        <a:prstGeom prst="rect">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t>9. Adaptability</a:t>
          </a:r>
          <a:endParaRPr lang="en-US" sz="1700" kern="1200"/>
        </a:p>
      </dsp:txBody>
      <dsp:txXfrm>
        <a:off x="5244976" y="240838"/>
        <a:ext cx="2298751" cy="852328"/>
      </dsp:txXfrm>
    </dsp:sp>
    <dsp:sp modelId="{4B591875-4E25-4EC6-80D6-8F8B622BAB98}">
      <dsp:nvSpPr>
        <dsp:cNvPr id="0" name=""/>
        <dsp:cNvSpPr/>
      </dsp:nvSpPr>
      <dsp:spPr>
        <a:xfrm>
          <a:off x="5244976" y="1093166"/>
          <a:ext cx="2298751" cy="2659905"/>
        </a:xfrm>
        <a:prstGeom prst="rect">
          <a:avLst/>
        </a:prstGeom>
        <a:solidFill>
          <a:schemeClr val="accent2">
            <a:tint val="40000"/>
            <a:alpha val="90000"/>
            <a:hueOff val="-566151"/>
            <a:satOff val="-50231"/>
            <a:lumOff val="-513"/>
            <a:alphaOff val="0"/>
          </a:schemeClr>
        </a:solidFill>
        <a:ln w="12700" cap="flat" cmpd="sng" algn="ctr">
          <a:solidFill>
            <a:schemeClr val="accent2">
              <a:tint val="40000"/>
              <a:alpha val="90000"/>
              <a:hueOff val="-566151"/>
              <a:satOff val="-50231"/>
              <a:lumOff val="-5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b="1" kern="1200"/>
            <a:t>Explanation</a:t>
          </a:r>
          <a:r>
            <a:rPr lang="en-US" sz="1700" kern="1200"/>
            <a:t>: Adjusting plans and strategies when project conditions change.</a:t>
          </a:r>
        </a:p>
        <a:p>
          <a:pPr marL="171450" lvl="1" indent="-171450" algn="l" defTabSz="755650">
            <a:lnSpc>
              <a:spcPct val="90000"/>
            </a:lnSpc>
            <a:spcBef>
              <a:spcPct val="0"/>
            </a:spcBef>
            <a:spcAft>
              <a:spcPct val="15000"/>
            </a:spcAft>
            <a:buChar char="•"/>
          </a:pPr>
          <a:r>
            <a:rPr lang="en-US" sz="1700" b="1" kern="1200"/>
            <a:t>Example</a:t>
          </a:r>
          <a:r>
            <a:rPr lang="en-US" sz="1700" kern="1200"/>
            <a:t>: Switching from Waterfall to Agile methodology when client requirements evolve.</a:t>
          </a:r>
        </a:p>
      </dsp:txBody>
      <dsp:txXfrm>
        <a:off x="5244976" y="1093166"/>
        <a:ext cx="2298751" cy="2659905"/>
      </dsp:txXfrm>
    </dsp:sp>
    <dsp:sp modelId="{F1B7EEE3-6361-4046-87A7-C3F0AC5BAA53}">
      <dsp:nvSpPr>
        <dsp:cNvPr id="0" name=""/>
        <dsp:cNvSpPr/>
      </dsp:nvSpPr>
      <dsp:spPr>
        <a:xfrm>
          <a:off x="7865553" y="240838"/>
          <a:ext cx="2298751" cy="852328"/>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t>10. Organizational Skills</a:t>
          </a:r>
          <a:endParaRPr lang="en-US" sz="1700" kern="1200"/>
        </a:p>
      </dsp:txBody>
      <dsp:txXfrm>
        <a:off x="7865553" y="240838"/>
        <a:ext cx="2298751" cy="852328"/>
      </dsp:txXfrm>
    </dsp:sp>
    <dsp:sp modelId="{6DEFCCED-C0B4-4D98-AC7A-C51FEDC1A624}">
      <dsp:nvSpPr>
        <dsp:cNvPr id="0" name=""/>
        <dsp:cNvSpPr/>
      </dsp:nvSpPr>
      <dsp:spPr>
        <a:xfrm>
          <a:off x="7865553" y="1093166"/>
          <a:ext cx="2298751" cy="2659905"/>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b="1" kern="1200"/>
            <a:t>Explanation</a:t>
          </a:r>
          <a:r>
            <a:rPr lang="en-US" sz="1700" kern="1200"/>
            <a:t>: Keeping project documents, schedules, and resources well-managed.</a:t>
          </a:r>
        </a:p>
        <a:p>
          <a:pPr marL="171450" lvl="1" indent="-171450" algn="l" defTabSz="755650">
            <a:lnSpc>
              <a:spcPct val="90000"/>
            </a:lnSpc>
            <a:spcBef>
              <a:spcPct val="0"/>
            </a:spcBef>
            <a:spcAft>
              <a:spcPct val="15000"/>
            </a:spcAft>
            <a:buChar char="•"/>
          </a:pPr>
          <a:r>
            <a:rPr lang="en-US" sz="1700" b="1" kern="1200"/>
            <a:t>Example</a:t>
          </a:r>
          <a:r>
            <a:rPr lang="en-US" sz="1700" kern="1200"/>
            <a:t>: Using project management tools like Trello or Asana to track tasks and deadlines.</a:t>
          </a:r>
        </a:p>
      </dsp:txBody>
      <dsp:txXfrm>
        <a:off x="7865553" y="1093166"/>
        <a:ext cx="2298751" cy="265990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365B3D-3743-4A8A-AFCB-7F76FFDC3753}">
      <dsp:nvSpPr>
        <dsp:cNvPr id="0" name=""/>
        <dsp:cNvSpPr/>
      </dsp:nvSpPr>
      <dsp:spPr>
        <a:xfrm>
          <a:off x="582645" y="1178"/>
          <a:ext cx="2174490" cy="130469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Technical Skills</a:t>
          </a:r>
          <a:endParaRPr lang="en-US" sz="1400" kern="1200"/>
        </a:p>
      </dsp:txBody>
      <dsp:txXfrm>
        <a:off x="582645" y="1178"/>
        <a:ext cx="2174490" cy="1304694"/>
      </dsp:txXfrm>
    </dsp:sp>
    <dsp:sp modelId="{72D5C4E5-A6A0-4F30-ABA0-2454D0DBC538}">
      <dsp:nvSpPr>
        <dsp:cNvPr id="0" name=""/>
        <dsp:cNvSpPr/>
      </dsp:nvSpPr>
      <dsp:spPr>
        <a:xfrm>
          <a:off x="2974584" y="1178"/>
          <a:ext cx="2174490" cy="1304694"/>
        </a:xfrm>
        <a:prstGeom prst="rect">
          <a:avLst/>
        </a:prstGeom>
        <a:solidFill>
          <a:schemeClr val="accent2">
            <a:hueOff val="-181920"/>
            <a:satOff val="-10491"/>
            <a:lumOff val="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Project Management Methodologies</a:t>
          </a:r>
          <a:endParaRPr lang="en-US" sz="1400" kern="1200"/>
        </a:p>
        <a:p>
          <a:pPr marL="57150" lvl="1" indent="-57150" algn="l" defTabSz="488950">
            <a:lnSpc>
              <a:spcPct val="90000"/>
            </a:lnSpc>
            <a:spcBef>
              <a:spcPct val="0"/>
            </a:spcBef>
            <a:spcAft>
              <a:spcPct val="15000"/>
            </a:spcAft>
            <a:buChar char="•"/>
          </a:pPr>
          <a:r>
            <a:rPr lang="en-US" sz="1100" kern="1200"/>
            <a:t>Agile, Scrum, Kanban, Waterfall, Hybrid</a:t>
          </a:r>
        </a:p>
        <a:p>
          <a:pPr marL="57150" lvl="1" indent="-57150" algn="l" defTabSz="488950">
            <a:lnSpc>
              <a:spcPct val="90000"/>
            </a:lnSpc>
            <a:spcBef>
              <a:spcPct val="0"/>
            </a:spcBef>
            <a:spcAft>
              <a:spcPct val="15000"/>
            </a:spcAft>
            <a:buChar char="•"/>
          </a:pPr>
          <a:r>
            <a:rPr lang="en-US" sz="1100" kern="1200"/>
            <a:t>PMP, PRINCE2, or Scrum Master certification</a:t>
          </a:r>
        </a:p>
      </dsp:txBody>
      <dsp:txXfrm>
        <a:off x="2974584" y="1178"/>
        <a:ext cx="2174490" cy="1304694"/>
      </dsp:txXfrm>
    </dsp:sp>
    <dsp:sp modelId="{A868111C-FEFC-4301-84DC-3F5D029A00A6}">
      <dsp:nvSpPr>
        <dsp:cNvPr id="0" name=""/>
        <dsp:cNvSpPr/>
      </dsp:nvSpPr>
      <dsp:spPr>
        <a:xfrm>
          <a:off x="5366524" y="1178"/>
          <a:ext cx="2174490" cy="1304694"/>
        </a:xfrm>
        <a:prstGeom prst="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Software Development Life Cycle (SDLC) Understanding</a:t>
          </a:r>
          <a:endParaRPr lang="en-US" sz="1400" kern="1200"/>
        </a:p>
        <a:p>
          <a:pPr marL="57150" lvl="1" indent="-57150" algn="l" defTabSz="488950">
            <a:lnSpc>
              <a:spcPct val="90000"/>
            </a:lnSpc>
            <a:spcBef>
              <a:spcPct val="0"/>
            </a:spcBef>
            <a:spcAft>
              <a:spcPct val="15000"/>
            </a:spcAft>
            <a:buChar char="•"/>
          </a:pPr>
          <a:r>
            <a:rPr lang="en-US" sz="1100" kern="1200"/>
            <a:t>Knowledge of phases: requirements, design, development, testing, deployment, and maintenance</a:t>
          </a:r>
        </a:p>
      </dsp:txBody>
      <dsp:txXfrm>
        <a:off x="5366524" y="1178"/>
        <a:ext cx="2174490" cy="1304694"/>
      </dsp:txXfrm>
    </dsp:sp>
    <dsp:sp modelId="{10F4CB06-8FCF-4E96-A3F9-0732EF9E5242}">
      <dsp:nvSpPr>
        <dsp:cNvPr id="0" name=""/>
        <dsp:cNvSpPr/>
      </dsp:nvSpPr>
      <dsp:spPr>
        <a:xfrm>
          <a:off x="7758464" y="1178"/>
          <a:ext cx="2174490" cy="1304694"/>
        </a:xfrm>
        <a:prstGeom prst="rect">
          <a:avLst/>
        </a:prstGeom>
        <a:solidFill>
          <a:schemeClr val="accent2">
            <a:hueOff val="-545761"/>
            <a:satOff val="-31473"/>
            <a:lumOff val="32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IT Infrastructure Knowledge</a:t>
          </a:r>
          <a:endParaRPr lang="en-US" sz="1400" kern="1200"/>
        </a:p>
        <a:p>
          <a:pPr marL="57150" lvl="1" indent="-57150" algn="l" defTabSz="488950">
            <a:lnSpc>
              <a:spcPct val="90000"/>
            </a:lnSpc>
            <a:spcBef>
              <a:spcPct val="0"/>
            </a:spcBef>
            <a:spcAft>
              <a:spcPct val="15000"/>
            </a:spcAft>
            <a:buChar char="•"/>
          </a:pPr>
          <a:r>
            <a:rPr lang="en-US" sz="1100" kern="1200"/>
            <a:t>Networking, cloud computing (AWS, Azure, GCP), databases, cybersecurity basics</a:t>
          </a:r>
        </a:p>
      </dsp:txBody>
      <dsp:txXfrm>
        <a:off x="7758464" y="1178"/>
        <a:ext cx="2174490" cy="1304694"/>
      </dsp:txXfrm>
    </dsp:sp>
    <dsp:sp modelId="{0A8CB5F3-60F1-4B28-8DA6-777D6B97A73D}">
      <dsp:nvSpPr>
        <dsp:cNvPr id="0" name=""/>
        <dsp:cNvSpPr/>
      </dsp:nvSpPr>
      <dsp:spPr>
        <a:xfrm>
          <a:off x="582645" y="1523321"/>
          <a:ext cx="2174490" cy="1304694"/>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Project Management Tools</a:t>
          </a:r>
          <a:endParaRPr lang="en-US" sz="1400" kern="1200"/>
        </a:p>
        <a:p>
          <a:pPr marL="57150" lvl="1" indent="-57150" algn="l" defTabSz="488950">
            <a:lnSpc>
              <a:spcPct val="90000"/>
            </a:lnSpc>
            <a:spcBef>
              <a:spcPct val="0"/>
            </a:spcBef>
            <a:spcAft>
              <a:spcPct val="15000"/>
            </a:spcAft>
            <a:buChar char="•"/>
          </a:pPr>
          <a:r>
            <a:rPr lang="en-US" sz="1100" kern="1200"/>
            <a:t>Tools like Jira, Trello, Microsoft Project, Asana, Monday.com, or ClickUp</a:t>
          </a:r>
        </a:p>
      </dsp:txBody>
      <dsp:txXfrm>
        <a:off x="582645" y="1523321"/>
        <a:ext cx="2174490" cy="1304694"/>
      </dsp:txXfrm>
    </dsp:sp>
    <dsp:sp modelId="{52593E8B-4B09-4EFC-9932-E60A68AF78A7}">
      <dsp:nvSpPr>
        <dsp:cNvPr id="0" name=""/>
        <dsp:cNvSpPr/>
      </dsp:nvSpPr>
      <dsp:spPr>
        <a:xfrm>
          <a:off x="2974584" y="1523321"/>
          <a:ext cx="2174490" cy="1304694"/>
        </a:xfrm>
        <a:prstGeom prst="rect">
          <a:avLst/>
        </a:prstGeom>
        <a:solidFill>
          <a:schemeClr val="accent2">
            <a:hueOff val="-909602"/>
            <a:satOff val="-52455"/>
            <a:lumOff val="5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Risk Management</a:t>
          </a:r>
          <a:endParaRPr lang="en-US" sz="1400" kern="1200"/>
        </a:p>
        <a:p>
          <a:pPr marL="57150" lvl="1" indent="-57150" algn="l" defTabSz="488950">
            <a:lnSpc>
              <a:spcPct val="90000"/>
            </a:lnSpc>
            <a:spcBef>
              <a:spcPct val="0"/>
            </a:spcBef>
            <a:spcAft>
              <a:spcPct val="15000"/>
            </a:spcAft>
            <a:buChar char="•"/>
          </a:pPr>
          <a:r>
            <a:rPr lang="en-US" sz="1100" kern="1200"/>
            <a:t>Identifying, analyzing, mitigating risks and managing issues throughout the project</a:t>
          </a:r>
        </a:p>
      </dsp:txBody>
      <dsp:txXfrm>
        <a:off x="2974584" y="1523321"/>
        <a:ext cx="2174490" cy="1304694"/>
      </dsp:txXfrm>
    </dsp:sp>
    <dsp:sp modelId="{0CBC026A-F31E-4037-A000-ECF8CEDBF7FF}">
      <dsp:nvSpPr>
        <dsp:cNvPr id="0" name=""/>
        <dsp:cNvSpPr/>
      </dsp:nvSpPr>
      <dsp:spPr>
        <a:xfrm>
          <a:off x="5366524" y="1523321"/>
          <a:ext cx="2174490" cy="1304694"/>
        </a:xfrm>
        <a:prstGeom prst="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Budgeting and Resource Management</a:t>
          </a:r>
          <a:endParaRPr lang="en-US" sz="1400" kern="1200"/>
        </a:p>
        <a:p>
          <a:pPr marL="57150" lvl="1" indent="-57150" algn="l" defTabSz="488950">
            <a:lnSpc>
              <a:spcPct val="90000"/>
            </a:lnSpc>
            <a:spcBef>
              <a:spcPct val="0"/>
            </a:spcBef>
            <a:spcAft>
              <a:spcPct val="15000"/>
            </a:spcAft>
            <a:buChar char="•"/>
          </a:pPr>
          <a:r>
            <a:rPr lang="en-US" sz="1100" kern="1200"/>
            <a:t>Cost estimation, budget tracking, resource allocation, and utilization</a:t>
          </a:r>
        </a:p>
      </dsp:txBody>
      <dsp:txXfrm>
        <a:off x="5366524" y="1523321"/>
        <a:ext cx="2174490" cy="1304694"/>
      </dsp:txXfrm>
    </dsp:sp>
    <dsp:sp modelId="{00517E2D-059D-4E67-AF6B-C3AFE7E86194}">
      <dsp:nvSpPr>
        <dsp:cNvPr id="0" name=""/>
        <dsp:cNvSpPr/>
      </dsp:nvSpPr>
      <dsp:spPr>
        <a:xfrm>
          <a:off x="7758464" y="1523321"/>
          <a:ext cx="2174490" cy="1304694"/>
        </a:xfrm>
        <a:prstGeom prst="rect">
          <a:avLst/>
        </a:prstGeom>
        <a:solidFill>
          <a:schemeClr val="accent2">
            <a:hueOff val="-1273443"/>
            <a:satOff val="-73437"/>
            <a:lumOff val="75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Data and Metrics Interpretation</a:t>
          </a:r>
          <a:endParaRPr lang="en-US" sz="1400" kern="1200"/>
        </a:p>
        <a:p>
          <a:pPr marL="57150" lvl="1" indent="-57150" algn="l" defTabSz="488950">
            <a:lnSpc>
              <a:spcPct val="90000"/>
            </a:lnSpc>
            <a:spcBef>
              <a:spcPct val="0"/>
            </a:spcBef>
            <a:spcAft>
              <a:spcPct val="15000"/>
            </a:spcAft>
            <a:buChar char="•"/>
          </a:pPr>
          <a:r>
            <a:rPr lang="en-US" sz="1100" kern="1200"/>
            <a:t>KPIs, burndown charts, velocity, earned value management (EVM)</a:t>
          </a:r>
        </a:p>
      </dsp:txBody>
      <dsp:txXfrm>
        <a:off x="7758464" y="1523321"/>
        <a:ext cx="2174490" cy="1304694"/>
      </dsp:txXfrm>
    </dsp:sp>
    <dsp:sp modelId="{70D41766-7093-4930-A92C-B0EE19B8C5D0}">
      <dsp:nvSpPr>
        <dsp:cNvPr id="0" name=""/>
        <dsp:cNvSpPr/>
      </dsp:nvSpPr>
      <dsp:spPr>
        <a:xfrm>
          <a:off x="4170554" y="3045465"/>
          <a:ext cx="2174490" cy="1304694"/>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Contract &amp; Vendor Management</a:t>
          </a:r>
          <a:endParaRPr lang="en-US" sz="1400" kern="1200"/>
        </a:p>
        <a:p>
          <a:pPr marL="57150" lvl="1" indent="-57150" algn="l" defTabSz="488950">
            <a:lnSpc>
              <a:spcPct val="90000"/>
            </a:lnSpc>
            <a:spcBef>
              <a:spcPct val="0"/>
            </a:spcBef>
            <a:spcAft>
              <a:spcPct val="15000"/>
            </a:spcAft>
            <a:buChar char="•"/>
          </a:pPr>
          <a:r>
            <a:rPr lang="en-US" sz="1100" kern="1200"/>
            <a:t>Working with third-party vendors, drafting contracts, managing SLAs</a:t>
          </a:r>
        </a:p>
      </dsp:txBody>
      <dsp:txXfrm>
        <a:off x="4170554" y="3045465"/>
        <a:ext cx="2174490" cy="130469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142727-52C1-4FB0-87CB-D88675D51DEB}">
      <dsp:nvSpPr>
        <dsp:cNvPr id="0" name=""/>
        <dsp:cNvSpPr/>
      </dsp:nvSpPr>
      <dsp:spPr>
        <a:xfrm>
          <a:off x="0" y="3364"/>
          <a:ext cx="6364224" cy="56483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2B3C9C-F2F7-4DE1-951E-B80E22E06E50}">
      <dsp:nvSpPr>
        <dsp:cNvPr id="0" name=""/>
        <dsp:cNvSpPr/>
      </dsp:nvSpPr>
      <dsp:spPr>
        <a:xfrm>
          <a:off x="170861" y="130451"/>
          <a:ext cx="310657" cy="3106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C1B30C-6BAA-4FEB-AC2A-4E07CC700DC7}">
      <dsp:nvSpPr>
        <dsp:cNvPr id="0" name=""/>
        <dsp:cNvSpPr/>
      </dsp:nvSpPr>
      <dsp:spPr>
        <a:xfrm>
          <a:off x="652379" y="3364"/>
          <a:ext cx="5711206"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711200">
            <a:lnSpc>
              <a:spcPct val="90000"/>
            </a:lnSpc>
            <a:spcBef>
              <a:spcPct val="0"/>
            </a:spcBef>
            <a:spcAft>
              <a:spcPct val="35000"/>
            </a:spcAft>
            <a:buNone/>
          </a:pPr>
          <a:r>
            <a:rPr lang="en-US" sz="1600" b="1" kern="1200"/>
            <a:t>Analytical &amp; Problem-Solving Skills</a:t>
          </a:r>
          <a:endParaRPr lang="en-US" sz="1600" kern="1200"/>
        </a:p>
      </dsp:txBody>
      <dsp:txXfrm>
        <a:off x="652379" y="3364"/>
        <a:ext cx="5711206" cy="564831"/>
      </dsp:txXfrm>
    </dsp:sp>
    <dsp:sp modelId="{090BF533-B312-4988-ACA3-9BB16AC05B01}">
      <dsp:nvSpPr>
        <dsp:cNvPr id="0" name=""/>
        <dsp:cNvSpPr/>
      </dsp:nvSpPr>
      <dsp:spPr>
        <a:xfrm>
          <a:off x="0" y="709403"/>
          <a:ext cx="6364224" cy="56483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531DE1-903D-45F0-B756-359A5A80C11F}">
      <dsp:nvSpPr>
        <dsp:cNvPr id="0" name=""/>
        <dsp:cNvSpPr/>
      </dsp:nvSpPr>
      <dsp:spPr>
        <a:xfrm>
          <a:off x="170861" y="836490"/>
          <a:ext cx="310657" cy="3106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3F5E1C-30FB-4452-A19C-CF9C4AFE63B6}">
      <dsp:nvSpPr>
        <dsp:cNvPr id="0" name=""/>
        <dsp:cNvSpPr/>
      </dsp:nvSpPr>
      <dsp:spPr>
        <a:xfrm>
          <a:off x="652379" y="709403"/>
          <a:ext cx="2863900"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711200">
            <a:lnSpc>
              <a:spcPct val="90000"/>
            </a:lnSpc>
            <a:spcBef>
              <a:spcPct val="0"/>
            </a:spcBef>
            <a:spcAft>
              <a:spcPct val="35000"/>
            </a:spcAft>
            <a:buNone/>
          </a:pPr>
          <a:r>
            <a:rPr lang="en-US" sz="1600" b="1" kern="1200"/>
            <a:t>Critical Thinking</a:t>
          </a:r>
          <a:endParaRPr lang="en-US" sz="1600" kern="1200"/>
        </a:p>
      </dsp:txBody>
      <dsp:txXfrm>
        <a:off x="652379" y="709403"/>
        <a:ext cx="2863900" cy="564831"/>
      </dsp:txXfrm>
    </dsp:sp>
    <dsp:sp modelId="{13F8AA82-79C6-41FC-A8A9-880CFDFDE62D}">
      <dsp:nvSpPr>
        <dsp:cNvPr id="0" name=""/>
        <dsp:cNvSpPr/>
      </dsp:nvSpPr>
      <dsp:spPr>
        <a:xfrm>
          <a:off x="3516280" y="709403"/>
          <a:ext cx="2847305"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488950">
            <a:lnSpc>
              <a:spcPct val="90000"/>
            </a:lnSpc>
            <a:spcBef>
              <a:spcPct val="0"/>
            </a:spcBef>
            <a:spcAft>
              <a:spcPct val="35000"/>
            </a:spcAft>
            <a:buNone/>
          </a:pPr>
          <a:r>
            <a:rPr lang="en-US" sz="1100" kern="1200"/>
            <a:t>Ability to analyze project issues and derive logical solutions quickly</a:t>
          </a:r>
        </a:p>
      </dsp:txBody>
      <dsp:txXfrm>
        <a:off x="3516280" y="709403"/>
        <a:ext cx="2847305" cy="564831"/>
      </dsp:txXfrm>
    </dsp:sp>
    <dsp:sp modelId="{90625A98-9D57-4BAD-8B26-36D8737F5DAF}">
      <dsp:nvSpPr>
        <dsp:cNvPr id="0" name=""/>
        <dsp:cNvSpPr/>
      </dsp:nvSpPr>
      <dsp:spPr>
        <a:xfrm>
          <a:off x="0" y="1415442"/>
          <a:ext cx="6364224" cy="56483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85C60B-A045-4195-94D2-8FB81BE35142}">
      <dsp:nvSpPr>
        <dsp:cNvPr id="0" name=""/>
        <dsp:cNvSpPr/>
      </dsp:nvSpPr>
      <dsp:spPr>
        <a:xfrm>
          <a:off x="170861" y="1542529"/>
          <a:ext cx="310657" cy="3106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FBB04C-1A7F-494A-A855-CD0F22245354}">
      <dsp:nvSpPr>
        <dsp:cNvPr id="0" name=""/>
        <dsp:cNvSpPr/>
      </dsp:nvSpPr>
      <dsp:spPr>
        <a:xfrm>
          <a:off x="652379" y="1415442"/>
          <a:ext cx="2863900"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711200">
            <a:lnSpc>
              <a:spcPct val="90000"/>
            </a:lnSpc>
            <a:spcBef>
              <a:spcPct val="0"/>
            </a:spcBef>
            <a:spcAft>
              <a:spcPct val="35000"/>
            </a:spcAft>
            <a:buNone/>
          </a:pPr>
          <a:r>
            <a:rPr lang="en-US" sz="1600" b="1" kern="1200"/>
            <a:t>Decision-Making</a:t>
          </a:r>
          <a:endParaRPr lang="en-US" sz="1600" kern="1200"/>
        </a:p>
      </dsp:txBody>
      <dsp:txXfrm>
        <a:off x="652379" y="1415442"/>
        <a:ext cx="2863900" cy="564831"/>
      </dsp:txXfrm>
    </dsp:sp>
    <dsp:sp modelId="{674AFC5D-FF0B-478E-8861-B7C5D59CF6E3}">
      <dsp:nvSpPr>
        <dsp:cNvPr id="0" name=""/>
        <dsp:cNvSpPr/>
      </dsp:nvSpPr>
      <dsp:spPr>
        <a:xfrm>
          <a:off x="3516280" y="1415442"/>
          <a:ext cx="2847305"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488950">
            <a:lnSpc>
              <a:spcPct val="90000"/>
            </a:lnSpc>
            <a:spcBef>
              <a:spcPct val="0"/>
            </a:spcBef>
            <a:spcAft>
              <a:spcPct val="35000"/>
            </a:spcAft>
            <a:buNone/>
          </a:pPr>
          <a:r>
            <a:rPr lang="en-US" sz="1100" kern="1200"/>
            <a:t>Making timely decisions considering business and technical impact</a:t>
          </a:r>
        </a:p>
      </dsp:txBody>
      <dsp:txXfrm>
        <a:off x="3516280" y="1415442"/>
        <a:ext cx="2847305" cy="564831"/>
      </dsp:txXfrm>
    </dsp:sp>
    <dsp:sp modelId="{2547EFE6-A54F-4075-95AB-6099838D287D}">
      <dsp:nvSpPr>
        <dsp:cNvPr id="0" name=""/>
        <dsp:cNvSpPr/>
      </dsp:nvSpPr>
      <dsp:spPr>
        <a:xfrm>
          <a:off x="0" y="2121481"/>
          <a:ext cx="6364224" cy="56483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632DC2-43A1-48CA-9FA5-597A9BB36B58}">
      <dsp:nvSpPr>
        <dsp:cNvPr id="0" name=""/>
        <dsp:cNvSpPr/>
      </dsp:nvSpPr>
      <dsp:spPr>
        <a:xfrm>
          <a:off x="170861" y="2248568"/>
          <a:ext cx="310657" cy="3106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2A13AB-1CE2-480A-B946-BD8AA14A6DB1}">
      <dsp:nvSpPr>
        <dsp:cNvPr id="0" name=""/>
        <dsp:cNvSpPr/>
      </dsp:nvSpPr>
      <dsp:spPr>
        <a:xfrm>
          <a:off x="652379" y="2121481"/>
          <a:ext cx="5711206"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711200">
            <a:lnSpc>
              <a:spcPct val="90000"/>
            </a:lnSpc>
            <a:spcBef>
              <a:spcPct val="0"/>
            </a:spcBef>
            <a:spcAft>
              <a:spcPct val="35000"/>
            </a:spcAft>
            <a:buNone/>
          </a:pPr>
          <a:r>
            <a:rPr lang="en-US" sz="1600" b="1" kern="1200"/>
            <a:t>Leadership &amp; Interpersonal Skills</a:t>
          </a:r>
          <a:endParaRPr lang="en-US" sz="1600" kern="1200"/>
        </a:p>
      </dsp:txBody>
      <dsp:txXfrm>
        <a:off x="652379" y="2121481"/>
        <a:ext cx="5711206" cy="564831"/>
      </dsp:txXfrm>
    </dsp:sp>
    <dsp:sp modelId="{F091869B-5977-49A8-B944-2A5DD8C9921F}">
      <dsp:nvSpPr>
        <dsp:cNvPr id="0" name=""/>
        <dsp:cNvSpPr/>
      </dsp:nvSpPr>
      <dsp:spPr>
        <a:xfrm>
          <a:off x="0" y="2827519"/>
          <a:ext cx="6364224" cy="564831"/>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CC9B21-6978-49ED-A9A6-B3F587530A17}">
      <dsp:nvSpPr>
        <dsp:cNvPr id="0" name=""/>
        <dsp:cNvSpPr/>
      </dsp:nvSpPr>
      <dsp:spPr>
        <a:xfrm>
          <a:off x="170861" y="2954606"/>
          <a:ext cx="310657" cy="31065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FF6EAB-99A6-44C0-A0D3-5321F193137A}">
      <dsp:nvSpPr>
        <dsp:cNvPr id="0" name=""/>
        <dsp:cNvSpPr/>
      </dsp:nvSpPr>
      <dsp:spPr>
        <a:xfrm>
          <a:off x="652379" y="2827519"/>
          <a:ext cx="2863900"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711200">
            <a:lnSpc>
              <a:spcPct val="90000"/>
            </a:lnSpc>
            <a:spcBef>
              <a:spcPct val="0"/>
            </a:spcBef>
            <a:spcAft>
              <a:spcPct val="35000"/>
            </a:spcAft>
            <a:buNone/>
          </a:pPr>
          <a:r>
            <a:rPr lang="en-US" sz="1600" b="1" kern="1200"/>
            <a:t>Team Leadership</a:t>
          </a:r>
          <a:endParaRPr lang="en-US" sz="1600" kern="1200"/>
        </a:p>
      </dsp:txBody>
      <dsp:txXfrm>
        <a:off x="652379" y="2827519"/>
        <a:ext cx="2863900" cy="564831"/>
      </dsp:txXfrm>
    </dsp:sp>
    <dsp:sp modelId="{25FE14D7-F72F-4936-89C1-12F6403EA84B}">
      <dsp:nvSpPr>
        <dsp:cNvPr id="0" name=""/>
        <dsp:cNvSpPr/>
      </dsp:nvSpPr>
      <dsp:spPr>
        <a:xfrm>
          <a:off x="3516280" y="2827519"/>
          <a:ext cx="2847305"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488950">
            <a:lnSpc>
              <a:spcPct val="90000"/>
            </a:lnSpc>
            <a:spcBef>
              <a:spcPct val="0"/>
            </a:spcBef>
            <a:spcAft>
              <a:spcPct val="35000"/>
            </a:spcAft>
            <a:buNone/>
          </a:pPr>
          <a:r>
            <a:rPr lang="en-US" sz="1100" kern="1200"/>
            <a:t>Motivating cross-functional teams, resolving conflicts, and ensuring productivity</a:t>
          </a:r>
        </a:p>
      </dsp:txBody>
      <dsp:txXfrm>
        <a:off x="3516280" y="2827519"/>
        <a:ext cx="2847305" cy="564831"/>
      </dsp:txXfrm>
    </dsp:sp>
    <dsp:sp modelId="{1EFD3B87-F984-4E0B-8EF3-D52DAEC22BE8}">
      <dsp:nvSpPr>
        <dsp:cNvPr id="0" name=""/>
        <dsp:cNvSpPr/>
      </dsp:nvSpPr>
      <dsp:spPr>
        <a:xfrm>
          <a:off x="0" y="3533558"/>
          <a:ext cx="6364224" cy="56483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56D8A7-779A-46AF-81BE-82E82DC4EFFF}">
      <dsp:nvSpPr>
        <dsp:cNvPr id="0" name=""/>
        <dsp:cNvSpPr/>
      </dsp:nvSpPr>
      <dsp:spPr>
        <a:xfrm>
          <a:off x="170861" y="3660645"/>
          <a:ext cx="310657" cy="31065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B8A2FA-C4FA-43C2-89DE-74B73BBE0B39}">
      <dsp:nvSpPr>
        <dsp:cNvPr id="0" name=""/>
        <dsp:cNvSpPr/>
      </dsp:nvSpPr>
      <dsp:spPr>
        <a:xfrm>
          <a:off x="652379" y="3533558"/>
          <a:ext cx="2863900"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711200">
            <a:lnSpc>
              <a:spcPct val="90000"/>
            </a:lnSpc>
            <a:spcBef>
              <a:spcPct val="0"/>
            </a:spcBef>
            <a:spcAft>
              <a:spcPct val="35000"/>
            </a:spcAft>
            <a:buNone/>
          </a:pPr>
          <a:r>
            <a:rPr lang="en-US" sz="1600" b="1" kern="1200"/>
            <a:t>Communication</a:t>
          </a:r>
          <a:endParaRPr lang="en-US" sz="1600" kern="1200"/>
        </a:p>
      </dsp:txBody>
      <dsp:txXfrm>
        <a:off x="652379" y="3533558"/>
        <a:ext cx="2863900" cy="564831"/>
      </dsp:txXfrm>
    </dsp:sp>
    <dsp:sp modelId="{655938CC-3EDE-46F9-BE62-57C2E37FE6A3}">
      <dsp:nvSpPr>
        <dsp:cNvPr id="0" name=""/>
        <dsp:cNvSpPr/>
      </dsp:nvSpPr>
      <dsp:spPr>
        <a:xfrm>
          <a:off x="3516280" y="3533558"/>
          <a:ext cx="2847305"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488950">
            <a:lnSpc>
              <a:spcPct val="90000"/>
            </a:lnSpc>
            <a:spcBef>
              <a:spcPct val="0"/>
            </a:spcBef>
            <a:spcAft>
              <a:spcPct val="35000"/>
            </a:spcAft>
            <a:buNone/>
          </a:pPr>
          <a:r>
            <a:rPr lang="en-US" sz="1100" kern="1200"/>
            <a:t>Clear communication with stakeholders, team members, and clients (both technical and non-technical)</a:t>
          </a:r>
        </a:p>
      </dsp:txBody>
      <dsp:txXfrm>
        <a:off x="3516280" y="3533558"/>
        <a:ext cx="2847305" cy="564831"/>
      </dsp:txXfrm>
    </dsp:sp>
    <dsp:sp modelId="{23452316-50E6-4F12-BD42-5F759E8754A6}">
      <dsp:nvSpPr>
        <dsp:cNvPr id="0" name=""/>
        <dsp:cNvSpPr/>
      </dsp:nvSpPr>
      <dsp:spPr>
        <a:xfrm>
          <a:off x="0" y="4239597"/>
          <a:ext cx="6364224" cy="56483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C0B72E-A0D7-47C2-811B-6A35ACAB2194}">
      <dsp:nvSpPr>
        <dsp:cNvPr id="0" name=""/>
        <dsp:cNvSpPr/>
      </dsp:nvSpPr>
      <dsp:spPr>
        <a:xfrm>
          <a:off x="170861" y="4366684"/>
          <a:ext cx="310657" cy="310657"/>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89F024-E25B-47FD-B8C9-C3CB5DE0AE06}">
      <dsp:nvSpPr>
        <dsp:cNvPr id="0" name=""/>
        <dsp:cNvSpPr/>
      </dsp:nvSpPr>
      <dsp:spPr>
        <a:xfrm>
          <a:off x="652379" y="4239597"/>
          <a:ext cx="2863900"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711200">
            <a:lnSpc>
              <a:spcPct val="90000"/>
            </a:lnSpc>
            <a:spcBef>
              <a:spcPct val="0"/>
            </a:spcBef>
            <a:spcAft>
              <a:spcPct val="35000"/>
            </a:spcAft>
            <a:buNone/>
          </a:pPr>
          <a:r>
            <a:rPr lang="en-US" sz="1600" b="1" kern="1200"/>
            <a:t>Stakeholder Management</a:t>
          </a:r>
          <a:endParaRPr lang="en-US" sz="1600" kern="1200"/>
        </a:p>
      </dsp:txBody>
      <dsp:txXfrm>
        <a:off x="652379" y="4239597"/>
        <a:ext cx="2863900" cy="564831"/>
      </dsp:txXfrm>
    </dsp:sp>
    <dsp:sp modelId="{22BE88C8-2655-4D4B-802F-D2E333E1002A}">
      <dsp:nvSpPr>
        <dsp:cNvPr id="0" name=""/>
        <dsp:cNvSpPr/>
      </dsp:nvSpPr>
      <dsp:spPr>
        <a:xfrm>
          <a:off x="3516280" y="4239597"/>
          <a:ext cx="2847305"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488950">
            <a:lnSpc>
              <a:spcPct val="90000"/>
            </a:lnSpc>
            <a:spcBef>
              <a:spcPct val="0"/>
            </a:spcBef>
            <a:spcAft>
              <a:spcPct val="35000"/>
            </a:spcAft>
            <a:buNone/>
          </a:pPr>
          <a:r>
            <a:rPr lang="en-US" sz="1100" kern="1200"/>
            <a:t>Managing expectations, engagement, and communication with key stakeholders</a:t>
          </a:r>
        </a:p>
      </dsp:txBody>
      <dsp:txXfrm>
        <a:off x="3516280" y="4239597"/>
        <a:ext cx="2847305" cy="564831"/>
      </dsp:txXfrm>
    </dsp:sp>
    <dsp:sp modelId="{81B6B24C-CD1F-4DD3-886B-E02B9CD64D1B}">
      <dsp:nvSpPr>
        <dsp:cNvPr id="0" name=""/>
        <dsp:cNvSpPr/>
      </dsp:nvSpPr>
      <dsp:spPr>
        <a:xfrm>
          <a:off x="0" y="4945636"/>
          <a:ext cx="6364224" cy="56483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9E928A-0928-4EA7-AB1A-7B8451B351C1}">
      <dsp:nvSpPr>
        <dsp:cNvPr id="0" name=""/>
        <dsp:cNvSpPr/>
      </dsp:nvSpPr>
      <dsp:spPr>
        <a:xfrm>
          <a:off x="170861" y="5072723"/>
          <a:ext cx="310657" cy="310657"/>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DCD644-A3AB-4D3B-8DD0-92F6C08FBD7B}">
      <dsp:nvSpPr>
        <dsp:cNvPr id="0" name=""/>
        <dsp:cNvSpPr/>
      </dsp:nvSpPr>
      <dsp:spPr>
        <a:xfrm>
          <a:off x="652379" y="4945636"/>
          <a:ext cx="2863900"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711200">
            <a:lnSpc>
              <a:spcPct val="90000"/>
            </a:lnSpc>
            <a:spcBef>
              <a:spcPct val="0"/>
            </a:spcBef>
            <a:spcAft>
              <a:spcPct val="35000"/>
            </a:spcAft>
            <a:buNone/>
          </a:pPr>
          <a:r>
            <a:rPr lang="en-US" sz="1600" b="1" kern="1200"/>
            <a:t>Negotiation</a:t>
          </a:r>
          <a:endParaRPr lang="en-US" sz="1600" kern="1200"/>
        </a:p>
      </dsp:txBody>
      <dsp:txXfrm>
        <a:off x="652379" y="4945636"/>
        <a:ext cx="2863900" cy="564831"/>
      </dsp:txXfrm>
    </dsp:sp>
    <dsp:sp modelId="{365D25AE-7858-4B90-87E3-CE8A68C1056C}">
      <dsp:nvSpPr>
        <dsp:cNvPr id="0" name=""/>
        <dsp:cNvSpPr/>
      </dsp:nvSpPr>
      <dsp:spPr>
        <a:xfrm>
          <a:off x="3516280" y="4945636"/>
          <a:ext cx="2847305" cy="564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78" tIns="59778" rIns="59778" bIns="59778" numCol="1" spcCol="1270" anchor="ctr" anchorCtr="0">
          <a:noAutofit/>
        </a:bodyPr>
        <a:lstStyle/>
        <a:p>
          <a:pPr marL="0" lvl="0" indent="0" algn="l" defTabSz="488950">
            <a:lnSpc>
              <a:spcPct val="90000"/>
            </a:lnSpc>
            <a:spcBef>
              <a:spcPct val="0"/>
            </a:spcBef>
            <a:spcAft>
              <a:spcPct val="35000"/>
            </a:spcAft>
            <a:buNone/>
          </a:pPr>
          <a:r>
            <a:rPr lang="en-US" sz="1100" kern="1200"/>
            <a:t>Managing scope creep, deadlines, budgets, and vendor agreements effectively</a:t>
          </a:r>
        </a:p>
      </dsp:txBody>
      <dsp:txXfrm>
        <a:off x="3516280" y="4945636"/>
        <a:ext cx="2847305" cy="56483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FAFEFD-8144-4B75-AEAE-009C9A18B64F}">
      <dsp:nvSpPr>
        <dsp:cNvPr id="0" name=""/>
        <dsp:cNvSpPr/>
      </dsp:nvSpPr>
      <dsp:spPr>
        <a:xfrm>
          <a:off x="0" y="456"/>
          <a:ext cx="6651253" cy="62798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07D474-5705-41FA-BA59-169C2FF1A5C9}">
      <dsp:nvSpPr>
        <dsp:cNvPr id="0" name=""/>
        <dsp:cNvSpPr/>
      </dsp:nvSpPr>
      <dsp:spPr>
        <a:xfrm>
          <a:off x="189964" y="141752"/>
          <a:ext cx="345390" cy="3453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0A7C2D-7C89-44D6-B67E-8A171FA7154A}">
      <dsp:nvSpPr>
        <dsp:cNvPr id="0" name=""/>
        <dsp:cNvSpPr/>
      </dsp:nvSpPr>
      <dsp:spPr>
        <a:xfrm>
          <a:off x="725319" y="456"/>
          <a:ext cx="5925933"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711200">
            <a:lnSpc>
              <a:spcPct val="90000"/>
            </a:lnSpc>
            <a:spcBef>
              <a:spcPct val="0"/>
            </a:spcBef>
            <a:spcAft>
              <a:spcPct val="35000"/>
            </a:spcAft>
            <a:buNone/>
          </a:pPr>
          <a:r>
            <a:rPr lang="en-US" sz="1600" b="1" kern="1200"/>
            <a:t>Organizational Skills</a:t>
          </a:r>
          <a:endParaRPr lang="en-US" sz="1600" kern="1200"/>
        </a:p>
      </dsp:txBody>
      <dsp:txXfrm>
        <a:off x="725319" y="456"/>
        <a:ext cx="5925933" cy="627982"/>
      </dsp:txXfrm>
    </dsp:sp>
    <dsp:sp modelId="{D53B3493-5049-4DE8-B708-7B25E2048E0B}">
      <dsp:nvSpPr>
        <dsp:cNvPr id="0" name=""/>
        <dsp:cNvSpPr/>
      </dsp:nvSpPr>
      <dsp:spPr>
        <a:xfrm>
          <a:off x="0" y="785434"/>
          <a:ext cx="6651253" cy="62798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933BBE-76AA-46B9-B2D2-8D6BF89265FF}">
      <dsp:nvSpPr>
        <dsp:cNvPr id="0" name=""/>
        <dsp:cNvSpPr/>
      </dsp:nvSpPr>
      <dsp:spPr>
        <a:xfrm>
          <a:off x="189964" y="926730"/>
          <a:ext cx="345390" cy="3453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3616C8-0132-4453-8516-7E879C957915}">
      <dsp:nvSpPr>
        <dsp:cNvPr id="0" name=""/>
        <dsp:cNvSpPr/>
      </dsp:nvSpPr>
      <dsp:spPr>
        <a:xfrm>
          <a:off x="725319" y="785434"/>
          <a:ext cx="2993063"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711200">
            <a:lnSpc>
              <a:spcPct val="90000"/>
            </a:lnSpc>
            <a:spcBef>
              <a:spcPct val="0"/>
            </a:spcBef>
            <a:spcAft>
              <a:spcPct val="35000"/>
            </a:spcAft>
            <a:buNone/>
          </a:pPr>
          <a:r>
            <a:rPr lang="en-US" sz="1600" b="1" kern="1200"/>
            <a:t>Time Management</a:t>
          </a:r>
          <a:endParaRPr lang="en-US" sz="1600" kern="1200"/>
        </a:p>
      </dsp:txBody>
      <dsp:txXfrm>
        <a:off x="725319" y="785434"/>
        <a:ext cx="2993063" cy="627982"/>
      </dsp:txXfrm>
    </dsp:sp>
    <dsp:sp modelId="{7B7D2BC3-2C0B-422A-8170-B638C615F786}">
      <dsp:nvSpPr>
        <dsp:cNvPr id="0" name=""/>
        <dsp:cNvSpPr/>
      </dsp:nvSpPr>
      <dsp:spPr>
        <a:xfrm>
          <a:off x="3718383" y="785434"/>
          <a:ext cx="2932869"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488950">
            <a:lnSpc>
              <a:spcPct val="90000"/>
            </a:lnSpc>
            <a:spcBef>
              <a:spcPct val="0"/>
            </a:spcBef>
            <a:spcAft>
              <a:spcPct val="35000"/>
            </a:spcAft>
            <a:buNone/>
          </a:pPr>
          <a:r>
            <a:rPr lang="en-US" sz="1100" kern="1200"/>
            <a:t>Managing timelines, setting priorities, and ensuring on-time delivery</a:t>
          </a:r>
        </a:p>
      </dsp:txBody>
      <dsp:txXfrm>
        <a:off x="3718383" y="785434"/>
        <a:ext cx="2932869" cy="627982"/>
      </dsp:txXfrm>
    </dsp:sp>
    <dsp:sp modelId="{5100B62F-0F48-473D-9BB2-A29B17C16E9B}">
      <dsp:nvSpPr>
        <dsp:cNvPr id="0" name=""/>
        <dsp:cNvSpPr/>
      </dsp:nvSpPr>
      <dsp:spPr>
        <a:xfrm>
          <a:off x="0" y="1570412"/>
          <a:ext cx="6651253" cy="62798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0587DA-2F85-46F1-B40D-B7AE4549654B}">
      <dsp:nvSpPr>
        <dsp:cNvPr id="0" name=""/>
        <dsp:cNvSpPr/>
      </dsp:nvSpPr>
      <dsp:spPr>
        <a:xfrm>
          <a:off x="189964" y="1711708"/>
          <a:ext cx="345390" cy="3453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E3677E-7676-421F-83A7-61528AC5F835}">
      <dsp:nvSpPr>
        <dsp:cNvPr id="0" name=""/>
        <dsp:cNvSpPr/>
      </dsp:nvSpPr>
      <dsp:spPr>
        <a:xfrm>
          <a:off x="725319" y="1570412"/>
          <a:ext cx="2993063"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711200">
            <a:lnSpc>
              <a:spcPct val="90000"/>
            </a:lnSpc>
            <a:spcBef>
              <a:spcPct val="0"/>
            </a:spcBef>
            <a:spcAft>
              <a:spcPct val="35000"/>
            </a:spcAft>
            <a:buNone/>
          </a:pPr>
          <a:r>
            <a:rPr lang="en-US" sz="1600" b="1" kern="1200"/>
            <a:t>Multitasking</a:t>
          </a:r>
          <a:endParaRPr lang="en-US" sz="1600" kern="1200"/>
        </a:p>
      </dsp:txBody>
      <dsp:txXfrm>
        <a:off x="725319" y="1570412"/>
        <a:ext cx="2993063" cy="627982"/>
      </dsp:txXfrm>
    </dsp:sp>
    <dsp:sp modelId="{8B8B6CBC-F49F-41BA-8AAF-6539CB13E552}">
      <dsp:nvSpPr>
        <dsp:cNvPr id="0" name=""/>
        <dsp:cNvSpPr/>
      </dsp:nvSpPr>
      <dsp:spPr>
        <a:xfrm>
          <a:off x="3718383" y="1570412"/>
          <a:ext cx="2932869"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488950">
            <a:lnSpc>
              <a:spcPct val="90000"/>
            </a:lnSpc>
            <a:spcBef>
              <a:spcPct val="0"/>
            </a:spcBef>
            <a:spcAft>
              <a:spcPct val="35000"/>
            </a:spcAft>
            <a:buNone/>
          </a:pPr>
          <a:r>
            <a:rPr lang="en-US" sz="1100" kern="1200"/>
            <a:t>Juggling multiple projects or tasks simultaneously without losing track</a:t>
          </a:r>
        </a:p>
      </dsp:txBody>
      <dsp:txXfrm>
        <a:off x="3718383" y="1570412"/>
        <a:ext cx="2932869" cy="627982"/>
      </dsp:txXfrm>
    </dsp:sp>
    <dsp:sp modelId="{466D5D7F-CE6A-40C5-8585-823C3C5961F6}">
      <dsp:nvSpPr>
        <dsp:cNvPr id="0" name=""/>
        <dsp:cNvSpPr/>
      </dsp:nvSpPr>
      <dsp:spPr>
        <a:xfrm>
          <a:off x="0" y="2355390"/>
          <a:ext cx="6651253" cy="627982"/>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503547-ED6E-46D5-887D-AD8FE623320B}">
      <dsp:nvSpPr>
        <dsp:cNvPr id="0" name=""/>
        <dsp:cNvSpPr/>
      </dsp:nvSpPr>
      <dsp:spPr>
        <a:xfrm>
          <a:off x="189964" y="2496686"/>
          <a:ext cx="345390" cy="3453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BC897F-BCD1-4447-8D4F-7F3AE7439034}">
      <dsp:nvSpPr>
        <dsp:cNvPr id="0" name=""/>
        <dsp:cNvSpPr/>
      </dsp:nvSpPr>
      <dsp:spPr>
        <a:xfrm>
          <a:off x="725319" y="2355390"/>
          <a:ext cx="2993063"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711200">
            <a:lnSpc>
              <a:spcPct val="90000"/>
            </a:lnSpc>
            <a:spcBef>
              <a:spcPct val="0"/>
            </a:spcBef>
            <a:spcAft>
              <a:spcPct val="35000"/>
            </a:spcAft>
            <a:buNone/>
          </a:pPr>
          <a:r>
            <a:rPr lang="en-US" sz="1600" b="1" kern="1200"/>
            <a:t>Documentation</a:t>
          </a:r>
          <a:endParaRPr lang="en-US" sz="1600" kern="1200"/>
        </a:p>
      </dsp:txBody>
      <dsp:txXfrm>
        <a:off x="725319" y="2355390"/>
        <a:ext cx="2993063" cy="627982"/>
      </dsp:txXfrm>
    </dsp:sp>
    <dsp:sp modelId="{CB61FDD6-F799-4D01-9F69-6CE66B374A70}">
      <dsp:nvSpPr>
        <dsp:cNvPr id="0" name=""/>
        <dsp:cNvSpPr/>
      </dsp:nvSpPr>
      <dsp:spPr>
        <a:xfrm>
          <a:off x="3718383" y="2355390"/>
          <a:ext cx="2932869"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488950">
            <a:lnSpc>
              <a:spcPct val="90000"/>
            </a:lnSpc>
            <a:spcBef>
              <a:spcPct val="0"/>
            </a:spcBef>
            <a:spcAft>
              <a:spcPct val="35000"/>
            </a:spcAft>
            <a:buNone/>
          </a:pPr>
          <a:r>
            <a:rPr lang="en-US" sz="1100" kern="1200"/>
            <a:t>Preparing project charters, status reports, meeting minutes, risk logs, and closure reports</a:t>
          </a:r>
        </a:p>
      </dsp:txBody>
      <dsp:txXfrm>
        <a:off x="3718383" y="2355390"/>
        <a:ext cx="2932869" cy="627982"/>
      </dsp:txXfrm>
    </dsp:sp>
    <dsp:sp modelId="{3F539055-7033-4F7C-89DE-E982B127B6F6}">
      <dsp:nvSpPr>
        <dsp:cNvPr id="0" name=""/>
        <dsp:cNvSpPr/>
      </dsp:nvSpPr>
      <dsp:spPr>
        <a:xfrm>
          <a:off x="0" y="3140368"/>
          <a:ext cx="6651253" cy="627982"/>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6392E3-4066-4BD7-9DC6-5BFC91D47CE6}">
      <dsp:nvSpPr>
        <dsp:cNvPr id="0" name=""/>
        <dsp:cNvSpPr/>
      </dsp:nvSpPr>
      <dsp:spPr>
        <a:xfrm>
          <a:off x="189964" y="3281664"/>
          <a:ext cx="345390" cy="34539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BA5574-7282-4CF9-B92E-368A3BDF3F0F}">
      <dsp:nvSpPr>
        <dsp:cNvPr id="0" name=""/>
        <dsp:cNvSpPr/>
      </dsp:nvSpPr>
      <dsp:spPr>
        <a:xfrm>
          <a:off x="725319" y="3140368"/>
          <a:ext cx="5925933"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711200">
            <a:lnSpc>
              <a:spcPct val="90000"/>
            </a:lnSpc>
            <a:spcBef>
              <a:spcPct val="0"/>
            </a:spcBef>
            <a:spcAft>
              <a:spcPct val="35000"/>
            </a:spcAft>
            <a:buNone/>
          </a:pPr>
          <a:r>
            <a:rPr lang="en-US" sz="1600" b="1" kern="1200"/>
            <a:t>Adaptability &amp; Learning</a:t>
          </a:r>
          <a:endParaRPr lang="en-US" sz="1600" kern="1200"/>
        </a:p>
      </dsp:txBody>
      <dsp:txXfrm>
        <a:off x="725319" y="3140368"/>
        <a:ext cx="5925933" cy="627982"/>
      </dsp:txXfrm>
    </dsp:sp>
    <dsp:sp modelId="{1E9B21B7-21BB-4120-B717-38B4D9FDBAB2}">
      <dsp:nvSpPr>
        <dsp:cNvPr id="0" name=""/>
        <dsp:cNvSpPr/>
      </dsp:nvSpPr>
      <dsp:spPr>
        <a:xfrm>
          <a:off x="0" y="3925347"/>
          <a:ext cx="6651253" cy="62798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7A467B-2F74-467F-A97B-1F182A284249}">
      <dsp:nvSpPr>
        <dsp:cNvPr id="0" name=""/>
        <dsp:cNvSpPr/>
      </dsp:nvSpPr>
      <dsp:spPr>
        <a:xfrm>
          <a:off x="189964" y="4066643"/>
          <a:ext cx="345390" cy="34539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8BC734-5D20-473A-AFA7-3CDBBF468DF1}">
      <dsp:nvSpPr>
        <dsp:cNvPr id="0" name=""/>
        <dsp:cNvSpPr/>
      </dsp:nvSpPr>
      <dsp:spPr>
        <a:xfrm>
          <a:off x="725319" y="3925347"/>
          <a:ext cx="2993063"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711200">
            <a:lnSpc>
              <a:spcPct val="90000"/>
            </a:lnSpc>
            <a:spcBef>
              <a:spcPct val="0"/>
            </a:spcBef>
            <a:spcAft>
              <a:spcPct val="35000"/>
            </a:spcAft>
            <a:buNone/>
          </a:pPr>
          <a:r>
            <a:rPr lang="en-US" sz="1600" b="1" kern="1200"/>
            <a:t>Tech Savvy</a:t>
          </a:r>
          <a:endParaRPr lang="en-US" sz="1600" kern="1200"/>
        </a:p>
      </dsp:txBody>
      <dsp:txXfrm>
        <a:off x="725319" y="3925347"/>
        <a:ext cx="2993063" cy="627982"/>
      </dsp:txXfrm>
    </dsp:sp>
    <dsp:sp modelId="{FEEC4E3E-6B42-4C56-B461-7EC754CEFE5D}">
      <dsp:nvSpPr>
        <dsp:cNvPr id="0" name=""/>
        <dsp:cNvSpPr/>
      </dsp:nvSpPr>
      <dsp:spPr>
        <a:xfrm>
          <a:off x="3718383" y="3925347"/>
          <a:ext cx="2932869"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488950">
            <a:lnSpc>
              <a:spcPct val="90000"/>
            </a:lnSpc>
            <a:spcBef>
              <a:spcPct val="0"/>
            </a:spcBef>
            <a:spcAft>
              <a:spcPct val="35000"/>
            </a:spcAft>
            <a:buNone/>
          </a:pPr>
          <a:r>
            <a:rPr lang="en-US" sz="1100" kern="1200"/>
            <a:t>Staying updated with emerging technologies and software trends</a:t>
          </a:r>
        </a:p>
      </dsp:txBody>
      <dsp:txXfrm>
        <a:off x="3718383" y="3925347"/>
        <a:ext cx="2932869" cy="627982"/>
      </dsp:txXfrm>
    </dsp:sp>
    <dsp:sp modelId="{BEEDF940-127D-4343-A09E-182FDBD9E4E2}">
      <dsp:nvSpPr>
        <dsp:cNvPr id="0" name=""/>
        <dsp:cNvSpPr/>
      </dsp:nvSpPr>
      <dsp:spPr>
        <a:xfrm>
          <a:off x="0" y="4710325"/>
          <a:ext cx="6651253" cy="62798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CF60A8-1ED0-4DAD-B89B-8CF61D9D6EF0}">
      <dsp:nvSpPr>
        <dsp:cNvPr id="0" name=""/>
        <dsp:cNvSpPr/>
      </dsp:nvSpPr>
      <dsp:spPr>
        <a:xfrm>
          <a:off x="189964" y="4851621"/>
          <a:ext cx="345390" cy="34539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DB50FD-281B-42D3-9DBC-9CE71806D415}">
      <dsp:nvSpPr>
        <dsp:cNvPr id="0" name=""/>
        <dsp:cNvSpPr/>
      </dsp:nvSpPr>
      <dsp:spPr>
        <a:xfrm>
          <a:off x="725319" y="4710325"/>
          <a:ext cx="2993063"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711200">
            <a:lnSpc>
              <a:spcPct val="90000"/>
            </a:lnSpc>
            <a:spcBef>
              <a:spcPct val="0"/>
            </a:spcBef>
            <a:spcAft>
              <a:spcPct val="35000"/>
            </a:spcAft>
            <a:buNone/>
          </a:pPr>
          <a:r>
            <a:rPr lang="en-US" sz="1600" b="1" kern="1200"/>
            <a:t>Change Management</a:t>
          </a:r>
          <a:endParaRPr lang="en-US" sz="1600" kern="1200"/>
        </a:p>
      </dsp:txBody>
      <dsp:txXfrm>
        <a:off x="725319" y="4710325"/>
        <a:ext cx="2993063" cy="627982"/>
      </dsp:txXfrm>
    </dsp:sp>
    <dsp:sp modelId="{C23D0349-5B31-440D-983F-67B27E930DD5}">
      <dsp:nvSpPr>
        <dsp:cNvPr id="0" name=""/>
        <dsp:cNvSpPr/>
      </dsp:nvSpPr>
      <dsp:spPr>
        <a:xfrm>
          <a:off x="3718383" y="4710325"/>
          <a:ext cx="2932869" cy="627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461" tIns="66461" rIns="66461" bIns="66461" numCol="1" spcCol="1270" anchor="ctr" anchorCtr="0">
          <a:noAutofit/>
        </a:bodyPr>
        <a:lstStyle/>
        <a:p>
          <a:pPr marL="0" lvl="0" indent="0" algn="l" defTabSz="488950">
            <a:lnSpc>
              <a:spcPct val="90000"/>
            </a:lnSpc>
            <a:spcBef>
              <a:spcPct val="0"/>
            </a:spcBef>
            <a:spcAft>
              <a:spcPct val="35000"/>
            </a:spcAft>
            <a:buNone/>
          </a:pPr>
          <a:r>
            <a:rPr lang="en-US" sz="1100" kern="1200"/>
            <a:t>Handling organizational change and facilitating team adaptation</a:t>
          </a:r>
        </a:p>
      </dsp:txBody>
      <dsp:txXfrm>
        <a:off x="3718383" y="4710325"/>
        <a:ext cx="2932869" cy="62798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1FE045-0815-4678-A7BC-D981DA192837}">
      <dsp:nvSpPr>
        <dsp:cNvPr id="0" name=""/>
        <dsp:cNvSpPr/>
      </dsp:nvSpPr>
      <dsp:spPr>
        <a:xfrm>
          <a:off x="0" y="336424"/>
          <a:ext cx="6666833" cy="81585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91592" rIns="51742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Define scope, objectives, timeline, and deliverables</a:t>
          </a:r>
        </a:p>
        <a:p>
          <a:pPr marL="114300" lvl="1" indent="-114300" algn="l" defTabSz="622300">
            <a:lnSpc>
              <a:spcPct val="90000"/>
            </a:lnSpc>
            <a:spcBef>
              <a:spcPct val="0"/>
            </a:spcBef>
            <a:spcAft>
              <a:spcPct val="15000"/>
            </a:spcAft>
            <a:buChar char="•"/>
          </a:pPr>
          <a:r>
            <a:rPr lang="en-US" sz="1400" kern="1200"/>
            <a:t>Develop project schedule and budget</a:t>
          </a:r>
        </a:p>
      </dsp:txBody>
      <dsp:txXfrm>
        <a:off x="0" y="336424"/>
        <a:ext cx="6666833" cy="815850"/>
      </dsp:txXfrm>
    </dsp:sp>
    <dsp:sp modelId="{96394CE7-35C7-4506-BC49-10072EB7727E}">
      <dsp:nvSpPr>
        <dsp:cNvPr id="0" name=""/>
        <dsp:cNvSpPr/>
      </dsp:nvSpPr>
      <dsp:spPr>
        <a:xfrm>
          <a:off x="333341" y="129784"/>
          <a:ext cx="4666783" cy="4132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22300">
            <a:lnSpc>
              <a:spcPct val="90000"/>
            </a:lnSpc>
            <a:spcBef>
              <a:spcPct val="0"/>
            </a:spcBef>
            <a:spcAft>
              <a:spcPct val="35000"/>
            </a:spcAft>
            <a:buNone/>
          </a:pPr>
          <a:r>
            <a:rPr lang="en-US" sz="1400" b="1" kern="1200"/>
            <a:t>Project Planning</a:t>
          </a:r>
          <a:endParaRPr lang="en-US" sz="1400" kern="1200"/>
        </a:p>
      </dsp:txBody>
      <dsp:txXfrm>
        <a:off x="353516" y="149959"/>
        <a:ext cx="4626433" cy="372930"/>
      </dsp:txXfrm>
    </dsp:sp>
    <dsp:sp modelId="{16FF2917-5214-4896-A54B-9976078CABAD}">
      <dsp:nvSpPr>
        <dsp:cNvPr id="0" name=""/>
        <dsp:cNvSpPr/>
      </dsp:nvSpPr>
      <dsp:spPr>
        <a:xfrm>
          <a:off x="0" y="1434515"/>
          <a:ext cx="6666833" cy="815850"/>
        </a:xfrm>
        <a:prstGeom prst="rect">
          <a:avLst/>
        </a:prstGeom>
        <a:solidFill>
          <a:schemeClr val="lt1">
            <a:alpha val="90000"/>
            <a:hueOff val="0"/>
            <a:satOff val="0"/>
            <a:lumOff val="0"/>
            <a:alphaOff val="0"/>
          </a:schemeClr>
        </a:solidFill>
        <a:ln w="6350" cap="flat" cmpd="sng" algn="ctr">
          <a:solidFill>
            <a:schemeClr val="accent2">
              <a:hueOff val="-363841"/>
              <a:satOff val="-20982"/>
              <a:lumOff val="2157"/>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91592" rIns="51742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Assign roles, responsibilities, and tasks</a:t>
          </a:r>
        </a:p>
        <a:p>
          <a:pPr marL="114300" lvl="1" indent="-114300" algn="l" defTabSz="622300">
            <a:lnSpc>
              <a:spcPct val="90000"/>
            </a:lnSpc>
            <a:spcBef>
              <a:spcPct val="0"/>
            </a:spcBef>
            <a:spcAft>
              <a:spcPct val="15000"/>
            </a:spcAft>
            <a:buChar char="•"/>
          </a:pPr>
          <a:r>
            <a:rPr lang="en-US" sz="1400" kern="1200"/>
            <a:t>Motivate and manage the project team</a:t>
          </a:r>
        </a:p>
      </dsp:txBody>
      <dsp:txXfrm>
        <a:off x="0" y="1434515"/>
        <a:ext cx="6666833" cy="815850"/>
      </dsp:txXfrm>
    </dsp:sp>
    <dsp:sp modelId="{A9E9E8F7-C641-4614-83C9-63AF35C2ACC3}">
      <dsp:nvSpPr>
        <dsp:cNvPr id="0" name=""/>
        <dsp:cNvSpPr/>
      </dsp:nvSpPr>
      <dsp:spPr>
        <a:xfrm>
          <a:off x="333341" y="1227875"/>
          <a:ext cx="4666783" cy="413280"/>
        </a:xfrm>
        <a:prstGeom prst="roundRect">
          <a:avLst/>
        </a:prstGeom>
        <a:gradFill rotWithShape="0">
          <a:gsLst>
            <a:gs pos="0">
              <a:schemeClr val="accent2">
                <a:hueOff val="-363841"/>
                <a:satOff val="-20982"/>
                <a:lumOff val="2157"/>
                <a:alphaOff val="0"/>
                <a:satMod val="103000"/>
                <a:lumMod val="102000"/>
                <a:tint val="94000"/>
              </a:schemeClr>
            </a:gs>
            <a:gs pos="50000">
              <a:schemeClr val="accent2">
                <a:hueOff val="-363841"/>
                <a:satOff val="-20982"/>
                <a:lumOff val="2157"/>
                <a:alphaOff val="0"/>
                <a:satMod val="110000"/>
                <a:lumMod val="100000"/>
                <a:shade val="100000"/>
              </a:schemeClr>
            </a:gs>
            <a:gs pos="100000">
              <a:schemeClr val="accent2">
                <a:hueOff val="-363841"/>
                <a:satOff val="-20982"/>
                <a:lumOff val="215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22300">
            <a:lnSpc>
              <a:spcPct val="90000"/>
            </a:lnSpc>
            <a:spcBef>
              <a:spcPct val="0"/>
            </a:spcBef>
            <a:spcAft>
              <a:spcPct val="35000"/>
            </a:spcAft>
            <a:buNone/>
          </a:pPr>
          <a:r>
            <a:rPr lang="en-US" sz="1400" b="1" kern="1200"/>
            <a:t>Team Management</a:t>
          </a:r>
          <a:endParaRPr lang="en-US" sz="1400" kern="1200"/>
        </a:p>
      </dsp:txBody>
      <dsp:txXfrm>
        <a:off x="353516" y="1248050"/>
        <a:ext cx="4626433" cy="372930"/>
      </dsp:txXfrm>
    </dsp:sp>
    <dsp:sp modelId="{846E3938-D0A6-4F2C-B7E1-AFB2A149F466}">
      <dsp:nvSpPr>
        <dsp:cNvPr id="0" name=""/>
        <dsp:cNvSpPr/>
      </dsp:nvSpPr>
      <dsp:spPr>
        <a:xfrm>
          <a:off x="0" y="2532605"/>
          <a:ext cx="6666833" cy="815850"/>
        </a:xfrm>
        <a:prstGeom prst="rect">
          <a:avLst/>
        </a:prstGeom>
        <a:solidFill>
          <a:schemeClr val="lt1">
            <a:alpha val="90000"/>
            <a:hueOff val="0"/>
            <a:satOff val="0"/>
            <a:lumOff val="0"/>
            <a:alphaOff val="0"/>
          </a:schemeClr>
        </a:solidFill>
        <a:ln w="6350" cap="flat" cmpd="sng" algn="ctr">
          <a:solidFill>
            <a:schemeClr val="accent2">
              <a:hueOff val="-727682"/>
              <a:satOff val="-41964"/>
              <a:lumOff val="431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91592" rIns="51742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Track progress, KPIs, and milestones</a:t>
          </a:r>
        </a:p>
        <a:p>
          <a:pPr marL="114300" lvl="1" indent="-114300" algn="l" defTabSz="622300">
            <a:lnSpc>
              <a:spcPct val="90000"/>
            </a:lnSpc>
            <a:spcBef>
              <a:spcPct val="0"/>
            </a:spcBef>
            <a:spcAft>
              <a:spcPct val="15000"/>
            </a:spcAft>
            <a:buChar char="•"/>
          </a:pPr>
          <a:r>
            <a:rPr lang="en-US" sz="1400" kern="1200"/>
            <a:t>Manage risks, issues, and changes</a:t>
          </a:r>
        </a:p>
      </dsp:txBody>
      <dsp:txXfrm>
        <a:off x="0" y="2532605"/>
        <a:ext cx="6666833" cy="815850"/>
      </dsp:txXfrm>
    </dsp:sp>
    <dsp:sp modelId="{AE85CBFA-783D-412B-8F00-3032F79C9B24}">
      <dsp:nvSpPr>
        <dsp:cNvPr id="0" name=""/>
        <dsp:cNvSpPr/>
      </dsp:nvSpPr>
      <dsp:spPr>
        <a:xfrm>
          <a:off x="333341" y="2325965"/>
          <a:ext cx="4666783" cy="413280"/>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22300">
            <a:lnSpc>
              <a:spcPct val="90000"/>
            </a:lnSpc>
            <a:spcBef>
              <a:spcPct val="0"/>
            </a:spcBef>
            <a:spcAft>
              <a:spcPct val="35000"/>
            </a:spcAft>
            <a:buNone/>
          </a:pPr>
          <a:r>
            <a:rPr lang="en-US" sz="1400" b="1" kern="1200"/>
            <a:t>Execution and Monitoring</a:t>
          </a:r>
          <a:endParaRPr lang="en-US" sz="1400" kern="1200"/>
        </a:p>
      </dsp:txBody>
      <dsp:txXfrm>
        <a:off x="353516" y="2346140"/>
        <a:ext cx="4626433" cy="372930"/>
      </dsp:txXfrm>
    </dsp:sp>
    <dsp:sp modelId="{A3634CFA-804D-424A-B290-3E2BAE0CDB55}">
      <dsp:nvSpPr>
        <dsp:cNvPr id="0" name=""/>
        <dsp:cNvSpPr/>
      </dsp:nvSpPr>
      <dsp:spPr>
        <a:xfrm>
          <a:off x="0" y="3630695"/>
          <a:ext cx="6666833" cy="815850"/>
        </a:xfrm>
        <a:prstGeom prst="rect">
          <a:avLst/>
        </a:prstGeom>
        <a:solidFill>
          <a:schemeClr val="lt1">
            <a:alpha val="90000"/>
            <a:hueOff val="0"/>
            <a:satOff val="0"/>
            <a:lumOff val="0"/>
            <a:alphaOff val="0"/>
          </a:schemeClr>
        </a:solidFill>
        <a:ln w="6350" cap="flat" cmpd="sng" algn="ctr">
          <a:solidFill>
            <a:schemeClr val="accent2">
              <a:hueOff val="-1091522"/>
              <a:satOff val="-62946"/>
              <a:lumOff val="647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91592" rIns="51742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Report project status to stakeholders</a:t>
          </a:r>
        </a:p>
        <a:p>
          <a:pPr marL="114300" lvl="1" indent="-114300" algn="l" defTabSz="622300">
            <a:lnSpc>
              <a:spcPct val="90000"/>
            </a:lnSpc>
            <a:spcBef>
              <a:spcPct val="0"/>
            </a:spcBef>
            <a:spcAft>
              <a:spcPct val="15000"/>
            </a:spcAft>
            <a:buChar char="•"/>
          </a:pPr>
          <a:r>
            <a:rPr lang="en-US" sz="1400" kern="1200"/>
            <a:t>Facilitate meetings and maintain alignment</a:t>
          </a:r>
        </a:p>
      </dsp:txBody>
      <dsp:txXfrm>
        <a:off x="0" y="3630695"/>
        <a:ext cx="6666833" cy="815850"/>
      </dsp:txXfrm>
    </dsp:sp>
    <dsp:sp modelId="{3B2908EC-3152-42ED-8931-A4141E4F6F22}">
      <dsp:nvSpPr>
        <dsp:cNvPr id="0" name=""/>
        <dsp:cNvSpPr/>
      </dsp:nvSpPr>
      <dsp:spPr>
        <a:xfrm>
          <a:off x="333341" y="3424055"/>
          <a:ext cx="4666783" cy="413280"/>
        </a:xfrm>
        <a:prstGeom prst="roundRect">
          <a:avLst/>
        </a:prstGeom>
        <a:gradFill rotWithShape="0">
          <a:gsLst>
            <a:gs pos="0">
              <a:schemeClr val="accent2">
                <a:hueOff val="-1091522"/>
                <a:satOff val="-62946"/>
                <a:lumOff val="6471"/>
                <a:alphaOff val="0"/>
                <a:satMod val="103000"/>
                <a:lumMod val="102000"/>
                <a:tint val="94000"/>
              </a:schemeClr>
            </a:gs>
            <a:gs pos="50000">
              <a:schemeClr val="accent2">
                <a:hueOff val="-1091522"/>
                <a:satOff val="-62946"/>
                <a:lumOff val="6471"/>
                <a:alphaOff val="0"/>
                <a:satMod val="110000"/>
                <a:lumMod val="100000"/>
                <a:shade val="100000"/>
              </a:schemeClr>
            </a:gs>
            <a:gs pos="100000">
              <a:schemeClr val="accent2">
                <a:hueOff val="-1091522"/>
                <a:satOff val="-62946"/>
                <a:lumOff val="647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22300">
            <a:lnSpc>
              <a:spcPct val="90000"/>
            </a:lnSpc>
            <a:spcBef>
              <a:spcPct val="0"/>
            </a:spcBef>
            <a:spcAft>
              <a:spcPct val="35000"/>
            </a:spcAft>
            <a:buNone/>
          </a:pPr>
          <a:r>
            <a:rPr lang="en-US" sz="1400" b="1" kern="1200"/>
            <a:t>Stakeholder Communication</a:t>
          </a:r>
          <a:endParaRPr lang="en-US" sz="1400" kern="1200"/>
        </a:p>
      </dsp:txBody>
      <dsp:txXfrm>
        <a:off x="353516" y="3444230"/>
        <a:ext cx="4626433" cy="372930"/>
      </dsp:txXfrm>
    </dsp:sp>
    <dsp:sp modelId="{7DF82155-ED59-4778-ABB6-9DE41D676BAA}">
      <dsp:nvSpPr>
        <dsp:cNvPr id="0" name=""/>
        <dsp:cNvSpPr/>
      </dsp:nvSpPr>
      <dsp:spPr>
        <a:xfrm>
          <a:off x="0" y="4728784"/>
          <a:ext cx="6666833" cy="59535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91592" rIns="51742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Control costs and ensure optimal use of resources</a:t>
          </a:r>
        </a:p>
      </dsp:txBody>
      <dsp:txXfrm>
        <a:off x="0" y="4728784"/>
        <a:ext cx="6666833" cy="595350"/>
      </dsp:txXfrm>
    </dsp:sp>
    <dsp:sp modelId="{1F109D8F-619C-4F06-9F61-E4A5B7C54D3E}">
      <dsp:nvSpPr>
        <dsp:cNvPr id="0" name=""/>
        <dsp:cNvSpPr/>
      </dsp:nvSpPr>
      <dsp:spPr>
        <a:xfrm>
          <a:off x="333341" y="4522145"/>
          <a:ext cx="4666783" cy="41328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22300">
            <a:lnSpc>
              <a:spcPct val="90000"/>
            </a:lnSpc>
            <a:spcBef>
              <a:spcPct val="0"/>
            </a:spcBef>
            <a:spcAft>
              <a:spcPct val="35000"/>
            </a:spcAft>
            <a:buNone/>
          </a:pPr>
          <a:r>
            <a:rPr lang="en-US" sz="1400" b="1" kern="1200"/>
            <a:t>Budget and Resource Management</a:t>
          </a:r>
          <a:endParaRPr lang="en-US" sz="1400" kern="1200"/>
        </a:p>
      </dsp:txBody>
      <dsp:txXfrm>
        <a:off x="353516" y="4542320"/>
        <a:ext cx="4626433" cy="37293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595DD5-3617-43FC-A4B0-475AA1E3AA83}">
      <dsp:nvSpPr>
        <dsp:cNvPr id="0" name=""/>
        <dsp:cNvSpPr/>
      </dsp:nvSpPr>
      <dsp:spPr>
        <a:xfrm>
          <a:off x="0" y="490145"/>
          <a:ext cx="6666833" cy="50368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Quality Assurance</a:t>
          </a:r>
          <a:endParaRPr lang="en-US" sz="2100" kern="1200"/>
        </a:p>
      </dsp:txBody>
      <dsp:txXfrm>
        <a:off x="24588" y="514733"/>
        <a:ext cx="6617657" cy="454509"/>
      </dsp:txXfrm>
    </dsp:sp>
    <dsp:sp modelId="{97E08E5C-D128-4B2D-8441-4CE5F704FA0C}">
      <dsp:nvSpPr>
        <dsp:cNvPr id="0" name=""/>
        <dsp:cNvSpPr/>
      </dsp:nvSpPr>
      <dsp:spPr>
        <a:xfrm>
          <a:off x="0" y="993830"/>
          <a:ext cx="6666833"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Ensure deliverables meet quality and compliance standards</a:t>
          </a:r>
        </a:p>
      </dsp:txBody>
      <dsp:txXfrm>
        <a:off x="0" y="993830"/>
        <a:ext cx="6666833" cy="347760"/>
      </dsp:txXfrm>
    </dsp:sp>
    <dsp:sp modelId="{2C2201F9-7DB9-47E6-861B-E8B81310A3D7}">
      <dsp:nvSpPr>
        <dsp:cNvPr id="0" name=""/>
        <dsp:cNvSpPr/>
      </dsp:nvSpPr>
      <dsp:spPr>
        <a:xfrm>
          <a:off x="0" y="1341590"/>
          <a:ext cx="6666833" cy="503685"/>
        </a:xfrm>
        <a:prstGeom prst="roundRect">
          <a:avLst/>
        </a:prstGeom>
        <a:gradFill rotWithShape="0">
          <a:gsLst>
            <a:gs pos="0">
              <a:schemeClr val="accent2">
                <a:hueOff val="-291073"/>
                <a:satOff val="-16786"/>
                <a:lumOff val="1726"/>
                <a:alphaOff val="0"/>
                <a:satMod val="103000"/>
                <a:lumMod val="102000"/>
                <a:tint val="94000"/>
              </a:schemeClr>
            </a:gs>
            <a:gs pos="50000">
              <a:schemeClr val="accent2">
                <a:hueOff val="-291073"/>
                <a:satOff val="-16786"/>
                <a:lumOff val="1726"/>
                <a:alphaOff val="0"/>
                <a:satMod val="110000"/>
                <a:lumMod val="100000"/>
                <a:shade val="100000"/>
              </a:schemeClr>
            </a:gs>
            <a:gs pos="100000">
              <a:schemeClr val="accent2">
                <a:hueOff val="-291073"/>
                <a:satOff val="-16786"/>
                <a:lumOff val="172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Vendor and Third-Party Management</a:t>
          </a:r>
          <a:endParaRPr lang="en-US" sz="2100" kern="1200"/>
        </a:p>
      </dsp:txBody>
      <dsp:txXfrm>
        <a:off x="24588" y="1366178"/>
        <a:ext cx="6617657" cy="454509"/>
      </dsp:txXfrm>
    </dsp:sp>
    <dsp:sp modelId="{542AEABE-4078-40C4-B64C-CF8E26136BC2}">
      <dsp:nvSpPr>
        <dsp:cNvPr id="0" name=""/>
        <dsp:cNvSpPr/>
      </dsp:nvSpPr>
      <dsp:spPr>
        <a:xfrm>
          <a:off x="0" y="1845275"/>
          <a:ext cx="6666833"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Coordinate with external vendors and monitor service delivery</a:t>
          </a:r>
        </a:p>
      </dsp:txBody>
      <dsp:txXfrm>
        <a:off x="0" y="1845275"/>
        <a:ext cx="6666833" cy="347760"/>
      </dsp:txXfrm>
    </dsp:sp>
    <dsp:sp modelId="{1F8532D4-1BFE-4C5D-9239-1DDA878FF2F3}">
      <dsp:nvSpPr>
        <dsp:cNvPr id="0" name=""/>
        <dsp:cNvSpPr/>
      </dsp:nvSpPr>
      <dsp:spPr>
        <a:xfrm>
          <a:off x="0" y="2193035"/>
          <a:ext cx="6666833" cy="503685"/>
        </a:xfrm>
        <a:prstGeom prst="roundRect">
          <a:avLst/>
        </a:prstGeom>
        <a:gradFill rotWithShape="0">
          <a:gsLst>
            <a:gs pos="0">
              <a:schemeClr val="accent2">
                <a:hueOff val="-582145"/>
                <a:satOff val="-33571"/>
                <a:lumOff val="3451"/>
                <a:alphaOff val="0"/>
                <a:satMod val="103000"/>
                <a:lumMod val="102000"/>
                <a:tint val="94000"/>
              </a:schemeClr>
            </a:gs>
            <a:gs pos="50000">
              <a:schemeClr val="accent2">
                <a:hueOff val="-582145"/>
                <a:satOff val="-33571"/>
                <a:lumOff val="3451"/>
                <a:alphaOff val="0"/>
                <a:satMod val="110000"/>
                <a:lumMod val="100000"/>
                <a:shade val="100000"/>
              </a:schemeClr>
            </a:gs>
            <a:gs pos="100000">
              <a:schemeClr val="accent2">
                <a:hueOff val="-582145"/>
                <a:satOff val="-33571"/>
                <a:lumOff val="345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Risk and Issue Management</a:t>
          </a:r>
          <a:endParaRPr lang="en-US" sz="2100" kern="1200"/>
        </a:p>
      </dsp:txBody>
      <dsp:txXfrm>
        <a:off x="24588" y="2217623"/>
        <a:ext cx="6617657" cy="454509"/>
      </dsp:txXfrm>
    </dsp:sp>
    <dsp:sp modelId="{4EB5F19E-39CA-4C1C-9DFB-897A5F4A1225}">
      <dsp:nvSpPr>
        <dsp:cNvPr id="0" name=""/>
        <dsp:cNvSpPr/>
      </dsp:nvSpPr>
      <dsp:spPr>
        <a:xfrm>
          <a:off x="0" y="2696720"/>
          <a:ext cx="6666833"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Identify potential risks and implement mitigation strategies</a:t>
          </a:r>
        </a:p>
      </dsp:txBody>
      <dsp:txXfrm>
        <a:off x="0" y="2696720"/>
        <a:ext cx="6666833" cy="347760"/>
      </dsp:txXfrm>
    </dsp:sp>
    <dsp:sp modelId="{CC5DCB35-662A-40CA-B931-807C570B1954}">
      <dsp:nvSpPr>
        <dsp:cNvPr id="0" name=""/>
        <dsp:cNvSpPr/>
      </dsp:nvSpPr>
      <dsp:spPr>
        <a:xfrm>
          <a:off x="0" y="3044480"/>
          <a:ext cx="6666833" cy="503685"/>
        </a:xfrm>
        <a:prstGeom prst="roundRect">
          <a:avLst/>
        </a:prstGeom>
        <a:gradFill rotWithShape="0">
          <a:gsLst>
            <a:gs pos="0">
              <a:schemeClr val="accent2">
                <a:hueOff val="-873218"/>
                <a:satOff val="-50357"/>
                <a:lumOff val="5177"/>
                <a:alphaOff val="0"/>
                <a:satMod val="103000"/>
                <a:lumMod val="102000"/>
                <a:tint val="94000"/>
              </a:schemeClr>
            </a:gs>
            <a:gs pos="50000">
              <a:schemeClr val="accent2">
                <a:hueOff val="-873218"/>
                <a:satOff val="-50357"/>
                <a:lumOff val="5177"/>
                <a:alphaOff val="0"/>
                <a:satMod val="110000"/>
                <a:lumMod val="100000"/>
                <a:shade val="100000"/>
              </a:schemeClr>
            </a:gs>
            <a:gs pos="100000">
              <a:schemeClr val="accent2">
                <a:hueOff val="-873218"/>
                <a:satOff val="-50357"/>
                <a:lumOff val="51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Project Closure</a:t>
          </a:r>
          <a:endParaRPr lang="en-US" sz="2100" kern="1200"/>
        </a:p>
      </dsp:txBody>
      <dsp:txXfrm>
        <a:off x="24588" y="3069068"/>
        <a:ext cx="6617657" cy="454509"/>
      </dsp:txXfrm>
    </dsp:sp>
    <dsp:sp modelId="{F67B9123-24C1-4DCC-B64B-30279031E0FC}">
      <dsp:nvSpPr>
        <dsp:cNvPr id="0" name=""/>
        <dsp:cNvSpPr/>
      </dsp:nvSpPr>
      <dsp:spPr>
        <a:xfrm>
          <a:off x="0" y="3548165"/>
          <a:ext cx="6666833"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Ensure final delivery, documentation, and lessons learned</a:t>
          </a:r>
        </a:p>
      </dsp:txBody>
      <dsp:txXfrm>
        <a:off x="0" y="3548165"/>
        <a:ext cx="6666833" cy="347760"/>
      </dsp:txXfrm>
    </dsp:sp>
    <dsp:sp modelId="{42F79892-B494-497D-AF13-23CC215F16EC}">
      <dsp:nvSpPr>
        <dsp:cNvPr id="0" name=""/>
        <dsp:cNvSpPr/>
      </dsp:nvSpPr>
      <dsp:spPr>
        <a:xfrm>
          <a:off x="0" y="3895925"/>
          <a:ext cx="6666833" cy="503685"/>
        </a:xfrm>
        <a:prstGeom prst="roundRect">
          <a:avLst/>
        </a:prstGeom>
        <a:gradFill rotWithShape="0">
          <a:gsLst>
            <a:gs pos="0">
              <a:schemeClr val="accent2">
                <a:hueOff val="-1164290"/>
                <a:satOff val="-67142"/>
                <a:lumOff val="6902"/>
                <a:alphaOff val="0"/>
                <a:satMod val="103000"/>
                <a:lumMod val="102000"/>
                <a:tint val="94000"/>
              </a:schemeClr>
            </a:gs>
            <a:gs pos="50000">
              <a:schemeClr val="accent2">
                <a:hueOff val="-1164290"/>
                <a:satOff val="-67142"/>
                <a:lumOff val="6902"/>
                <a:alphaOff val="0"/>
                <a:satMod val="110000"/>
                <a:lumMod val="100000"/>
                <a:shade val="100000"/>
              </a:schemeClr>
            </a:gs>
            <a:gs pos="100000">
              <a:schemeClr val="accent2">
                <a:hueOff val="-1164290"/>
                <a:satOff val="-67142"/>
                <a:lumOff val="690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Change Management</a:t>
          </a:r>
          <a:endParaRPr lang="en-US" sz="2100" kern="1200"/>
        </a:p>
      </dsp:txBody>
      <dsp:txXfrm>
        <a:off x="24588" y="3920513"/>
        <a:ext cx="6617657" cy="454509"/>
      </dsp:txXfrm>
    </dsp:sp>
    <dsp:sp modelId="{8C7AB024-9231-4EA5-96BD-5A06046E4A4B}">
      <dsp:nvSpPr>
        <dsp:cNvPr id="0" name=""/>
        <dsp:cNvSpPr/>
      </dsp:nvSpPr>
      <dsp:spPr>
        <a:xfrm>
          <a:off x="0" y="4460090"/>
          <a:ext cx="6666833" cy="503685"/>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Handle scope changes and guide teams through transitions</a:t>
          </a:r>
        </a:p>
      </dsp:txBody>
      <dsp:txXfrm>
        <a:off x="24588" y="4484678"/>
        <a:ext cx="6617657" cy="454509"/>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B2889B-A0AC-4482-8592-5C96F2309420}" type="datetimeFigureOut">
              <a:rPr lang="en-US" smtClean="0"/>
              <a:t>7/10/2025</a:t>
            </a:fld>
            <a:endParaRPr lang="en-US"/>
          </a:p>
        </p:txBody>
      </p:sp>
      <p:sp>
        <p:nvSpPr>
          <p:cNvPr id="4" name="Footer Placeholder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529299-61FF-4B93-ADA6-2FD5975D62F6}" type="slidenum">
              <a:rPr lang="en-US" smtClean="0"/>
              <a:t>‹#›</a:t>
            </a:fld>
            <a:endParaRPr lang="en-US"/>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EB223-FFC0-462A-A3B8-EAA7CE0F8CBD}" type="datetimeFigureOut">
              <a:rPr lang="en-US" smtClean="0"/>
              <a:t>7/10/2025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49E9A-41F7-4779-A581-48A7C374A227}" type="slidenum">
              <a:rPr lang="en-US" smtClean="0"/>
              <a:t>‹#›</a:t>
            </a:fld>
            <a:endParaRPr lang="en-US" dirty="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18B7-7F68-4CC9-8291-332587FA31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81D6BB-0446-49E8-8677-EADF274E95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5AEE24-534A-40F1-99E4-00B7D5FD9124}"/>
              </a:ext>
            </a:extLst>
          </p:cNvPr>
          <p:cNvSpPr>
            <a:spLocks noGrp="1"/>
          </p:cNvSpPr>
          <p:nvPr>
            <p:ph type="dt" sz="half" idx="10"/>
          </p:nvPr>
        </p:nvSpPr>
        <p:spPr/>
        <p:txBody>
          <a:bodyPr/>
          <a:lstStyle/>
          <a:p>
            <a:fld id="{DECF21A4-E71B-4D3A-AF45-E989C23A7BB1}" type="datetimeFigureOut">
              <a:rPr lang="en-US" smtClean="0"/>
              <a:t>7/10/2025</a:t>
            </a:fld>
            <a:endParaRPr lang="en-US" dirty="0"/>
          </a:p>
        </p:txBody>
      </p:sp>
      <p:sp>
        <p:nvSpPr>
          <p:cNvPr id="5" name="Footer Placeholder 4">
            <a:extLst>
              <a:ext uri="{FF2B5EF4-FFF2-40B4-BE49-F238E27FC236}">
                <a16:creationId xmlns:a16="http://schemas.microsoft.com/office/drawing/2014/main" id="{CD594011-48FF-493D-8286-F62D345525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34F3-0709-471B-A734-C4B404F55B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795016-AF78-4708-9C5F-21110C197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EA2D1-B124-4454-AFDC-EA60A14BA121}"/>
              </a:ext>
            </a:extLst>
          </p:cNvPr>
          <p:cNvSpPr>
            <a:spLocks noGrp="1"/>
          </p:cNvSpPr>
          <p:nvPr>
            <p:ph type="dt" sz="half" idx="10"/>
          </p:nvPr>
        </p:nvSpPr>
        <p:spPr/>
        <p:txBody>
          <a:bodyPr/>
          <a:lstStyle/>
          <a:p>
            <a:fld id="{DECF21A4-E71B-4D3A-AF45-E989C23A7BB1}" type="datetimeFigureOut">
              <a:rPr lang="en-US" smtClean="0"/>
              <a:t>7/10/2025</a:t>
            </a:fld>
            <a:endParaRPr lang="en-US" dirty="0"/>
          </a:p>
        </p:txBody>
      </p:sp>
      <p:sp>
        <p:nvSpPr>
          <p:cNvPr id="5" name="Footer Placeholder 4">
            <a:extLst>
              <a:ext uri="{FF2B5EF4-FFF2-40B4-BE49-F238E27FC236}">
                <a16:creationId xmlns:a16="http://schemas.microsoft.com/office/drawing/2014/main" id="{B4F58000-F9D7-4A53-A6C5-E5E8154226B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D22AAD-0D08-4F47-8D5A-EFE29017E8D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6159-1280-4EE9-96D3-A56BD58266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A27A78-1874-488A-B215-7D763D3381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4BB3D1-3138-4B69-BF5D-4B1A213451CA}"/>
              </a:ext>
            </a:extLst>
          </p:cNvPr>
          <p:cNvSpPr>
            <a:spLocks noGrp="1"/>
          </p:cNvSpPr>
          <p:nvPr>
            <p:ph type="dt" sz="half" idx="10"/>
          </p:nvPr>
        </p:nvSpPr>
        <p:spPr/>
        <p:txBody>
          <a:bodyPr/>
          <a:lstStyle/>
          <a:p>
            <a:fld id="{DECF21A4-E71B-4D3A-AF45-E989C23A7BB1}" type="datetimeFigureOut">
              <a:rPr lang="en-US" smtClean="0"/>
              <a:t>7/10/2025</a:t>
            </a:fld>
            <a:endParaRPr lang="en-US" dirty="0"/>
          </a:p>
        </p:txBody>
      </p:sp>
      <p:sp>
        <p:nvSpPr>
          <p:cNvPr id="5" name="Footer Placeholder 4">
            <a:extLst>
              <a:ext uri="{FF2B5EF4-FFF2-40B4-BE49-F238E27FC236}">
                <a16:creationId xmlns:a16="http://schemas.microsoft.com/office/drawing/2014/main" id="{0EFF90C5-31F4-4A22-AC00-3FB5ED291B2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AA11-CC97-44E5-AE4D-808FD741A0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3AB6CB-9460-4BCA-86C5-5F26357AB8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FAB0F6-401D-4BAF-A300-65AD684DF9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561BBA-B185-4B45-B152-3D320E15F550}"/>
              </a:ext>
            </a:extLst>
          </p:cNvPr>
          <p:cNvSpPr>
            <a:spLocks noGrp="1"/>
          </p:cNvSpPr>
          <p:nvPr>
            <p:ph type="dt" sz="half" idx="10"/>
          </p:nvPr>
        </p:nvSpPr>
        <p:spPr/>
        <p:txBody>
          <a:bodyPr/>
          <a:lstStyle/>
          <a:p>
            <a:fld id="{DECF21A4-E71B-4D3A-AF45-E989C23A7BB1}" type="datetimeFigureOut">
              <a:rPr lang="en-US" smtClean="0"/>
              <a:t>7/10/2025</a:t>
            </a:fld>
            <a:endParaRPr lang="en-US" dirty="0"/>
          </a:p>
        </p:txBody>
      </p:sp>
      <p:sp>
        <p:nvSpPr>
          <p:cNvPr id="6" name="Footer Placeholder 5">
            <a:extLst>
              <a:ext uri="{FF2B5EF4-FFF2-40B4-BE49-F238E27FC236}">
                <a16:creationId xmlns:a16="http://schemas.microsoft.com/office/drawing/2014/main" id="{D61CD760-96AC-4821-A56B-0B805F2FAD4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47C3-C498-415A-A057-E19BCEB5F2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F6677F-2712-4810-A3AA-56FA75386D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71B54A-6775-4978-8E19-32694C9B5E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BA1303-B245-476D-BD02-A4E4A359F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8E898F-5B79-46F1-89C1-F827997CC4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417A4D-2EC9-4294-BFF4-EAE22EE1099A}"/>
              </a:ext>
            </a:extLst>
          </p:cNvPr>
          <p:cNvSpPr>
            <a:spLocks noGrp="1"/>
          </p:cNvSpPr>
          <p:nvPr>
            <p:ph type="dt" sz="half" idx="10"/>
          </p:nvPr>
        </p:nvSpPr>
        <p:spPr/>
        <p:txBody>
          <a:bodyPr/>
          <a:lstStyle/>
          <a:p>
            <a:fld id="{DECF21A4-E71B-4D3A-AF45-E989C23A7BB1}" type="datetimeFigureOut">
              <a:rPr lang="en-US" smtClean="0"/>
              <a:t>7/10/2025</a:t>
            </a:fld>
            <a:endParaRPr lang="en-US" dirty="0"/>
          </a:p>
        </p:txBody>
      </p:sp>
      <p:sp>
        <p:nvSpPr>
          <p:cNvPr id="8" name="Footer Placeholder 7">
            <a:extLst>
              <a:ext uri="{FF2B5EF4-FFF2-40B4-BE49-F238E27FC236}">
                <a16:creationId xmlns:a16="http://schemas.microsoft.com/office/drawing/2014/main" id="{6150E317-3602-42A1-BB7F-0184072E8D5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68FC-5755-447A-8D7F-9ADED3E994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B50287-81AA-46CA-8CB3-53A7F8313741}"/>
              </a:ext>
            </a:extLst>
          </p:cNvPr>
          <p:cNvSpPr>
            <a:spLocks noGrp="1"/>
          </p:cNvSpPr>
          <p:nvPr>
            <p:ph type="dt" sz="half" idx="10"/>
          </p:nvPr>
        </p:nvSpPr>
        <p:spPr/>
        <p:txBody>
          <a:bodyPr/>
          <a:lstStyle/>
          <a:p>
            <a:fld id="{DECF21A4-E71B-4D3A-AF45-E989C23A7BB1}" type="datetimeFigureOut">
              <a:rPr lang="en-US" smtClean="0"/>
              <a:t>7/10/2025</a:t>
            </a:fld>
            <a:endParaRPr lang="en-US" dirty="0"/>
          </a:p>
        </p:txBody>
      </p:sp>
      <p:sp>
        <p:nvSpPr>
          <p:cNvPr id="4" name="Footer Placeholder 3">
            <a:extLst>
              <a:ext uri="{FF2B5EF4-FFF2-40B4-BE49-F238E27FC236}">
                <a16:creationId xmlns:a16="http://schemas.microsoft.com/office/drawing/2014/main" id="{2F1BA4AA-02C9-459E-9362-3DA60E3B597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ACAA5-F8E7-46E9-8BA7-A510948B62CC}"/>
              </a:ext>
            </a:extLst>
          </p:cNvPr>
          <p:cNvSpPr>
            <a:spLocks noGrp="1"/>
          </p:cNvSpPr>
          <p:nvPr>
            <p:ph type="dt" sz="half" idx="10"/>
          </p:nvPr>
        </p:nvSpPr>
        <p:spPr/>
        <p:txBody>
          <a:bodyPr/>
          <a:lstStyle/>
          <a:p>
            <a:fld id="{DECF21A4-E71B-4D3A-AF45-E989C23A7BB1}" type="datetimeFigureOut">
              <a:rPr lang="en-US" smtClean="0"/>
              <a:t>7/10/2025</a:t>
            </a:fld>
            <a:endParaRPr lang="en-US" dirty="0"/>
          </a:p>
        </p:txBody>
      </p:sp>
      <p:sp>
        <p:nvSpPr>
          <p:cNvPr id="3" name="Footer Placeholder 2">
            <a:extLst>
              <a:ext uri="{FF2B5EF4-FFF2-40B4-BE49-F238E27FC236}">
                <a16:creationId xmlns:a16="http://schemas.microsoft.com/office/drawing/2014/main" id="{D1F2DEE8-5654-4DCA-A8D0-D883E52B6FB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DA80-336B-4DBB-91A1-6E3E4B3C20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40D456-F0A3-4789-A310-A23F01B2EC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8A8B05-7071-44D4-80F7-3E8191C9A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8562E-E6F1-449B-909C-98426BA86B36}"/>
              </a:ext>
            </a:extLst>
          </p:cNvPr>
          <p:cNvSpPr>
            <a:spLocks noGrp="1"/>
          </p:cNvSpPr>
          <p:nvPr>
            <p:ph type="dt" sz="half" idx="10"/>
          </p:nvPr>
        </p:nvSpPr>
        <p:spPr/>
        <p:txBody>
          <a:bodyPr/>
          <a:lstStyle/>
          <a:p>
            <a:fld id="{DECF21A4-E71B-4D3A-AF45-E989C23A7BB1}" type="datetimeFigureOut">
              <a:rPr lang="en-US" smtClean="0"/>
              <a:t>7/10/2025</a:t>
            </a:fld>
            <a:endParaRPr lang="en-US" dirty="0"/>
          </a:p>
        </p:txBody>
      </p:sp>
      <p:sp>
        <p:nvSpPr>
          <p:cNvPr id="6" name="Footer Placeholder 5">
            <a:extLst>
              <a:ext uri="{FF2B5EF4-FFF2-40B4-BE49-F238E27FC236}">
                <a16:creationId xmlns:a16="http://schemas.microsoft.com/office/drawing/2014/main" id="{7EB47A9A-FB08-407B-A73A-0AC513F0FD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474D-6779-4C23-BD3C-82F5DC3E3E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21096C-E430-49C7-A801-21C0BD95D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024828F-334F-4A50-850D-10684F245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3293F4-2B70-4BB5-A982-219E4133E251}"/>
              </a:ext>
            </a:extLst>
          </p:cNvPr>
          <p:cNvSpPr>
            <a:spLocks noGrp="1"/>
          </p:cNvSpPr>
          <p:nvPr>
            <p:ph type="dt" sz="half" idx="10"/>
          </p:nvPr>
        </p:nvSpPr>
        <p:spPr/>
        <p:txBody>
          <a:bodyPr/>
          <a:lstStyle/>
          <a:p>
            <a:fld id="{DECF21A4-E71B-4D3A-AF45-E989C23A7BB1}" type="datetimeFigureOut">
              <a:rPr lang="en-US" smtClean="0"/>
              <a:t>7/10/2025</a:t>
            </a:fld>
            <a:endParaRPr lang="en-US" dirty="0"/>
          </a:p>
        </p:txBody>
      </p:sp>
      <p:sp>
        <p:nvSpPr>
          <p:cNvPr id="6" name="Footer Placeholder 5">
            <a:extLst>
              <a:ext uri="{FF2B5EF4-FFF2-40B4-BE49-F238E27FC236}">
                <a16:creationId xmlns:a16="http://schemas.microsoft.com/office/drawing/2014/main" id="{C4F9A86F-B378-4759-B50E-2E0BFAE6246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7D73-EDDA-49A6-BA12-1CA980DA9B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89B82E-4CA1-47A5-B133-FBD4D8A839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A267F-D142-4D04-9F03-6CB099E6FA32}"/>
              </a:ext>
            </a:extLst>
          </p:cNvPr>
          <p:cNvSpPr>
            <a:spLocks noGrp="1"/>
          </p:cNvSpPr>
          <p:nvPr>
            <p:ph type="dt" sz="half" idx="10"/>
          </p:nvPr>
        </p:nvSpPr>
        <p:spPr/>
        <p:txBody>
          <a:bodyPr/>
          <a:lstStyle/>
          <a:p>
            <a:fld id="{DECF21A4-E71B-4D3A-AF45-E989C23A7BB1}" type="datetimeFigureOut">
              <a:rPr lang="en-US" smtClean="0"/>
              <a:t>7/10/2025</a:t>
            </a:fld>
            <a:endParaRPr lang="en-US" dirty="0"/>
          </a:p>
        </p:txBody>
      </p:sp>
      <p:sp>
        <p:nvSpPr>
          <p:cNvPr id="5" name="Footer Placeholder 4">
            <a:extLst>
              <a:ext uri="{FF2B5EF4-FFF2-40B4-BE49-F238E27FC236}">
                <a16:creationId xmlns:a16="http://schemas.microsoft.com/office/drawing/2014/main" id="{705127CA-154D-4E90-B776-A2EE71F78D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6E92A-52E0-4710-BDEF-0A15346854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A240E1-5EB0-47FD-AA37-BF945D136C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14243-F1E4-487A-ABEC-30516A01DF2B}"/>
              </a:ext>
            </a:extLst>
          </p:cNvPr>
          <p:cNvSpPr>
            <a:spLocks noGrp="1"/>
          </p:cNvSpPr>
          <p:nvPr>
            <p:ph type="dt" sz="half" idx="10"/>
          </p:nvPr>
        </p:nvSpPr>
        <p:spPr/>
        <p:txBody>
          <a:bodyPr/>
          <a:lstStyle/>
          <a:p>
            <a:fld id="{DECF21A4-E71B-4D3A-AF45-E989C23A7BB1}" type="datetimeFigureOut">
              <a:rPr lang="en-US" smtClean="0"/>
              <a:t>7/10/2025</a:t>
            </a:fld>
            <a:endParaRPr lang="en-US" dirty="0"/>
          </a:p>
        </p:txBody>
      </p:sp>
      <p:sp>
        <p:nvSpPr>
          <p:cNvPr id="5" name="Footer Placeholder 4">
            <a:extLst>
              <a:ext uri="{FF2B5EF4-FFF2-40B4-BE49-F238E27FC236}">
                <a16:creationId xmlns:a16="http://schemas.microsoft.com/office/drawing/2014/main" id="{AC358244-98FD-472D-AB8C-075F71C10B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F21A4-E71B-4D3A-AF45-E989C23A7BB1}" type="datetimeFigureOut">
              <a:rPr lang="en-US" smtClean="0"/>
              <a:t>7/10/2025</a:t>
            </a:fld>
            <a:endParaRPr lang="en-US" dirty="0"/>
          </a:p>
        </p:txBody>
      </p:sp>
      <p:sp>
        <p:nvSpPr>
          <p:cNvPr id="5" name="Footer Placeholder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382C8D6-8B0B-4982-9EE4-AA823C69C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F1B4E-90EC-4A51-B6E5-B702C054ECB0}" type="slidenum">
              <a:rPr lang="en-US" smtClean="0"/>
              <a:t>‹#›</a:t>
            </a:fld>
            <a:endParaRPr lang="en-US" dirty="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59.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0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person using a computer&#10;&#10;Description automatically generated">
            <a:extLst>
              <a:ext uri="{FF2B5EF4-FFF2-40B4-BE49-F238E27FC236}">
                <a16:creationId xmlns:a16="http://schemas.microsoft.com/office/drawing/2014/main" id="{57DB7F78-BE40-5EE1-79C7-8669B829179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1" b="1784"/>
          <a:stretch/>
        </p:blipFill>
        <p:spPr>
          <a:xfrm>
            <a:off x="180279" y="161490"/>
            <a:ext cx="11827082" cy="6534092"/>
          </a:xfrm>
          <a:custGeom>
            <a:avLst/>
            <a:gdLst/>
            <a:ahLst/>
            <a:cxnLst/>
            <a:rect l="l" t="t" r="r" b="b"/>
            <a:pathLst>
              <a:path w="11827082" h="6534092">
                <a:moveTo>
                  <a:pt x="6610089" y="5"/>
                </a:moveTo>
                <a:cubicBezTo>
                  <a:pt x="6763993" y="-277"/>
                  <a:pt x="6862741" y="14300"/>
                  <a:pt x="6956523" y="21390"/>
                </a:cubicBezTo>
                <a:cubicBezTo>
                  <a:pt x="7271939" y="-12207"/>
                  <a:pt x="7581352" y="149"/>
                  <a:pt x="7768349" y="21390"/>
                </a:cubicBezTo>
                <a:lnTo>
                  <a:pt x="7831642" y="23688"/>
                </a:lnTo>
                <a:lnTo>
                  <a:pt x="7886307" y="21390"/>
                </a:lnTo>
                <a:cubicBezTo>
                  <a:pt x="7951978" y="17798"/>
                  <a:pt x="8007622" y="16567"/>
                  <a:pt x="8057445" y="16600"/>
                </a:cubicBezTo>
                <a:lnTo>
                  <a:pt x="8096254" y="17396"/>
                </a:lnTo>
                <a:lnTo>
                  <a:pt x="8199591" y="12947"/>
                </a:lnTo>
                <a:cubicBezTo>
                  <a:pt x="8247971" y="12558"/>
                  <a:pt x="8296272" y="14617"/>
                  <a:pt x="8344260" y="21390"/>
                </a:cubicBezTo>
                <a:lnTo>
                  <a:pt x="8355505" y="22738"/>
                </a:lnTo>
                <a:lnTo>
                  <a:pt x="8462217" y="21390"/>
                </a:lnTo>
                <a:cubicBezTo>
                  <a:pt x="8567700" y="16869"/>
                  <a:pt x="8666620" y="17239"/>
                  <a:pt x="8761697" y="18554"/>
                </a:cubicBezTo>
                <a:lnTo>
                  <a:pt x="8808871" y="19038"/>
                </a:lnTo>
                <a:lnTo>
                  <a:pt x="8941246" y="13930"/>
                </a:lnTo>
                <a:cubicBezTo>
                  <a:pt x="9040199" y="10800"/>
                  <a:pt x="9149474" y="10157"/>
                  <a:pt x="9260166" y="21390"/>
                </a:cubicBezTo>
                <a:lnTo>
                  <a:pt x="9339613" y="26448"/>
                </a:lnTo>
                <a:lnTo>
                  <a:pt x="9432845" y="28493"/>
                </a:lnTo>
                <a:cubicBezTo>
                  <a:pt x="9587011" y="31230"/>
                  <a:pt x="9744909" y="31599"/>
                  <a:pt x="9849954" y="21390"/>
                </a:cubicBezTo>
                <a:cubicBezTo>
                  <a:pt x="10060044" y="972"/>
                  <a:pt x="10204432" y="2657"/>
                  <a:pt x="10425865" y="21390"/>
                </a:cubicBezTo>
                <a:lnTo>
                  <a:pt x="10477895" y="25158"/>
                </a:lnTo>
                <a:lnTo>
                  <a:pt x="10566351" y="27751"/>
                </a:lnTo>
                <a:cubicBezTo>
                  <a:pt x="10727031" y="32755"/>
                  <a:pt x="10877889" y="35639"/>
                  <a:pt x="11001775" y="21390"/>
                </a:cubicBezTo>
                <a:cubicBezTo>
                  <a:pt x="11249546" y="-7108"/>
                  <a:pt x="11434553" y="12510"/>
                  <a:pt x="11813601" y="21390"/>
                </a:cubicBezTo>
                <a:cubicBezTo>
                  <a:pt x="11817928" y="208271"/>
                  <a:pt x="11818867" y="336567"/>
                  <a:pt x="11813601" y="475847"/>
                </a:cubicBezTo>
                <a:cubicBezTo>
                  <a:pt x="11808335" y="615127"/>
                  <a:pt x="11845853" y="1008651"/>
                  <a:pt x="11813601" y="1254916"/>
                </a:cubicBezTo>
                <a:cubicBezTo>
                  <a:pt x="11809570" y="1285699"/>
                  <a:pt x="11806768" y="1314174"/>
                  <a:pt x="11804923" y="1340777"/>
                </a:cubicBezTo>
                <a:lnTo>
                  <a:pt x="11803652" y="1373115"/>
                </a:lnTo>
                <a:lnTo>
                  <a:pt x="11804560" y="1395572"/>
                </a:lnTo>
                <a:cubicBezTo>
                  <a:pt x="11806656" y="1431340"/>
                  <a:pt x="11809600" y="1470662"/>
                  <a:pt x="11813601" y="1514605"/>
                </a:cubicBezTo>
                <a:cubicBezTo>
                  <a:pt x="11829606" y="1690380"/>
                  <a:pt x="11822955" y="1813845"/>
                  <a:pt x="11815628" y="1920902"/>
                </a:cubicBezTo>
                <a:lnTo>
                  <a:pt x="11811346" y="1995660"/>
                </a:lnTo>
                <a:lnTo>
                  <a:pt x="11813868" y="2104640"/>
                </a:lnTo>
                <a:lnTo>
                  <a:pt x="11817197" y="2264365"/>
                </a:lnTo>
                <a:lnTo>
                  <a:pt x="11821465" y="2306631"/>
                </a:lnTo>
                <a:cubicBezTo>
                  <a:pt x="11835170" y="2477814"/>
                  <a:pt x="11818400" y="2578773"/>
                  <a:pt x="11813601" y="2683208"/>
                </a:cubicBezTo>
                <a:cubicBezTo>
                  <a:pt x="11809487" y="2772725"/>
                  <a:pt x="11816027" y="2930030"/>
                  <a:pt x="11816192" y="3070653"/>
                </a:cubicBezTo>
                <a:lnTo>
                  <a:pt x="11813610" y="3202145"/>
                </a:lnTo>
                <a:lnTo>
                  <a:pt x="11813601" y="3267510"/>
                </a:lnTo>
                <a:cubicBezTo>
                  <a:pt x="11811419" y="3587194"/>
                  <a:pt x="11813535" y="3497122"/>
                  <a:pt x="11813601" y="3721967"/>
                </a:cubicBezTo>
                <a:cubicBezTo>
                  <a:pt x="11813617" y="3778178"/>
                  <a:pt x="11814293" y="3835214"/>
                  <a:pt x="11815131" y="3894088"/>
                </a:cubicBezTo>
                <a:lnTo>
                  <a:pt x="11816203" y="3972593"/>
                </a:lnTo>
                <a:lnTo>
                  <a:pt x="11816265" y="3973919"/>
                </a:lnTo>
                <a:cubicBezTo>
                  <a:pt x="11819902" y="4062998"/>
                  <a:pt x="11819694" y="4122248"/>
                  <a:pt x="11818174" y="4171327"/>
                </a:cubicBezTo>
                <a:lnTo>
                  <a:pt x="11817878" y="4178488"/>
                </a:lnTo>
                <a:lnTo>
                  <a:pt x="11818118" y="4277530"/>
                </a:lnTo>
                <a:cubicBezTo>
                  <a:pt x="11817612" y="4347824"/>
                  <a:pt x="11816272" y="4421987"/>
                  <a:pt x="11813601" y="4501036"/>
                </a:cubicBezTo>
                <a:cubicBezTo>
                  <a:pt x="11824398" y="4779554"/>
                  <a:pt x="11834923" y="4895505"/>
                  <a:pt x="11813601" y="5020415"/>
                </a:cubicBezTo>
                <a:cubicBezTo>
                  <a:pt x="11808270" y="5051643"/>
                  <a:pt x="11804885" y="5094410"/>
                  <a:pt x="11802984" y="5145366"/>
                </a:cubicBezTo>
                <a:lnTo>
                  <a:pt x="11802805" y="5153576"/>
                </a:lnTo>
                <a:lnTo>
                  <a:pt x="11813601" y="5280104"/>
                </a:lnTo>
                <a:cubicBezTo>
                  <a:pt x="11848339" y="5545832"/>
                  <a:pt x="11803810" y="5568088"/>
                  <a:pt x="11813601" y="5734561"/>
                </a:cubicBezTo>
                <a:cubicBezTo>
                  <a:pt x="11814825" y="5755370"/>
                  <a:pt x="11815354" y="5777180"/>
                  <a:pt x="11815391" y="5800160"/>
                </a:cubicBezTo>
                <a:lnTo>
                  <a:pt x="11814403" y="5861994"/>
                </a:lnTo>
                <a:lnTo>
                  <a:pt x="11814897" y="5940552"/>
                </a:lnTo>
                <a:cubicBezTo>
                  <a:pt x="11813455" y="6007961"/>
                  <a:pt x="11810716" y="6074118"/>
                  <a:pt x="11808410" y="6139030"/>
                </a:cubicBezTo>
                <a:lnTo>
                  <a:pt x="11805249" y="6294204"/>
                </a:lnTo>
                <a:lnTo>
                  <a:pt x="11806853" y="6377232"/>
                </a:lnTo>
                <a:lnTo>
                  <a:pt x="11813601" y="6513630"/>
                </a:lnTo>
                <a:cubicBezTo>
                  <a:pt x="11755932" y="6520071"/>
                  <a:pt x="11702085" y="6522123"/>
                  <a:pt x="11651008" y="6521869"/>
                </a:cubicBezTo>
                <a:lnTo>
                  <a:pt x="11606878" y="6520178"/>
                </a:lnTo>
                <a:lnTo>
                  <a:pt x="11480359" y="6526470"/>
                </a:lnTo>
                <a:cubicBezTo>
                  <a:pt x="11411497" y="6529079"/>
                  <a:pt x="11340067" y="6529281"/>
                  <a:pt x="11235913" y="6522672"/>
                </a:cubicBezTo>
                <a:lnTo>
                  <a:pt x="11167376" y="6517338"/>
                </a:lnTo>
                <a:lnTo>
                  <a:pt x="11118099" y="6519937"/>
                </a:lnTo>
                <a:cubicBezTo>
                  <a:pt x="11008080" y="6519923"/>
                  <a:pt x="10918905" y="6505169"/>
                  <a:pt x="10779737" y="6513630"/>
                </a:cubicBezTo>
                <a:lnTo>
                  <a:pt x="10756340" y="6513513"/>
                </a:lnTo>
                <a:lnTo>
                  <a:pt x="10748952" y="6514346"/>
                </a:lnTo>
                <a:cubicBezTo>
                  <a:pt x="10725838" y="6516206"/>
                  <a:pt x="10699773" y="6516641"/>
                  <a:pt x="10661780" y="6513630"/>
                </a:cubicBezTo>
                <a:lnTo>
                  <a:pt x="10643067" y="6512943"/>
                </a:lnTo>
                <a:lnTo>
                  <a:pt x="10627638" y="6512866"/>
                </a:lnTo>
                <a:lnTo>
                  <a:pt x="10598539" y="6511309"/>
                </a:lnTo>
                <a:lnTo>
                  <a:pt x="10590670" y="6511020"/>
                </a:lnTo>
                <a:cubicBezTo>
                  <a:pt x="10422654" y="6509230"/>
                  <a:pt x="10114537" y="6525711"/>
                  <a:pt x="9930443" y="6519069"/>
                </a:cubicBezTo>
                <a:lnTo>
                  <a:pt x="9908887" y="6517613"/>
                </a:lnTo>
                <a:lnTo>
                  <a:pt x="9697150" y="6531900"/>
                </a:lnTo>
                <a:cubicBezTo>
                  <a:pt x="9438634" y="6540253"/>
                  <a:pt x="9217380" y="6522684"/>
                  <a:pt x="9038128" y="6513630"/>
                </a:cubicBezTo>
                <a:lnTo>
                  <a:pt x="8901719" y="6509665"/>
                </a:lnTo>
                <a:lnTo>
                  <a:pt x="8766922" y="6512046"/>
                </a:lnTo>
                <a:cubicBezTo>
                  <a:pt x="8694433" y="6513288"/>
                  <a:pt x="8629372" y="6514112"/>
                  <a:pt x="8580175" y="6513630"/>
                </a:cubicBezTo>
                <a:lnTo>
                  <a:pt x="8571277" y="6513524"/>
                </a:lnTo>
                <a:lnTo>
                  <a:pt x="8462217" y="6513630"/>
                </a:lnTo>
                <a:cubicBezTo>
                  <a:pt x="8225188" y="6509968"/>
                  <a:pt x="7780127" y="6525503"/>
                  <a:pt x="7532434" y="6513630"/>
                </a:cubicBezTo>
                <a:lnTo>
                  <a:pt x="7448622" y="6511320"/>
                </a:lnTo>
                <a:lnTo>
                  <a:pt x="7428354" y="6513630"/>
                </a:lnTo>
                <a:cubicBezTo>
                  <a:pt x="7293248" y="6538560"/>
                  <a:pt x="7186080" y="6533261"/>
                  <a:pt x="7078782" y="6523679"/>
                </a:cubicBezTo>
                <a:lnTo>
                  <a:pt x="6973169" y="6513887"/>
                </a:lnTo>
                <a:lnTo>
                  <a:pt x="6954249" y="6514033"/>
                </a:lnTo>
                <a:cubicBezTo>
                  <a:pt x="6918701" y="6514123"/>
                  <a:pt x="6880374" y="6514018"/>
                  <a:pt x="6838566" y="6513630"/>
                </a:cubicBezTo>
                <a:lnTo>
                  <a:pt x="6790865" y="6514652"/>
                </a:lnTo>
                <a:lnTo>
                  <a:pt x="6717520" y="6518204"/>
                </a:lnTo>
                <a:lnTo>
                  <a:pt x="6690736" y="6516798"/>
                </a:lnTo>
                <a:lnTo>
                  <a:pt x="6604647" y="6518643"/>
                </a:lnTo>
                <a:cubicBezTo>
                  <a:pt x="6383546" y="6528740"/>
                  <a:pt x="6188571" y="6547337"/>
                  <a:pt x="5908782" y="6513630"/>
                </a:cubicBezTo>
                <a:lnTo>
                  <a:pt x="5827432" y="6506155"/>
                </a:lnTo>
                <a:lnTo>
                  <a:pt x="5818169" y="6505897"/>
                </a:lnTo>
                <a:cubicBezTo>
                  <a:pt x="5656134" y="6501940"/>
                  <a:pt x="5476891" y="6500561"/>
                  <a:pt x="5360626" y="6513630"/>
                </a:cubicBezTo>
                <a:cubicBezTo>
                  <a:pt x="5244362" y="6526700"/>
                  <a:pt x="5155294" y="6523407"/>
                  <a:pt x="5082581" y="6518492"/>
                </a:cubicBezTo>
                <a:lnTo>
                  <a:pt x="5011539" y="6513612"/>
                </a:lnTo>
                <a:lnTo>
                  <a:pt x="4978999" y="6513630"/>
                </a:lnTo>
                <a:lnTo>
                  <a:pt x="4947560" y="6512597"/>
                </a:lnTo>
                <a:lnTo>
                  <a:pt x="4902673" y="6513630"/>
                </a:lnTo>
                <a:cubicBezTo>
                  <a:pt x="4851834" y="6520217"/>
                  <a:pt x="4795188" y="6523001"/>
                  <a:pt x="4737076" y="6522747"/>
                </a:cubicBezTo>
                <a:lnTo>
                  <a:pt x="4649328" y="6518160"/>
                </a:lnTo>
                <a:lnTo>
                  <a:pt x="4624935" y="6519597"/>
                </a:lnTo>
                <a:cubicBezTo>
                  <a:pt x="4598495" y="6519851"/>
                  <a:pt x="4566987" y="6518389"/>
                  <a:pt x="4521046" y="6513630"/>
                </a:cubicBezTo>
                <a:lnTo>
                  <a:pt x="4456833" y="6510131"/>
                </a:lnTo>
                <a:lnTo>
                  <a:pt x="4343538" y="6512337"/>
                </a:lnTo>
                <a:cubicBezTo>
                  <a:pt x="4260681" y="6514690"/>
                  <a:pt x="4174545" y="6517475"/>
                  <a:pt x="4104725" y="6513630"/>
                </a:cubicBezTo>
                <a:cubicBezTo>
                  <a:pt x="3965085" y="6505941"/>
                  <a:pt x="3802107" y="6535988"/>
                  <a:pt x="3528815" y="6513630"/>
                </a:cubicBezTo>
                <a:lnTo>
                  <a:pt x="3407613" y="6504978"/>
                </a:lnTo>
                <a:lnTo>
                  <a:pt x="3251268" y="6513630"/>
                </a:lnTo>
                <a:cubicBezTo>
                  <a:pt x="3103602" y="6529652"/>
                  <a:pt x="3004932" y="6519904"/>
                  <a:pt x="2867035" y="6513929"/>
                </a:cubicBezTo>
                <a:lnTo>
                  <a:pt x="2840124" y="6513045"/>
                </a:lnTo>
                <a:lnTo>
                  <a:pt x="2834946" y="6513630"/>
                </a:lnTo>
                <a:cubicBezTo>
                  <a:pt x="2691933" y="6538293"/>
                  <a:pt x="2614008" y="6529004"/>
                  <a:pt x="2502859" y="6520536"/>
                </a:cubicBezTo>
                <a:lnTo>
                  <a:pt x="2442001" y="6517197"/>
                </a:lnTo>
                <a:lnTo>
                  <a:pt x="2438245" y="6517313"/>
                </a:lnTo>
                <a:cubicBezTo>
                  <a:pt x="2401807" y="6517985"/>
                  <a:pt x="2368299" y="6518156"/>
                  <a:pt x="2336678" y="6517988"/>
                </a:cubicBezTo>
                <a:lnTo>
                  <a:pt x="2185932" y="6514754"/>
                </a:lnTo>
                <a:lnTo>
                  <a:pt x="1960620" y="6520062"/>
                </a:lnTo>
                <a:cubicBezTo>
                  <a:pt x="1876521" y="6521810"/>
                  <a:pt x="1788378" y="6523022"/>
                  <a:pt x="1701155" y="6522387"/>
                </a:cubicBezTo>
                <a:lnTo>
                  <a:pt x="1589271" y="6518529"/>
                </a:lnTo>
                <a:lnTo>
                  <a:pt x="1539168" y="6519829"/>
                </a:lnTo>
                <a:cubicBezTo>
                  <a:pt x="1395291" y="6522782"/>
                  <a:pt x="1407110" y="6517174"/>
                  <a:pt x="1287620" y="6513630"/>
                </a:cubicBezTo>
                <a:cubicBezTo>
                  <a:pt x="1168131" y="6510087"/>
                  <a:pt x="1041230" y="6513238"/>
                  <a:pt x="932033" y="6514000"/>
                </a:cubicBezTo>
                <a:lnTo>
                  <a:pt x="918750" y="6513952"/>
                </a:lnTo>
                <a:lnTo>
                  <a:pt x="858917" y="6514806"/>
                </a:lnTo>
                <a:cubicBezTo>
                  <a:pt x="826932" y="6514879"/>
                  <a:pt x="792070" y="6514545"/>
                  <a:pt x="753341" y="6513630"/>
                </a:cubicBezTo>
                <a:cubicBezTo>
                  <a:pt x="443511" y="6506311"/>
                  <a:pt x="354936" y="6524642"/>
                  <a:pt x="17841" y="6513630"/>
                </a:cubicBezTo>
                <a:cubicBezTo>
                  <a:pt x="-956" y="6342673"/>
                  <a:pt x="-10467" y="6012653"/>
                  <a:pt x="17841" y="5799484"/>
                </a:cubicBezTo>
                <a:lnTo>
                  <a:pt x="19845" y="5756408"/>
                </a:lnTo>
                <a:lnTo>
                  <a:pt x="17841" y="5734561"/>
                </a:lnTo>
                <a:cubicBezTo>
                  <a:pt x="13149" y="5695472"/>
                  <a:pt x="12578" y="5648752"/>
                  <a:pt x="13918" y="5598323"/>
                </a:cubicBezTo>
                <a:lnTo>
                  <a:pt x="18180" y="5508699"/>
                </a:lnTo>
                <a:lnTo>
                  <a:pt x="16493" y="5477760"/>
                </a:lnTo>
                <a:cubicBezTo>
                  <a:pt x="8966" y="5369709"/>
                  <a:pt x="1889" y="5260695"/>
                  <a:pt x="17841" y="5150260"/>
                </a:cubicBezTo>
                <a:cubicBezTo>
                  <a:pt x="-3463" y="5038150"/>
                  <a:pt x="-2139" y="4857473"/>
                  <a:pt x="6850" y="4650409"/>
                </a:cubicBezTo>
                <a:lnTo>
                  <a:pt x="14633" y="4498670"/>
                </a:lnTo>
                <a:lnTo>
                  <a:pt x="14494" y="4495758"/>
                </a:lnTo>
                <a:cubicBezTo>
                  <a:pt x="12245" y="4421472"/>
                  <a:pt x="13025" y="4335511"/>
                  <a:pt x="14442" y="4243130"/>
                </a:cubicBezTo>
                <a:lnTo>
                  <a:pt x="16801" y="4091152"/>
                </a:lnTo>
                <a:lnTo>
                  <a:pt x="13537" y="4018512"/>
                </a:lnTo>
                <a:lnTo>
                  <a:pt x="17696" y="3920163"/>
                </a:lnTo>
                <a:lnTo>
                  <a:pt x="17841" y="3851812"/>
                </a:lnTo>
                <a:cubicBezTo>
                  <a:pt x="15571" y="3651484"/>
                  <a:pt x="26219" y="3546077"/>
                  <a:pt x="24551" y="3386181"/>
                </a:cubicBezTo>
                <a:lnTo>
                  <a:pt x="24397" y="3379573"/>
                </a:lnTo>
                <a:lnTo>
                  <a:pt x="22173" y="3327681"/>
                </a:lnTo>
                <a:cubicBezTo>
                  <a:pt x="20895" y="3304536"/>
                  <a:pt x="19446" y="3284181"/>
                  <a:pt x="17841" y="3267510"/>
                </a:cubicBezTo>
                <a:cubicBezTo>
                  <a:pt x="8213" y="3167488"/>
                  <a:pt x="-3113" y="2984082"/>
                  <a:pt x="3931" y="2799801"/>
                </a:cubicBezTo>
                <a:lnTo>
                  <a:pt x="4125" y="2797274"/>
                </a:lnTo>
                <a:lnTo>
                  <a:pt x="3717" y="2776150"/>
                </a:lnTo>
                <a:cubicBezTo>
                  <a:pt x="3237" y="2640023"/>
                  <a:pt x="7465" y="2516197"/>
                  <a:pt x="17841" y="2423520"/>
                </a:cubicBezTo>
                <a:cubicBezTo>
                  <a:pt x="20435" y="2400350"/>
                  <a:pt x="22069" y="2375698"/>
                  <a:pt x="22982" y="2349684"/>
                </a:cubicBezTo>
                <a:lnTo>
                  <a:pt x="23157" y="2331991"/>
                </a:lnTo>
                <a:lnTo>
                  <a:pt x="21648" y="2290240"/>
                </a:lnTo>
                <a:cubicBezTo>
                  <a:pt x="18695" y="2240502"/>
                  <a:pt x="15426" y="2193755"/>
                  <a:pt x="14054" y="2150784"/>
                </a:cubicBezTo>
                <a:lnTo>
                  <a:pt x="17291" y="2050968"/>
                </a:lnTo>
                <a:lnTo>
                  <a:pt x="12351" y="1872365"/>
                </a:lnTo>
                <a:cubicBezTo>
                  <a:pt x="11665" y="1799113"/>
                  <a:pt x="12859" y="1722821"/>
                  <a:pt x="17841" y="1644450"/>
                </a:cubicBezTo>
                <a:lnTo>
                  <a:pt x="21169" y="1569934"/>
                </a:lnTo>
                <a:lnTo>
                  <a:pt x="20488" y="1547698"/>
                </a:lnTo>
                <a:cubicBezTo>
                  <a:pt x="19568" y="1516527"/>
                  <a:pt x="18663" y="1483900"/>
                  <a:pt x="17841" y="1449683"/>
                </a:cubicBezTo>
                <a:cubicBezTo>
                  <a:pt x="11271" y="1175953"/>
                  <a:pt x="1415" y="1152151"/>
                  <a:pt x="17841" y="995226"/>
                </a:cubicBezTo>
                <a:lnTo>
                  <a:pt x="19885" y="968921"/>
                </a:lnTo>
                <a:lnTo>
                  <a:pt x="17841" y="930304"/>
                </a:lnTo>
                <a:cubicBezTo>
                  <a:pt x="7442" y="768208"/>
                  <a:pt x="7865" y="285783"/>
                  <a:pt x="17841" y="21390"/>
                </a:cubicBezTo>
                <a:cubicBezTo>
                  <a:pt x="147136" y="10433"/>
                  <a:pt x="296588" y="9602"/>
                  <a:pt x="440468" y="11925"/>
                </a:cubicBezTo>
                <a:lnTo>
                  <a:pt x="473966" y="12726"/>
                </a:lnTo>
                <a:lnTo>
                  <a:pt x="478805" y="12539"/>
                </a:lnTo>
                <a:lnTo>
                  <a:pt x="484496" y="12977"/>
                </a:lnTo>
                <a:lnTo>
                  <a:pt x="648894" y="16905"/>
                </a:lnTo>
                <a:cubicBezTo>
                  <a:pt x="714833" y="18773"/>
                  <a:pt x="776163" y="20559"/>
                  <a:pt x="829667" y="21390"/>
                </a:cubicBezTo>
                <a:lnTo>
                  <a:pt x="916694" y="22693"/>
                </a:lnTo>
                <a:lnTo>
                  <a:pt x="933747" y="21390"/>
                </a:lnTo>
                <a:cubicBezTo>
                  <a:pt x="1086511" y="12604"/>
                  <a:pt x="1591110" y="15003"/>
                  <a:pt x="1863531" y="21390"/>
                </a:cubicBezTo>
                <a:lnTo>
                  <a:pt x="1920387" y="22646"/>
                </a:lnTo>
                <a:lnTo>
                  <a:pt x="2054705" y="24358"/>
                </a:lnTo>
                <a:cubicBezTo>
                  <a:pt x="2107717" y="24456"/>
                  <a:pt x="2161143" y="23719"/>
                  <a:pt x="2217404" y="21390"/>
                </a:cubicBezTo>
                <a:cubicBezTo>
                  <a:pt x="2442445" y="12073"/>
                  <a:pt x="2732199" y="18194"/>
                  <a:pt x="2911273" y="21390"/>
                </a:cubicBezTo>
                <a:lnTo>
                  <a:pt x="3023675" y="20799"/>
                </a:lnTo>
                <a:lnTo>
                  <a:pt x="3093869" y="15816"/>
                </a:lnTo>
                <a:cubicBezTo>
                  <a:pt x="3182922" y="11551"/>
                  <a:pt x="3301373" y="10993"/>
                  <a:pt x="3429365" y="12165"/>
                </a:cubicBezTo>
                <a:lnTo>
                  <a:pt x="3575555" y="14425"/>
                </a:lnTo>
                <a:lnTo>
                  <a:pt x="3605772" y="13210"/>
                </a:lnTo>
                <a:cubicBezTo>
                  <a:pt x="3774503" y="6974"/>
                  <a:pt x="3960371" y="3465"/>
                  <a:pt x="4063093" y="21390"/>
                </a:cubicBezTo>
                <a:lnTo>
                  <a:pt x="4088792" y="24677"/>
                </a:lnTo>
                <a:lnTo>
                  <a:pt x="4129769" y="25744"/>
                </a:lnTo>
                <a:cubicBezTo>
                  <a:pt x="4269845" y="29597"/>
                  <a:pt x="4297423" y="30995"/>
                  <a:pt x="4403088" y="21390"/>
                </a:cubicBezTo>
                <a:cubicBezTo>
                  <a:pt x="4473592" y="10814"/>
                  <a:pt x="4858406" y="-6032"/>
                  <a:pt x="5096956" y="21390"/>
                </a:cubicBezTo>
                <a:lnTo>
                  <a:pt x="5251798" y="27914"/>
                </a:lnTo>
                <a:lnTo>
                  <a:pt x="5332872" y="21390"/>
                </a:lnTo>
                <a:cubicBezTo>
                  <a:pt x="5422885" y="11295"/>
                  <a:pt x="5502187" y="8863"/>
                  <a:pt x="5576462" y="10240"/>
                </a:cubicBezTo>
                <a:lnTo>
                  <a:pt x="5700011" y="17015"/>
                </a:lnTo>
                <a:lnTo>
                  <a:pt x="5761151" y="15143"/>
                </a:lnTo>
                <a:cubicBezTo>
                  <a:pt x="5846776" y="14123"/>
                  <a:pt x="5935566" y="15403"/>
                  <a:pt x="6026740" y="21390"/>
                </a:cubicBezTo>
                <a:lnTo>
                  <a:pt x="6161088" y="29209"/>
                </a:lnTo>
                <a:lnTo>
                  <a:pt x="6262655" y="21390"/>
                </a:lnTo>
                <a:cubicBezTo>
                  <a:pt x="6405549" y="5694"/>
                  <a:pt x="6517747" y="175"/>
                  <a:pt x="6610089" y="5"/>
                </a:cubicBezTo>
                <a:close/>
              </a:path>
            </a:pathLst>
          </a:custGeom>
        </p:spPr>
      </p:pic>
      <p:sp>
        <p:nvSpPr>
          <p:cNvPr id="5" name="TextBox 4">
            <a:extLst>
              <a:ext uri="{FF2B5EF4-FFF2-40B4-BE49-F238E27FC236}">
                <a16:creationId xmlns:a16="http://schemas.microsoft.com/office/drawing/2014/main" id="{7DD3F225-C651-89AD-9993-062C69B88D17}"/>
              </a:ext>
            </a:extLst>
          </p:cNvPr>
          <p:cNvSpPr txBox="1"/>
          <p:nvPr/>
        </p:nvSpPr>
        <p:spPr>
          <a:xfrm>
            <a:off x="180279" y="5433698"/>
            <a:ext cx="6720853" cy="830997"/>
          </a:xfrm>
          <a:prstGeom prst="rect">
            <a:avLst/>
          </a:prstGeom>
          <a:noFill/>
        </p:spPr>
        <p:txBody>
          <a:bodyPr wrap="square" rtlCol="0">
            <a:spAutoFit/>
          </a:bodyPr>
          <a:lstStyle/>
          <a:p>
            <a:r>
              <a:rPr lang="en-US" sz="2800" dirty="0">
                <a:solidFill>
                  <a:srgbClr val="FFFF00"/>
                </a:solidFill>
              </a:rPr>
              <a:t>Information Technology Project Management</a:t>
            </a:r>
          </a:p>
          <a:p>
            <a:r>
              <a:rPr lang="en-US" sz="2000" dirty="0">
                <a:solidFill>
                  <a:srgbClr val="FFFF00"/>
                </a:solidFill>
              </a:rPr>
              <a:t>Surendra K.C.</a:t>
            </a:r>
          </a:p>
        </p:txBody>
      </p:sp>
    </p:spTree>
    <p:extLst>
      <p:ext uri="{BB962C8B-B14F-4D97-AF65-F5344CB8AC3E}">
        <p14:creationId xmlns:p14="http://schemas.microsoft.com/office/powerpoint/2010/main" val="1102493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23" name="Rectangle 922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218" name="Picture 2" descr="Project Management - A Tree Swing Story - Knowledge Share - ZenTao">
            <a:extLst>
              <a:ext uri="{FF2B5EF4-FFF2-40B4-BE49-F238E27FC236}">
                <a16:creationId xmlns:a16="http://schemas.microsoft.com/office/drawing/2014/main" id="{F2237B3F-81EB-AF9C-E7C9-F1871A9E78A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b="8924"/>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2490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person standing at a podium with a crowd of people behind him&#10;&#10;Description automatically generated">
            <a:extLst>
              <a:ext uri="{FF2B5EF4-FFF2-40B4-BE49-F238E27FC236}">
                <a16:creationId xmlns:a16="http://schemas.microsoft.com/office/drawing/2014/main" id="{4CA58E03-82FB-6B7A-B899-3E6AEFA73432}"/>
              </a:ext>
            </a:extLst>
          </p:cNvPr>
          <p:cNvPicPr>
            <a:picLocks noGrp="1" noChangeAspect="1"/>
          </p:cNvPicPr>
          <p:nvPr>
            <p:ph idx="1"/>
          </p:nvPr>
        </p:nvPicPr>
        <p:blipFill rotWithShape="1">
          <a:blip r:embed="rId2"/>
          <a:srcRect l="4174" r="5111" b="1"/>
          <a:stretch/>
        </p:blipFill>
        <p:spPr>
          <a:xfrm>
            <a:off x="-6588" y="10"/>
            <a:ext cx="12198588" cy="6857990"/>
          </a:xfrm>
          <a:prstGeom prst="rect">
            <a:avLst/>
          </a:prstGeom>
        </p:spPr>
      </p:pic>
    </p:spTree>
    <p:extLst>
      <p:ext uri="{BB962C8B-B14F-4D97-AF65-F5344CB8AC3E}">
        <p14:creationId xmlns:p14="http://schemas.microsoft.com/office/powerpoint/2010/main" val="3703776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9FBB470-C4A9-9E7C-BE97-A8F76B856989}"/>
              </a:ext>
            </a:extLst>
          </p:cNvPr>
          <p:cNvPicPr>
            <a:picLocks noGrp="1" noChangeAspect="1"/>
          </p:cNvPicPr>
          <p:nvPr>
            <p:ph idx="1"/>
          </p:nvPr>
        </p:nvPicPr>
        <p:blipFill rotWithShape="1">
          <a:blip r:embed="rId2"/>
          <a:srcRect r="-2" b="19397"/>
          <a:stretch/>
        </p:blipFill>
        <p:spPr>
          <a:xfrm>
            <a:off x="-6588" y="10"/>
            <a:ext cx="12198588" cy="6857990"/>
          </a:xfrm>
          <a:prstGeom prst="rect">
            <a:avLst/>
          </a:prstGeom>
        </p:spPr>
      </p:pic>
    </p:spTree>
    <p:extLst>
      <p:ext uri="{BB962C8B-B14F-4D97-AF65-F5344CB8AC3E}">
        <p14:creationId xmlns:p14="http://schemas.microsoft.com/office/powerpoint/2010/main" val="3659532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7E11FC4-C58D-5765-0BD4-1DC1F2FD1BF7}"/>
              </a:ext>
            </a:extLst>
          </p:cNvPr>
          <p:cNvPicPr>
            <a:picLocks noGrp="1" noChangeAspect="1"/>
          </p:cNvPicPr>
          <p:nvPr>
            <p:ph idx="1"/>
          </p:nvPr>
        </p:nvPicPr>
        <p:blipFill rotWithShape="1">
          <a:blip r:embed="rId2"/>
          <a:srcRect r="6616"/>
          <a:stretch/>
        </p:blipFill>
        <p:spPr>
          <a:xfrm>
            <a:off x="-6588" y="10"/>
            <a:ext cx="12198588" cy="6857990"/>
          </a:xfrm>
          <a:prstGeom prst="rect">
            <a:avLst/>
          </a:prstGeom>
        </p:spPr>
      </p:pic>
    </p:spTree>
    <p:extLst>
      <p:ext uri="{BB962C8B-B14F-4D97-AF65-F5344CB8AC3E}">
        <p14:creationId xmlns:p14="http://schemas.microsoft.com/office/powerpoint/2010/main" val="1201166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group of people in a warehouse&#10;&#10;Description automatically generated">
            <a:extLst>
              <a:ext uri="{FF2B5EF4-FFF2-40B4-BE49-F238E27FC236}">
                <a16:creationId xmlns:a16="http://schemas.microsoft.com/office/drawing/2014/main" id="{A4CC1C75-9179-49E6-ABC7-C89CD80058DB}"/>
              </a:ext>
            </a:extLst>
          </p:cNvPr>
          <p:cNvPicPr>
            <a:picLocks noGrp="1" noChangeAspect="1"/>
          </p:cNvPicPr>
          <p:nvPr>
            <p:ph idx="1"/>
          </p:nvPr>
        </p:nvPicPr>
        <p:blipFill rotWithShape="1">
          <a:blip r:embed="rId2"/>
          <a:srcRect r="6616"/>
          <a:stretch/>
        </p:blipFill>
        <p:spPr>
          <a:xfrm>
            <a:off x="-6588" y="10"/>
            <a:ext cx="12198588" cy="6857990"/>
          </a:xfrm>
          <a:prstGeom prst="rect">
            <a:avLst/>
          </a:prstGeom>
        </p:spPr>
      </p:pic>
    </p:spTree>
    <p:extLst>
      <p:ext uri="{BB962C8B-B14F-4D97-AF65-F5344CB8AC3E}">
        <p14:creationId xmlns:p14="http://schemas.microsoft.com/office/powerpoint/2010/main" val="1185584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phone with a person on it&#10;&#10;Description automatically generated">
            <a:extLst>
              <a:ext uri="{FF2B5EF4-FFF2-40B4-BE49-F238E27FC236}">
                <a16:creationId xmlns:a16="http://schemas.microsoft.com/office/drawing/2014/main" id="{86F676F0-DDD8-9974-557E-C1A2060BA724}"/>
              </a:ext>
            </a:extLst>
          </p:cNvPr>
          <p:cNvPicPr>
            <a:picLocks noGrp="1" noChangeAspect="1"/>
          </p:cNvPicPr>
          <p:nvPr>
            <p:ph idx="1"/>
          </p:nvPr>
        </p:nvPicPr>
        <p:blipFill rotWithShape="1">
          <a:blip r:embed="rId2"/>
          <a:srcRect l="3480" r="4025"/>
          <a:stretch/>
        </p:blipFill>
        <p:spPr>
          <a:xfrm>
            <a:off x="-6588" y="10"/>
            <a:ext cx="12198588" cy="6857990"/>
          </a:xfrm>
          <a:prstGeom prst="rect">
            <a:avLst/>
          </a:prstGeom>
        </p:spPr>
      </p:pic>
    </p:spTree>
    <p:extLst>
      <p:ext uri="{BB962C8B-B14F-4D97-AF65-F5344CB8AC3E}">
        <p14:creationId xmlns:p14="http://schemas.microsoft.com/office/powerpoint/2010/main" val="2859801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group of people in a warehouse&#10;&#10;Description automatically generated">
            <a:extLst>
              <a:ext uri="{FF2B5EF4-FFF2-40B4-BE49-F238E27FC236}">
                <a16:creationId xmlns:a16="http://schemas.microsoft.com/office/drawing/2014/main" id="{E94D47EE-7FBC-F53D-0F88-EF520E327A08}"/>
              </a:ext>
            </a:extLst>
          </p:cNvPr>
          <p:cNvPicPr>
            <a:picLocks noGrp="1" noChangeAspect="1"/>
          </p:cNvPicPr>
          <p:nvPr>
            <p:ph idx="1"/>
          </p:nvPr>
        </p:nvPicPr>
        <p:blipFill rotWithShape="1">
          <a:blip r:embed="rId2"/>
          <a:srcRect l="1608" r="5008"/>
          <a:stretch/>
        </p:blipFill>
        <p:spPr>
          <a:xfrm>
            <a:off x="-6588" y="10"/>
            <a:ext cx="12198588" cy="6857990"/>
          </a:xfrm>
          <a:prstGeom prst="rect">
            <a:avLst/>
          </a:prstGeom>
        </p:spPr>
      </p:pic>
    </p:spTree>
    <p:extLst>
      <p:ext uri="{BB962C8B-B14F-4D97-AF65-F5344CB8AC3E}">
        <p14:creationId xmlns:p14="http://schemas.microsoft.com/office/powerpoint/2010/main" val="4040516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cartoon of a person&#10;&#10;Description automatically generated">
            <a:extLst>
              <a:ext uri="{FF2B5EF4-FFF2-40B4-BE49-F238E27FC236}">
                <a16:creationId xmlns:a16="http://schemas.microsoft.com/office/drawing/2014/main" id="{C25280AB-D237-D95D-1746-D822979657B8}"/>
              </a:ext>
            </a:extLst>
          </p:cNvPr>
          <p:cNvPicPr>
            <a:picLocks noGrp="1" noChangeAspect="1"/>
          </p:cNvPicPr>
          <p:nvPr>
            <p:ph idx="1"/>
          </p:nvPr>
        </p:nvPicPr>
        <p:blipFill rotWithShape="1">
          <a:blip r:embed="rId2"/>
          <a:srcRect l="6616"/>
          <a:stretch/>
        </p:blipFill>
        <p:spPr>
          <a:xfrm>
            <a:off x="-6588" y="10"/>
            <a:ext cx="12198588" cy="6857990"/>
          </a:xfrm>
          <a:prstGeom prst="rect">
            <a:avLst/>
          </a:prstGeom>
        </p:spPr>
      </p:pic>
    </p:spTree>
    <p:extLst>
      <p:ext uri="{BB962C8B-B14F-4D97-AF65-F5344CB8AC3E}">
        <p14:creationId xmlns:p14="http://schemas.microsoft.com/office/powerpoint/2010/main" val="3646472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artoon of people in a room&#10;&#10;Description automatically generated">
            <a:extLst>
              <a:ext uri="{FF2B5EF4-FFF2-40B4-BE49-F238E27FC236}">
                <a16:creationId xmlns:a16="http://schemas.microsoft.com/office/drawing/2014/main" id="{F933EAF4-153E-2CC8-8114-F2841E0CDEEC}"/>
              </a:ext>
            </a:extLst>
          </p:cNvPr>
          <p:cNvPicPr>
            <a:picLocks noGrp="1" noChangeAspect="1"/>
          </p:cNvPicPr>
          <p:nvPr>
            <p:ph idx="1"/>
          </p:nvPr>
        </p:nvPicPr>
        <p:blipFill rotWithShape="1">
          <a:blip r:embed="rId2"/>
          <a:srcRect r="7949" b="-1"/>
          <a:stretch/>
        </p:blipFill>
        <p:spPr>
          <a:xfrm>
            <a:off x="-6588" y="10"/>
            <a:ext cx="12198588" cy="6857990"/>
          </a:xfrm>
          <a:prstGeom prst="rect">
            <a:avLst/>
          </a:prstGeom>
        </p:spPr>
      </p:pic>
    </p:spTree>
    <p:extLst>
      <p:ext uri="{BB962C8B-B14F-4D97-AF65-F5344CB8AC3E}">
        <p14:creationId xmlns:p14="http://schemas.microsoft.com/office/powerpoint/2010/main" val="315296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E50E44D-DE2E-4CD5-FC8D-3CF3E2F69F9B}"/>
              </a:ext>
            </a:extLst>
          </p:cNvPr>
          <p:cNvPicPr>
            <a:picLocks noGrp="1" noChangeAspect="1"/>
          </p:cNvPicPr>
          <p:nvPr>
            <p:ph idx="1"/>
          </p:nvPr>
        </p:nvPicPr>
        <p:blipFill rotWithShape="1">
          <a:blip r:embed="rId2"/>
          <a:srcRect l="6616"/>
          <a:stretch/>
        </p:blipFill>
        <p:spPr>
          <a:xfrm>
            <a:off x="-6588" y="10"/>
            <a:ext cx="12198588" cy="6857990"/>
          </a:xfrm>
          <a:prstGeom prst="rect">
            <a:avLst/>
          </a:prstGeom>
        </p:spPr>
      </p:pic>
    </p:spTree>
    <p:extLst>
      <p:ext uri="{BB962C8B-B14F-4D97-AF65-F5344CB8AC3E}">
        <p14:creationId xmlns:p14="http://schemas.microsoft.com/office/powerpoint/2010/main" val="4117617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een and purple bar&#10;&#10;AI-generated content may be incorrect.">
            <a:extLst>
              <a:ext uri="{FF2B5EF4-FFF2-40B4-BE49-F238E27FC236}">
                <a16:creationId xmlns:a16="http://schemas.microsoft.com/office/drawing/2014/main" id="{5815B2EE-12B7-130A-AE2E-4E8DD7D6D256}"/>
              </a:ext>
            </a:extLst>
          </p:cNvPr>
          <p:cNvPicPr>
            <a:picLocks noGrp="1" noChangeAspect="1"/>
          </p:cNvPicPr>
          <p:nvPr>
            <p:ph idx="1"/>
          </p:nvPr>
        </p:nvPicPr>
        <p:blipFill>
          <a:blip r:embed="rId2"/>
          <a:stretch>
            <a:fillRect/>
          </a:stretch>
        </p:blipFill>
        <p:spPr>
          <a:xfrm>
            <a:off x="643467" y="648208"/>
            <a:ext cx="10905066" cy="5561582"/>
          </a:xfrm>
          <a:prstGeom prst="rect">
            <a:avLst/>
          </a:prstGeom>
        </p:spPr>
      </p:pic>
    </p:spTree>
    <p:extLst>
      <p:ext uri="{BB962C8B-B14F-4D97-AF65-F5344CB8AC3E}">
        <p14:creationId xmlns:p14="http://schemas.microsoft.com/office/powerpoint/2010/main" val="3813772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blue and white sign with a map and a gift&#10;&#10;AI-generated content may be incorrect.">
            <a:extLst>
              <a:ext uri="{FF2B5EF4-FFF2-40B4-BE49-F238E27FC236}">
                <a16:creationId xmlns:a16="http://schemas.microsoft.com/office/drawing/2014/main" id="{32D40DB3-99E8-466C-61D6-2A7FF6422639}"/>
              </a:ext>
            </a:extLst>
          </p:cNvPr>
          <p:cNvPicPr>
            <a:picLocks noGrp="1" noChangeAspect="1"/>
          </p:cNvPicPr>
          <p:nvPr>
            <p:ph idx="1"/>
          </p:nvPr>
        </p:nvPicPr>
        <p:blipFill>
          <a:blip r:embed="rId2"/>
          <a:stretch>
            <a:fillRect/>
          </a:stretch>
        </p:blipFill>
        <p:spPr>
          <a:xfrm>
            <a:off x="643467" y="784521"/>
            <a:ext cx="10905066" cy="5288956"/>
          </a:xfrm>
          <a:prstGeom prst="rect">
            <a:avLst/>
          </a:prstGeom>
        </p:spPr>
      </p:pic>
    </p:spTree>
    <p:extLst>
      <p:ext uri="{BB962C8B-B14F-4D97-AF65-F5344CB8AC3E}">
        <p14:creationId xmlns:p14="http://schemas.microsoft.com/office/powerpoint/2010/main" val="2141085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project&#10;&#10;AI-generated content may be incorrect.">
            <a:extLst>
              <a:ext uri="{FF2B5EF4-FFF2-40B4-BE49-F238E27FC236}">
                <a16:creationId xmlns:a16="http://schemas.microsoft.com/office/drawing/2014/main" id="{0D6F1819-8FA3-24FC-1B9A-51F7677ABE08}"/>
              </a:ext>
            </a:extLst>
          </p:cNvPr>
          <p:cNvPicPr>
            <a:picLocks noGrp="1" noChangeAspect="1"/>
          </p:cNvPicPr>
          <p:nvPr>
            <p:ph idx="1"/>
          </p:nvPr>
        </p:nvPicPr>
        <p:blipFill>
          <a:blip r:embed="rId2"/>
          <a:stretch>
            <a:fillRect/>
          </a:stretch>
        </p:blipFill>
        <p:spPr>
          <a:xfrm>
            <a:off x="643467" y="675470"/>
            <a:ext cx="10905066" cy="5507059"/>
          </a:xfrm>
          <a:prstGeom prst="rect">
            <a:avLst/>
          </a:prstGeom>
        </p:spPr>
      </p:pic>
    </p:spTree>
    <p:extLst>
      <p:ext uri="{BB962C8B-B14F-4D97-AF65-F5344CB8AC3E}">
        <p14:creationId xmlns:p14="http://schemas.microsoft.com/office/powerpoint/2010/main" val="2551954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2BA2BD9-7B54-4190-8F06-3EF3658A0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project&#10;&#10;AI-generated content may be incorrect.">
            <a:extLst>
              <a:ext uri="{FF2B5EF4-FFF2-40B4-BE49-F238E27FC236}">
                <a16:creationId xmlns:a16="http://schemas.microsoft.com/office/drawing/2014/main" id="{1FE5027C-4294-0700-B3BC-C69FBFEB1609}"/>
              </a:ext>
            </a:extLst>
          </p:cNvPr>
          <p:cNvPicPr>
            <a:picLocks noGrp="1" noChangeAspect="1"/>
          </p:cNvPicPr>
          <p:nvPr>
            <p:ph idx="1"/>
          </p:nvPr>
        </p:nvPicPr>
        <p:blipFill>
          <a:blip r:embed="rId2"/>
          <a:srcRect r="1334" b="1"/>
          <a:stretch>
            <a:fillRect/>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Tree>
    <p:extLst>
      <p:ext uri="{BB962C8B-B14F-4D97-AF65-F5344CB8AC3E}">
        <p14:creationId xmlns:p14="http://schemas.microsoft.com/office/powerpoint/2010/main" val="1028559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diagram of a project results&#10;&#10;AI-generated content may be incorrect.">
            <a:extLst>
              <a:ext uri="{FF2B5EF4-FFF2-40B4-BE49-F238E27FC236}">
                <a16:creationId xmlns:a16="http://schemas.microsoft.com/office/drawing/2014/main" id="{9C6E5E1B-EE0C-55DC-59D9-4295AC129C5E}"/>
              </a:ext>
            </a:extLst>
          </p:cNvPr>
          <p:cNvPicPr>
            <a:picLocks noGrp="1" noChangeAspect="1"/>
          </p:cNvPicPr>
          <p:nvPr>
            <p:ph idx="1"/>
          </p:nvPr>
        </p:nvPicPr>
        <p:blipFill>
          <a:blip r:embed="rId2"/>
          <a:srcRect l="519" r="1241"/>
          <a:stretch>
            <a:fillRect/>
          </a:stretch>
        </p:blipFill>
        <p:spPr>
          <a:xfrm>
            <a:off x="20" y="1282"/>
            <a:ext cx="12191980" cy="6856718"/>
          </a:xfrm>
          <a:prstGeom prst="rect">
            <a:avLst/>
          </a:prstGeom>
        </p:spPr>
      </p:pic>
    </p:spTree>
    <p:extLst>
      <p:ext uri="{BB962C8B-B14F-4D97-AF65-F5344CB8AC3E}">
        <p14:creationId xmlns:p14="http://schemas.microsoft.com/office/powerpoint/2010/main" val="3730407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diagram of different types of project value&#10;&#10;AI-generated content may be incorrect.">
            <a:extLst>
              <a:ext uri="{FF2B5EF4-FFF2-40B4-BE49-F238E27FC236}">
                <a16:creationId xmlns:a16="http://schemas.microsoft.com/office/drawing/2014/main" id="{640AB7A3-1868-B77F-61D1-18C57B6B39B7}"/>
              </a:ext>
            </a:extLst>
          </p:cNvPr>
          <p:cNvPicPr>
            <a:picLocks noGrp="1" noChangeAspect="1"/>
          </p:cNvPicPr>
          <p:nvPr>
            <p:ph idx="1"/>
          </p:nvPr>
        </p:nvPicPr>
        <p:blipFill>
          <a:blip r:embed="rId2"/>
          <a:srcRect l="2163" r="2265" b="1"/>
          <a:stretch>
            <a:fillRect/>
          </a:stretch>
        </p:blipFill>
        <p:spPr>
          <a:xfrm>
            <a:off x="20" y="1282"/>
            <a:ext cx="12191980" cy="6856718"/>
          </a:xfrm>
          <a:prstGeom prst="rect">
            <a:avLst/>
          </a:prstGeom>
        </p:spPr>
      </p:pic>
    </p:spTree>
    <p:extLst>
      <p:ext uri="{BB962C8B-B14F-4D97-AF65-F5344CB8AC3E}">
        <p14:creationId xmlns:p14="http://schemas.microsoft.com/office/powerpoint/2010/main" val="356490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6B8B5-C56D-AA13-64FE-5D0278A8B06E}"/>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051954DD-8355-715E-6A9C-28BF576D0BDA}"/>
              </a:ext>
            </a:extLst>
          </p:cNvPr>
          <p:cNvSpPr>
            <a:spLocks noGrp="1"/>
          </p:cNvSpPr>
          <p:nvPr>
            <p:ph idx="1"/>
          </p:nvPr>
        </p:nvSpPr>
        <p:spPr/>
        <p:txBody>
          <a:bodyPr>
            <a:normAutofit fontScale="92500" lnSpcReduction="20000"/>
          </a:bodyPr>
          <a:lstStyle/>
          <a:p>
            <a:pPr marL="0" indent="0">
              <a:buNone/>
            </a:pPr>
            <a:r>
              <a:rPr lang="en-US" b="1" dirty="0"/>
              <a:t>1. What is the primary characteristic of a project?</a:t>
            </a:r>
          </a:p>
          <a:p>
            <a:pPr marL="457200" lvl="1" indent="0">
              <a:buNone/>
            </a:pPr>
            <a:r>
              <a:rPr lang="en-US" dirty="0"/>
              <a:t>A. It is ongoing and repetitive</a:t>
            </a:r>
            <a:br>
              <a:rPr lang="en-US" dirty="0"/>
            </a:br>
            <a:r>
              <a:rPr lang="en-US" dirty="0"/>
              <a:t>B. It produces a unique product, service, or result</a:t>
            </a:r>
            <a:br>
              <a:rPr lang="en-US" dirty="0"/>
            </a:br>
            <a:r>
              <a:rPr lang="en-US" dirty="0"/>
              <a:t>C. It has no specific goal</a:t>
            </a:r>
            <a:br>
              <a:rPr lang="en-US" dirty="0"/>
            </a:br>
            <a:r>
              <a:rPr lang="en-US" dirty="0"/>
              <a:t>D. It is permanent in nature</a:t>
            </a:r>
          </a:p>
          <a:p>
            <a:pPr marL="0" indent="0">
              <a:buNone/>
            </a:pPr>
            <a:r>
              <a:rPr lang="en-US" b="1" dirty="0"/>
              <a:t>2. Which of the following best describes a project?</a:t>
            </a:r>
          </a:p>
          <a:p>
            <a:pPr marL="457200" lvl="1" indent="0">
              <a:buNone/>
            </a:pPr>
            <a:r>
              <a:rPr lang="en-US" dirty="0"/>
              <a:t>A. A routine task performed daily</a:t>
            </a:r>
            <a:br>
              <a:rPr lang="en-US" dirty="0"/>
            </a:br>
            <a:r>
              <a:rPr lang="en-US" dirty="0"/>
              <a:t>B. A temporary effort with a defined beginning and end</a:t>
            </a:r>
            <a:br>
              <a:rPr lang="en-US" dirty="0"/>
            </a:br>
            <a:r>
              <a:rPr lang="en-US" dirty="0"/>
              <a:t>C. A continuous process with no end</a:t>
            </a:r>
            <a:br>
              <a:rPr lang="en-US" dirty="0"/>
            </a:br>
            <a:r>
              <a:rPr lang="en-US" dirty="0"/>
              <a:t>D. A permanent organizational function</a:t>
            </a:r>
          </a:p>
          <a:p>
            <a:pPr marL="0" indent="0">
              <a:buNone/>
            </a:pPr>
            <a:r>
              <a:rPr lang="en-US" b="1" dirty="0"/>
              <a:t>3.Which of the following is </a:t>
            </a:r>
            <a:r>
              <a:rPr lang="en-US" b="1" i="1" dirty="0"/>
              <a:t>not</a:t>
            </a:r>
            <a:r>
              <a:rPr lang="en-US" b="1" dirty="0"/>
              <a:t> a feature of a project?</a:t>
            </a:r>
          </a:p>
          <a:p>
            <a:pPr lvl="1"/>
            <a:r>
              <a:rPr lang="en-US" dirty="0"/>
              <a:t>A. Temporary nature</a:t>
            </a:r>
            <a:br>
              <a:rPr lang="en-US" dirty="0"/>
            </a:br>
            <a:r>
              <a:rPr lang="en-US" dirty="0"/>
              <a:t>B. Unique deliverables</a:t>
            </a:r>
            <a:br>
              <a:rPr lang="en-US" dirty="0"/>
            </a:br>
            <a:r>
              <a:rPr lang="en-US" dirty="0"/>
              <a:t>C. Repetitive operations</a:t>
            </a:r>
            <a:br>
              <a:rPr lang="en-US" dirty="0"/>
            </a:br>
            <a:r>
              <a:rPr lang="en-US" dirty="0"/>
              <a:t>D. Defined objectives</a:t>
            </a:r>
          </a:p>
          <a:p>
            <a:endParaRPr lang="en-US" dirty="0"/>
          </a:p>
        </p:txBody>
      </p:sp>
    </p:spTree>
    <p:extLst>
      <p:ext uri="{BB962C8B-B14F-4D97-AF65-F5344CB8AC3E}">
        <p14:creationId xmlns:p14="http://schemas.microsoft.com/office/powerpoint/2010/main" val="2569229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18560-A0AA-5696-E318-52C97A02512F}"/>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80EED451-CFF3-A6FC-04C9-6A61E4F7D14A}"/>
              </a:ext>
            </a:extLst>
          </p:cNvPr>
          <p:cNvSpPr>
            <a:spLocks noGrp="1"/>
          </p:cNvSpPr>
          <p:nvPr>
            <p:ph idx="1"/>
          </p:nvPr>
        </p:nvSpPr>
        <p:spPr/>
        <p:txBody>
          <a:bodyPr/>
          <a:lstStyle/>
          <a:p>
            <a:pPr marL="0" indent="0">
              <a:buNone/>
            </a:pPr>
            <a:r>
              <a:rPr lang="en-US" b="1" dirty="0"/>
              <a:t>4. What does the term "temporary" in project management imply?</a:t>
            </a:r>
          </a:p>
          <a:p>
            <a:pPr marL="457200" lvl="1" indent="0">
              <a:buNone/>
            </a:pPr>
            <a:r>
              <a:rPr lang="en-US" dirty="0"/>
              <a:t>A. The project will be repeated</a:t>
            </a:r>
            <a:br>
              <a:rPr lang="en-US" dirty="0"/>
            </a:br>
            <a:r>
              <a:rPr lang="en-US" dirty="0"/>
              <a:t>B. The project has a short duration</a:t>
            </a:r>
            <a:br>
              <a:rPr lang="en-US" dirty="0"/>
            </a:br>
            <a:r>
              <a:rPr lang="en-US" dirty="0"/>
              <a:t>C. The project has a defined start and end</a:t>
            </a:r>
            <a:br>
              <a:rPr lang="en-US" dirty="0"/>
            </a:br>
            <a:r>
              <a:rPr lang="en-US" dirty="0"/>
              <a:t>D. The project is not important</a:t>
            </a:r>
          </a:p>
          <a:p>
            <a:pPr marL="0" indent="0">
              <a:buNone/>
            </a:pPr>
            <a:r>
              <a:rPr lang="en-US" b="1" dirty="0"/>
              <a:t>5. Which of the following is an example of a project?</a:t>
            </a:r>
          </a:p>
          <a:p>
            <a:pPr marL="457200" lvl="1" indent="0">
              <a:buNone/>
            </a:pPr>
            <a:r>
              <a:rPr lang="en-US" dirty="0"/>
              <a:t>A. Daily customer service operations</a:t>
            </a:r>
            <a:br>
              <a:rPr lang="en-US" dirty="0"/>
            </a:br>
            <a:r>
              <a:rPr lang="en-US" dirty="0"/>
              <a:t>B. Manufacturing the same product every day</a:t>
            </a:r>
            <a:br>
              <a:rPr lang="en-US" dirty="0"/>
            </a:br>
            <a:r>
              <a:rPr lang="en-US" dirty="0"/>
              <a:t>C. Developing a new mobile application</a:t>
            </a:r>
            <a:br>
              <a:rPr lang="en-US" dirty="0"/>
            </a:br>
            <a:r>
              <a:rPr lang="en-US" dirty="0"/>
              <a:t>D. Running a retail store</a:t>
            </a:r>
          </a:p>
          <a:p>
            <a:endParaRPr lang="en-US" dirty="0"/>
          </a:p>
        </p:txBody>
      </p:sp>
    </p:spTree>
    <p:extLst>
      <p:ext uri="{BB962C8B-B14F-4D97-AF65-F5344CB8AC3E}">
        <p14:creationId xmlns:p14="http://schemas.microsoft.com/office/powerpoint/2010/main" val="239713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7EA8EB-902A-5297-ABCE-1FDFDEF0D50B}"/>
              </a:ext>
            </a:extLst>
          </p:cNvPr>
          <p:cNvSpPr>
            <a:spLocks noGrp="1"/>
          </p:cNvSpPr>
          <p:nvPr>
            <p:ph type="title"/>
          </p:nvPr>
        </p:nvSpPr>
        <p:spPr>
          <a:xfrm>
            <a:off x="1043631" y="809898"/>
            <a:ext cx="9942716" cy="1554480"/>
          </a:xfrm>
        </p:spPr>
        <p:txBody>
          <a:bodyPr anchor="ctr">
            <a:normAutofit/>
          </a:bodyPr>
          <a:lstStyle/>
          <a:p>
            <a:r>
              <a:rPr lang="en-US" sz="4800"/>
              <a:t>Project Management</a:t>
            </a:r>
          </a:p>
        </p:txBody>
      </p:sp>
      <p:sp>
        <p:nvSpPr>
          <p:cNvPr id="18" name="Content Placeholder 2">
            <a:extLst>
              <a:ext uri="{FF2B5EF4-FFF2-40B4-BE49-F238E27FC236}">
                <a16:creationId xmlns:a16="http://schemas.microsoft.com/office/drawing/2014/main" id="{5B37D68C-726C-EF92-0691-A955CA7FF4B5}"/>
              </a:ext>
            </a:extLst>
          </p:cNvPr>
          <p:cNvSpPr>
            <a:spLocks noGrp="1"/>
          </p:cNvSpPr>
          <p:nvPr>
            <p:ph idx="1"/>
          </p:nvPr>
        </p:nvSpPr>
        <p:spPr>
          <a:xfrm>
            <a:off x="1045028" y="3017522"/>
            <a:ext cx="9941319" cy="3124658"/>
          </a:xfrm>
        </p:spPr>
        <p:txBody>
          <a:bodyPr anchor="ctr">
            <a:normAutofit/>
          </a:bodyPr>
          <a:lstStyle/>
          <a:p>
            <a:r>
              <a:rPr lang="en-US" sz="1700" b="1" dirty="0"/>
              <a:t>Project management</a:t>
            </a:r>
            <a:r>
              <a:rPr lang="en-US" sz="1700" dirty="0"/>
              <a:t> is the process of </a:t>
            </a:r>
            <a:r>
              <a:rPr lang="en-US" sz="1700" b="1" dirty="0"/>
              <a:t>planning, organizing, and managing resources</a:t>
            </a:r>
            <a:r>
              <a:rPr lang="en-US" sz="1700" dirty="0"/>
              <a:t> to achieve specific goals and complete a project successfully. </a:t>
            </a:r>
          </a:p>
          <a:p>
            <a:r>
              <a:rPr lang="en-US" sz="1700" dirty="0"/>
              <a:t>It involves applying knowledge, skills, tools, and techniques to meet the project requirements within defined constraints — typically </a:t>
            </a:r>
            <a:r>
              <a:rPr lang="en-US" sz="1700" b="1" dirty="0"/>
              <a:t>scope</a:t>
            </a:r>
            <a:r>
              <a:rPr lang="en-US" sz="1700" dirty="0"/>
              <a:t>, </a:t>
            </a:r>
            <a:r>
              <a:rPr lang="en-US" sz="1700" b="1" dirty="0"/>
              <a:t>time</a:t>
            </a:r>
            <a:r>
              <a:rPr lang="en-US" sz="1700" dirty="0"/>
              <a:t>, and </a:t>
            </a:r>
            <a:r>
              <a:rPr lang="en-US" sz="1700" b="1" dirty="0"/>
              <a:t>cost</a:t>
            </a:r>
            <a:r>
              <a:rPr lang="en-US" sz="1700" dirty="0"/>
              <a:t>.</a:t>
            </a:r>
          </a:p>
          <a:p>
            <a:r>
              <a:rPr lang="en-US" sz="1700" b="1" dirty="0"/>
              <a:t>Key Elements of Project Management</a:t>
            </a:r>
          </a:p>
          <a:p>
            <a:pPr lvl="1"/>
            <a:r>
              <a:rPr lang="en-US" sz="1700" b="1" dirty="0"/>
              <a:t>Initiation</a:t>
            </a:r>
            <a:r>
              <a:rPr lang="en-US" sz="1700" dirty="0"/>
              <a:t> – Defining the project and getting approval.</a:t>
            </a:r>
          </a:p>
          <a:p>
            <a:pPr lvl="1"/>
            <a:r>
              <a:rPr lang="en-US" sz="1700" b="1" dirty="0"/>
              <a:t>Planning</a:t>
            </a:r>
            <a:r>
              <a:rPr lang="en-US" sz="1700" dirty="0"/>
              <a:t> – Setting goals, timelines, budgets, and resources.</a:t>
            </a:r>
          </a:p>
          <a:p>
            <a:pPr lvl="1"/>
            <a:r>
              <a:rPr lang="en-US" sz="1700" b="1" dirty="0"/>
              <a:t>Execution</a:t>
            </a:r>
            <a:r>
              <a:rPr lang="en-US" sz="1700" dirty="0"/>
              <a:t> – Carrying out the plan and managing teams.</a:t>
            </a:r>
          </a:p>
          <a:p>
            <a:pPr lvl="1"/>
            <a:r>
              <a:rPr lang="en-US" sz="1700" b="1" dirty="0"/>
              <a:t>Monitoring &amp; Controlling</a:t>
            </a:r>
            <a:r>
              <a:rPr lang="en-US" sz="1700" dirty="0"/>
              <a:t> – Tracking progress and making adjustments.</a:t>
            </a:r>
          </a:p>
          <a:p>
            <a:pPr lvl="1"/>
            <a:r>
              <a:rPr lang="en-US" sz="1700" b="1" dirty="0"/>
              <a:t>Closure</a:t>
            </a:r>
            <a:r>
              <a:rPr lang="en-US" sz="1700" dirty="0"/>
              <a:t> – Completing the project and evaluating outcomes.</a:t>
            </a:r>
          </a:p>
          <a:p>
            <a:endParaRPr lang="en-US" sz="17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8277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project management process&#10;&#10;AI-generated content may be incorrect.">
            <a:extLst>
              <a:ext uri="{FF2B5EF4-FFF2-40B4-BE49-F238E27FC236}">
                <a16:creationId xmlns:a16="http://schemas.microsoft.com/office/drawing/2014/main" id="{D3FFC7E7-D9EB-23E5-724E-6D49EA302398}"/>
              </a:ext>
            </a:extLst>
          </p:cNvPr>
          <p:cNvPicPr>
            <a:picLocks noGrp="1" noChangeAspect="1"/>
          </p:cNvPicPr>
          <p:nvPr>
            <p:ph idx="1"/>
          </p:nvPr>
        </p:nvPicPr>
        <p:blipFill>
          <a:blip r:embed="rId2"/>
          <a:stretch>
            <a:fillRect/>
          </a:stretch>
        </p:blipFill>
        <p:spPr>
          <a:xfrm>
            <a:off x="713326" y="643466"/>
            <a:ext cx="10765348" cy="5571067"/>
          </a:xfrm>
          <a:prstGeom prst="rect">
            <a:avLst/>
          </a:prstGeom>
        </p:spPr>
      </p:pic>
    </p:spTree>
    <p:extLst>
      <p:ext uri="{BB962C8B-B14F-4D97-AF65-F5344CB8AC3E}">
        <p14:creationId xmlns:p14="http://schemas.microsoft.com/office/powerpoint/2010/main" val="2311151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CFB641-7491-9334-8A5F-AE380556452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1FB3FE-ADBB-DD20-3257-431BA1F359EA}"/>
              </a:ext>
            </a:extLst>
          </p:cNvPr>
          <p:cNvSpPr>
            <a:spLocks noGrp="1"/>
          </p:cNvSpPr>
          <p:nvPr>
            <p:ph type="title"/>
          </p:nvPr>
        </p:nvSpPr>
        <p:spPr>
          <a:xfrm>
            <a:off x="838200" y="365125"/>
            <a:ext cx="10515600" cy="1325563"/>
          </a:xfrm>
        </p:spPr>
        <p:txBody>
          <a:bodyPr>
            <a:normAutofit/>
          </a:bodyPr>
          <a:lstStyle/>
          <a:p>
            <a:r>
              <a:rPr lang="en-US" sz="5400"/>
              <a:t>Project Management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F78E88-4438-C24A-B013-A28A0D9FB582}"/>
              </a:ext>
            </a:extLst>
          </p:cNvPr>
          <p:cNvSpPr>
            <a:spLocks noGrp="1"/>
          </p:cNvSpPr>
          <p:nvPr>
            <p:ph idx="1"/>
          </p:nvPr>
        </p:nvSpPr>
        <p:spPr>
          <a:xfrm>
            <a:off x="838200" y="1929384"/>
            <a:ext cx="10515600" cy="4251960"/>
          </a:xfrm>
        </p:spPr>
        <p:txBody>
          <a:bodyPr>
            <a:normAutofit/>
          </a:bodyPr>
          <a:lstStyle/>
          <a:p>
            <a:pPr marL="0" indent="0">
              <a:buNone/>
            </a:pPr>
            <a:r>
              <a:rPr lang="en-US" sz="2200" b="1"/>
              <a:t>Example in the IT Industry: Developing a School Management System</a:t>
            </a:r>
          </a:p>
          <a:p>
            <a:r>
              <a:rPr lang="en-US" sz="2200" b="1"/>
              <a:t>Initiation</a:t>
            </a:r>
            <a:r>
              <a:rPr lang="en-US" sz="2200"/>
              <a:t>: A school wants a system to manage students, teachers, and attendance.</a:t>
            </a:r>
          </a:p>
          <a:p>
            <a:r>
              <a:rPr lang="en-US" sz="2200" b="1"/>
              <a:t>Planning</a:t>
            </a:r>
            <a:r>
              <a:rPr lang="en-US" sz="2200"/>
              <a:t>: The IT team sets a 3-month timeline, defines features, and allocates a budget.</a:t>
            </a:r>
          </a:p>
          <a:p>
            <a:r>
              <a:rPr lang="en-US" sz="2200" b="1"/>
              <a:t>Execution</a:t>
            </a:r>
            <a:r>
              <a:rPr lang="en-US" sz="2200"/>
              <a:t>: Developers write code, designers create interfaces, and testers check for bugs.</a:t>
            </a:r>
          </a:p>
          <a:p>
            <a:r>
              <a:rPr lang="en-US" sz="2200" b="1"/>
              <a:t>Monitoring</a:t>
            </a:r>
            <a:r>
              <a:rPr lang="en-US" sz="2200"/>
              <a:t>: The project manager tracks progress using tools like Jira or Trello.</a:t>
            </a:r>
          </a:p>
          <a:p>
            <a:r>
              <a:rPr lang="en-US" sz="2200" b="1"/>
              <a:t>Closure</a:t>
            </a:r>
            <a:r>
              <a:rPr lang="en-US" sz="2200"/>
              <a:t>: The system is delivered, feedback is collected, and documentation is completed.</a:t>
            </a:r>
          </a:p>
          <a:p>
            <a:endParaRPr lang="en-US" sz="2200"/>
          </a:p>
        </p:txBody>
      </p:sp>
    </p:spTree>
    <p:extLst>
      <p:ext uri="{BB962C8B-B14F-4D97-AF65-F5344CB8AC3E}">
        <p14:creationId xmlns:p14="http://schemas.microsoft.com/office/powerpoint/2010/main" val="4254736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7C3CB3-3572-367A-E7AF-6097C39774B8}"/>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Project Management</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BDD42CB-241C-ECBF-8C1E-EA3CEF24AB6E}"/>
              </a:ext>
            </a:extLst>
          </p:cNvPr>
          <p:cNvPicPr>
            <a:picLocks noGrp="1" noChangeAspect="1"/>
          </p:cNvPicPr>
          <p:nvPr>
            <p:ph idx="1"/>
          </p:nvPr>
        </p:nvPicPr>
        <p:blipFill>
          <a:blip r:embed="rId2"/>
          <a:stretch>
            <a:fillRect/>
          </a:stretch>
        </p:blipFill>
        <p:spPr>
          <a:xfrm>
            <a:off x="4654296" y="772931"/>
            <a:ext cx="7214616" cy="5284706"/>
          </a:xfrm>
          <a:prstGeom prst="rect">
            <a:avLst/>
          </a:prstGeom>
        </p:spPr>
      </p:pic>
    </p:spTree>
    <p:extLst>
      <p:ext uri="{BB962C8B-B14F-4D97-AF65-F5344CB8AC3E}">
        <p14:creationId xmlns:p14="http://schemas.microsoft.com/office/powerpoint/2010/main" val="1806321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20805C-0B79-A466-2A25-A5BAFDD9D74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B25A57-1DA9-6CF9-0F5F-451DA4DFF97C}"/>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Project Management</a:t>
            </a:r>
          </a:p>
        </p:txBody>
      </p:sp>
      <p:sp>
        <p:nvSpPr>
          <p:cNvPr id="1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4465DB0A-5EC0-3582-8EF1-DD0D890912BD}"/>
              </a:ext>
            </a:extLst>
          </p:cNvPr>
          <p:cNvPicPr>
            <a:picLocks noGrp="1" noChangeAspect="1"/>
          </p:cNvPicPr>
          <p:nvPr>
            <p:ph idx="1"/>
          </p:nvPr>
        </p:nvPicPr>
        <p:blipFill>
          <a:blip r:embed="rId2"/>
          <a:stretch>
            <a:fillRect/>
          </a:stretch>
        </p:blipFill>
        <p:spPr>
          <a:xfrm>
            <a:off x="4654296" y="845077"/>
            <a:ext cx="7214616" cy="5140413"/>
          </a:xfrm>
          <a:prstGeom prst="rect">
            <a:avLst/>
          </a:prstGeom>
        </p:spPr>
      </p:pic>
    </p:spTree>
    <p:extLst>
      <p:ext uri="{BB962C8B-B14F-4D97-AF65-F5344CB8AC3E}">
        <p14:creationId xmlns:p14="http://schemas.microsoft.com/office/powerpoint/2010/main" val="174375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1506BD-56AB-99A0-EEF9-69447832776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FF6D40-5DCA-284F-183C-E27BF79DD305}"/>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Project Management</a:t>
            </a:r>
          </a:p>
        </p:txBody>
      </p:sp>
      <p:sp>
        <p:nvSpPr>
          <p:cNvPr id="1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screenshot of a project management&#10;&#10;AI-generated content may be incorrect.">
            <a:extLst>
              <a:ext uri="{FF2B5EF4-FFF2-40B4-BE49-F238E27FC236}">
                <a16:creationId xmlns:a16="http://schemas.microsoft.com/office/drawing/2014/main" id="{4CEE10B7-4709-E8C7-81D0-7F428B0C8334}"/>
              </a:ext>
            </a:extLst>
          </p:cNvPr>
          <p:cNvPicPr>
            <a:picLocks noGrp="1" noChangeAspect="1"/>
          </p:cNvPicPr>
          <p:nvPr>
            <p:ph idx="1"/>
          </p:nvPr>
        </p:nvPicPr>
        <p:blipFill>
          <a:blip r:embed="rId2"/>
          <a:stretch>
            <a:fillRect/>
          </a:stretch>
        </p:blipFill>
        <p:spPr>
          <a:xfrm>
            <a:off x="4654296" y="1079553"/>
            <a:ext cx="7214616" cy="4671462"/>
          </a:xfrm>
          <a:prstGeom prst="rect">
            <a:avLst/>
          </a:prstGeom>
        </p:spPr>
      </p:pic>
    </p:spTree>
    <p:extLst>
      <p:ext uri="{BB962C8B-B14F-4D97-AF65-F5344CB8AC3E}">
        <p14:creationId xmlns:p14="http://schemas.microsoft.com/office/powerpoint/2010/main" val="4168708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3A40E-CA17-AC50-2C98-C781F6D15647}"/>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57BA1E30-0997-5EA1-264C-5668F8B073AD}"/>
              </a:ext>
            </a:extLst>
          </p:cNvPr>
          <p:cNvSpPr>
            <a:spLocks noGrp="1"/>
          </p:cNvSpPr>
          <p:nvPr>
            <p:ph idx="1"/>
          </p:nvPr>
        </p:nvSpPr>
        <p:spPr/>
        <p:txBody>
          <a:bodyPr>
            <a:normAutofit fontScale="85000" lnSpcReduction="10000"/>
          </a:bodyPr>
          <a:lstStyle/>
          <a:p>
            <a:pPr marL="0" indent="0">
              <a:buNone/>
            </a:pPr>
            <a:r>
              <a:rPr lang="en-US" b="1" dirty="0"/>
              <a:t>1. What is the main goal of project management?</a:t>
            </a:r>
          </a:p>
          <a:p>
            <a:pPr marL="457200" lvl="1" indent="0">
              <a:buNone/>
            </a:pPr>
            <a:r>
              <a:rPr lang="en-US" dirty="0"/>
              <a:t>A. To increase company profits</a:t>
            </a:r>
            <a:br>
              <a:rPr lang="en-US" dirty="0"/>
            </a:br>
            <a:r>
              <a:rPr lang="en-US" dirty="0"/>
              <a:t>B. To manage daily operations</a:t>
            </a:r>
            <a:br>
              <a:rPr lang="en-US" dirty="0"/>
            </a:br>
            <a:r>
              <a:rPr lang="en-US" dirty="0"/>
              <a:t>C. To achieve specific goals and complete a project successfully</a:t>
            </a:r>
            <a:br>
              <a:rPr lang="en-US" dirty="0"/>
            </a:br>
            <a:r>
              <a:rPr lang="en-US" dirty="0"/>
              <a:t>D. To hire new employees</a:t>
            </a:r>
          </a:p>
          <a:p>
            <a:pPr marL="0" indent="0">
              <a:buNone/>
            </a:pPr>
            <a:r>
              <a:rPr lang="en-US" b="1" dirty="0"/>
              <a:t>2. Which of the following is </a:t>
            </a:r>
            <a:r>
              <a:rPr lang="en-US" b="1" i="1" dirty="0"/>
              <a:t>not</a:t>
            </a:r>
            <a:r>
              <a:rPr lang="en-US" b="1" dirty="0"/>
              <a:t> typically a constraint in project management?</a:t>
            </a:r>
          </a:p>
          <a:p>
            <a:pPr marL="457200" lvl="1" indent="0">
              <a:buNone/>
            </a:pPr>
            <a:r>
              <a:rPr lang="en-US" dirty="0"/>
              <a:t>A. Scope</a:t>
            </a:r>
            <a:br>
              <a:rPr lang="en-US" dirty="0"/>
            </a:br>
            <a:r>
              <a:rPr lang="en-US" dirty="0"/>
              <a:t>B. Time</a:t>
            </a:r>
            <a:br>
              <a:rPr lang="en-US" dirty="0"/>
            </a:br>
            <a:r>
              <a:rPr lang="en-US" dirty="0"/>
              <a:t>C. Cost</a:t>
            </a:r>
            <a:br>
              <a:rPr lang="en-US" dirty="0"/>
            </a:br>
            <a:r>
              <a:rPr lang="en-US" dirty="0"/>
              <a:t>D. Popularity</a:t>
            </a:r>
          </a:p>
          <a:p>
            <a:pPr marL="0" indent="0">
              <a:buNone/>
            </a:pPr>
            <a:r>
              <a:rPr lang="en-US" b="1" dirty="0"/>
              <a:t>3. What does the initiation phase of project management involve?</a:t>
            </a:r>
          </a:p>
          <a:p>
            <a:pPr marL="457200" lvl="1" indent="0">
              <a:buNone/>
            </a:pPr>
            <a:r>
              <a:rPr lang="en-US" dirty="0"/>
              <a:t>A. Executing the project plan</a:t>
            </a:r>
            <a:br>
              <a:rPr lang="en-US" dirty="0"/>
            </a:br>
            <a:r>
              <a:rPr lang="en-US" dirty="0"/>
              <a:t>B. Defining the project and getting approval</a:t>
            </a:r>
            <a:br>
              <a:rPr lang="en-US" dirty="0"/>
            </a:br>
            <a:r>
              <a:rPr lang="en-US" dirty="0"/>
              <a:t>C. Monitoring progress</a:t>
            </a:r>
            <a:br>
              <a:rPr lang="en-US" dirty="0"/>
            </a:br>
            <a:r>
              <a:rPr lang="en-US" dirty="0"/>
              <a:t>D. Closing the project</a:t>
            </a:r>
          </a:p>
          <a:p>
            <a:endParaRPr lang="en-US" dirty="0"/>
          </a:p>
        </p:txBody>
      </p:sp>
    </p:spTree>
    <p:extLst>
      <p:ext uri="{BB962C8B-B14F-4D97-AF65-F5344CB8AC3E}">
        <p14:creationId xmlns:p14="http://schemas.microsoft.com/office/powerpoint/2010/main" val="11783695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24DA4-305C-48FC-88FA-88F2520D92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641579-693D-0FAD-C1B2-27A8BCED201E}"/>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B524012C-99A5-5F27-2F2E-32D6C7B3B713}"/>
              </a:ext>
            </a:extLst>
          </p:cNvPr>
          <p:cNvSpPr>
            <a:spLocks noGrp="1"/>
          </p:cNvSpPr>
          <p:nvPr>
            <p:ph idx="1"/>
          </p:nvPr>
        </p:nvSpPr>
        <p:spPr/>
        <p:txBody>
          <a:bodyPr>
            <a:normAutofit fontScale="92500" lnSpcReduction="20000"/>
          </a:bodyPr>
          <a:lstStyle/>
          <a:p>
            <a:pPr marL="0" indent="0">
              <a:buNone/>
            </a:pPr>
            <a:r>
              <a:rPr lang="en-US" b="1" dirty="0"/>
              <a:t>4. Which phase involves setting goals, timelines, budgets, and resources?</a:t>
            </a:r>
          </a:p>
          <a:p>
            <a:pPr marL="457200" lvl="1" indent="0">
              <a:buNone/>
            </a:pPr>
            <a:r>
              <a:rPr lang="en-US" dirty="0"/>
              <a:t>A. Execution</a:t>
            </a:r>
            <a:br>
              <a:rPr lang="en-US" dirty="0"/>
            </a:br>
            <a:r>
              <a:rPr lang="en-US" dirty="0"/>
              <a:t>B. Planning</a:t>
            </a:r>
            <a:br>
              <a:rPr lang="en-US" dirty="0"/>
            </a:br>
            <a:r>
              <a:rPr lang="en-US" dirty="0"/>
              <a:t>C. Closure</a:t>
            </a:r>
            <a:br>
              <a:rPr lang="en-US" dirty="0"/>
            </a:br>
            <a:r>
              <a:rPr lang="en-US" dirty="0"/>
              <a:t>D. Monitoring</a:t>
            </a:r>
          </a:p>
          <a:p>
            <a:pPr marL="0" indent="0">
              <a:buNone/>
            </a:pPr>
            <a:r>
              <a:rPr lang="en-US" b="1" dirty="0"/>
              <a:t>5. What is the purpose of the execution phase?</a:t>
            </a:r>
          </a:p>
          <a:p>
            <a:pPr marL="457200" lvl="1" indent="0">
              <a:buNone/>
            </a:pPr>
            <a:r>
              <a:rPr lang="en-US" dirty="0"/>
              <a:t>A. To evaluate project outcomes</a:t>
            </a:r>
            <a:br>
              <a:rPr lang="en-US" dirty="0"/>
            </a:br>
            <a:r>
              <a:rPr lang="en-US" dirty="0"/>
              <a:t>B. To track progress</a:t>
            </a:r>
            <a:br>
              <a:rPr lang="en-US" dirty="0"/>
            </a:br>
            <a:r>
              <a:rPr lang="en-US" dirty="0"/>
              <a:t>C. To carry out the plan and manage teams</a:t>
            </a:r>
            <a:br>
              <a:rPr lang="en-US" dirty="0"/>
            </a:br>
            <a:r>
              <a:rPr lang="en-US" dirty="0"/>
              <a:t>D. To define project scope</a:t>
            </a:r>
          </a:p>
          <a:p>
            <a:pPr marL="0" indent="0">
              <a:buNone/>
            </a:pPr>
            <a:r>
              <a:rPr lang="en-US" b="1" dirty="0"/>
              <a:t>6. What happens during the monitoring and controlling phase?</a:t>
            </a:r>
          </a:p>
          <a:p>
            <a:pPr marL="457200" lvl="1" indent="0">
              <a:buNone/>
            </a:pPr>
            <a:r>
              <a:rPr lang="en-US" dirty="0"/>
              <a:t>A. The project is closed</a:t>
            </a:r>
            <a:br>
              <a:rPr lang="en-US" dirty="0"/>
            </a:br>
            <a:r>
              <a:rPr lang="en-US" dirty="0"/>
              <a:t>B. Progress is tracked and adjustments are made</a:t>
            </a:r>
            <a:br>
              <a:rPr lang="en-US" dirty="0"/>
            </a:br>
            <a:r>
              <a:rPr lang="en-US" dirty="0"/>
              <a:t>C. Resources are allocated</a:t>
            </a:r>
            <a:br>
              <a:rPr lang="en-US" dirty="0"/>
            </a:br>
            <a:r>
              <a:rPr lang="en-US" dirty="0"/>
              <a:t>D. Teams are hired</a:t>
            </a:r>
          </a:p>
          <a:p>
            <a:endParaRPr lang="en-US" dirty="0"/>
          </a:p>
        </p:txBody>
      </p:sp>
    </p:spTree>
    <p:extLst>
      <p:ext uri="{BB962C8B-B14F-4D97-AF65-F5344CB8AC3E}">
        <p14:creationId xmlns:p14="http://schemas.microsoft.com/office/powerpoint/2010/main" val="1630079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3DE1E-BB29-90D4-0BEF-06F334C36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4925E-6282-F968-F733-09B79A8CF0C4}"/>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86B315A0-2CF7-DA6B-DF2E-5B4640EE2A83}"/>
              </a:ext>
            </a:extLst>
          </p:cNvPr>
          <p:cNvSpPr>
            <a:spLocks noGrp="1"/>
          </p:cNvSpPr>
          <p:nvPr>
            <p:ph idx="1"/>
          </p:nvPr>
        </p:nvSpPr>
        <p:spPr/>
        <p:txBody>
          <a:bodyPr>
            <a:normAutofit fontScale="62500" lnSpcReduction="20000"/>
          </a:bodyPr>
          <a:lstStyle/>
          <a:p>
            <a:pPr marL="0" indent="0">
              <a:buNone/>
            </a:pPr>
            <a:r>
              <a:rPr lang="en-US" b="1" dirty="0"/>
              <a:t>7. Which phase marks the formal end of a project?</a:t>
            </a:r>
          </a:p>
          <a:p>
            <a:pPr marL="457200" lvl="1" indent="0">
              <a:buNone/>
            </a:pPr>
            <a:r>
              <a:rPr lang="en-US" dirty="0"/>
              <a:t>A. Planning</a:t>
            </a:r>
            <a:br>
              <a:rPr lang="en-US" dirty="0"/>
            </a:br>
            <a:r>
              <a:rPr lang="en-US" dirty="0"/>
              <a:t>B. Execution</a:t>
            </a:r>
            <a:br>
              <a:rPr lang="en-US" dirty="0"/>
            </a:br>
            <a:r>
              <a:rPr lang="en-US" dirty="0"/>
              <a:t>C. Closure</a:t>
            </a:r>
            <a:br>
              <a:rPr lang="en-US" dirty="0"/>
            </a:br>
            <a:r>
              <a:rPr lang="en-US" dirty="0"/>
              <a:t>D. Initiation</a:t>
            </a:r>
          </a:p>
          <a:p>
            <a:pPr marL="0" indent="0">
              <a:buNone/>
            </a:pPr>
            <a:r>
              <a:rPr lang="en-US" b="1" dirty="0"/>
              <a:t>8. What are the key elements of project management?</a:t>
            </a:r>
          </a:p>
          <a:p>
            <a:pPr marL="457200" lvl="1" indent="0">
              <a:buNone/>
            </a:pPr>
            <a:r>
              <a:rPr lang="en-US" dirty="0"/>
              <a:t>A. Budgeting, hiring, and firing</a:t>
            </a:r>
            <a:br>
              <a:rPr lang="en-US" dirty="0"/>
            </a:br>
            <a:r>
              <a:rPr lang="en-US" dirty="0"/>
              <a:t>B. Initiation, planning, execution, monitoring &amp; controlling, closure</a:t>
            </a:r>
            <a:br>
              <a:rPr lang="en-US" dirty="0"/>
            </a:br>
            <a:r>
              <a:rPr lang="en-US" dirty="0"/>
              <a:t>C. Marketing, sales, and customer service</a:t>
            </a:r>
            <a:br>
              <a:rPr lang="en-US" dirty="0"/>
            </a:br>
            <a:r>
              <a:rPr lang="en-US" dirty="0"/>
              <a:t>D. Design, development, and testing</a:t>
            </a:r>
          </a:p>
          <a:p>
            <a:pPr marL="0" indent="0">
              <a:buNone/>
            </a:pPr>
            <a:r>
              <a:rPr lang="en-US" b="1" dirty="0"/>
              <a:t>9. Which of the following best describes the planning phase?</a:t>
            </a:r>
          </a:p>
          <a:p>
            <a:pPr marL="457200" lvl="1" indent="0">
              <a:buNone/>
            </a:pPr>
            <a:r>
              <a:rPr lang="en-US" dirty="0"/>
              <a:t>A. Finalizing the project</a:t>
            </a:r>
            <a:br>
              <a:rPr lang="en-US" dirty="0"/>
            </a:br>
            <a:r>
              <a:rPr lang="en-US" dirty="0"/>
              <a:t>B. Defining the project scope and estimating resources</a:t>
            </a:r>
            <a:br>
              <a:rPr lang="en-US" dirty="0"/>
            </a:br>
            <a:r>
              <a:rPr lang="en-US" dirty="0"/>
              <a:t>C. Hiring team members</a:t>
            </a:r>
            <a:br>
              <a:rPr lang="en-US" dirty="0"/>
            </a:br>
            <a:r>
              <a:rPr lang="en-US" dirty="0"/>
              <a:t>D. Delivering the final product</a:t>
            </a:r>
          </a:p>
          <a:p>
            <a:pPr marL="0" indent="0">
              <a:buNone/>
            </a:pPr>
            <a:r>
              <a:rPr lang="en-US" b="1" dirty="0"/>
              <a:t>10. Why is monitoring and controlling important in project management?</a:t>
            </a:r>
          </a:p>
          <a:p>
            <a:pPr marL="457200" lvl="1" indent="0">
              <a:buNone/>
            </a:pPr>
            <a:r>
              <a:rPr lang="en-US" dirty="0"/>
              <a:t>A. It helps reduce team size</a:t>
            </a:r>
            <a:br>
              <a:rPr lang="en-US" dirty="0"/>
            </a:br>
            <a:r>
              <a:rPr lang="en-US" dirty="0"/>
              <a:t>B. It ensures the project stays within scope, time, and cost</a:t>
            </a:r>
            <a:br>
              <a:rPr lang="en-US" dirty="0"/>
            </a:br>
            <a:r>
              <a:rPr lang="en-US" dirty="0"/>
              <a:t>C. It allows for skipping unnecessary steps</a:t>
            </a:r>
            <a:br>
              <a:rPr lang="en-US" dirty="0"/>
            </a:br>
            <a:r>
              <a:rPr lang="en-US" dirty="0"/>
              <a:t>D. It eliminates the need for planning</a:t>
            </a:r>
          </a:p>
          <a:p>
            <a:endParaRPr lang="en-US" dirty="0"/>
          </a:p>
        </p:txBody>
      </p:sp>
    </p:spTree>
    <p:extLst>
      <p:ext uri="{BB962C8B-B14F-4D97-AF65-F5344CB8AC3E}">
        <p14:creationId xmlns:p14="http://schemas.microsoft.com/office/powerpoint/2010/main" val="3320452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35818EA3-F4D4-777C-240F-FEB6FDFCCAF8}"/>
              </a:ext>
            </a:extLst>
          </p:cNvPr>
          <p:cNvPicPr>
            <a:picLocks noGrp="1" noChangeAspect="1"/>
          </p:cNvPicPr>
          <p:nvPr>
            <p:ph idx="1"/>
          </p:nvPr>
        </p:nvPicPr>
        <p:blipFill rotWithShape="1">
          <a:blip r:embed="rId2"/>
          <a:srcRect t="11033" r="-2" b="8075"/>
          <a:stretch/>
        </p:blipFill>
        <p:spPr>
          <a:xfrm>
            <a:off x="-6588" y="10"/>
            <a:ext cx="12198588" cy="6857990"/>
          </a:xfrm>
          <a:prstGeom prst="rect">
            <a:avLst/>
          </a:prstGeom>
        </p:spPr>
      </p:pic>
    </p:spTree>
    <p:extLst>
      <p:ext uri="{BB962C8B-B14F-4D97-AF65-F5344CB8AC3E}">
        <p14:creationId xmlns:p14="http://schemas.microsoft.com/office/powerpoint/2010/main" val="26988963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blue background with white text and a magnifying glass&#10;&#10;Description automatically generated">
            <a:extLst>
              <a:ext uri="{FF2B5EF4-FFF2-40B4-BE49-F238E27FC236}">
                <a16:creationId xmlns:a16="http://schemas.microsoft.com/office/drawing/2014/main" id="{FFED36E8-D007-2F5E-DB22-DC2FB5E093EE}"/>
              </a:ext>
            </a:extLst>
          </p:cNvPr>
          <p:cNvPicPr>
            <a:picLocks noGrp="1" noChangeAspect="1"/>
          </p:cNvPicPr>
          <p:nvPr>
            <p:ph idx="1"/>
          </p:nvPr>
        </p:nvPicPr>
        <p:blipFill rotWithShape="1">
          <a:blip r:embed="rId2"/>
          <a:srcRect l="3139" r="4367"/>
          <a:stretch/>
        </p:blipFill>
        <p:spPr>
          <a:xfrm>
            <a:off x="-6588" y="10"/>
            <a:ext cx="12198588" cy="6857990"/>
          </a:xfrm>
          <a:prstGeom prst="rect">
            <a:avLst/>
          </a:prstGeom>
        </p:spPr>
      </p:pic>
    </p:spTree>
    <p:extLst>
      <p:ext uri="{BB962C8B-B14F-4D97-AF65-F5344CB8AC3E}">
        <p14:creationId xmlns:p14="http://schemas.microsoft.com/office/powerpoint/2010/main" val="1356677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108055-2E16-7246-B0F3-BEB4E1E57C4C}"/>
              </a:ext>
            </a:extLst>
          </p:cNvPr>
          <p:cNvSpPr>
            <a:spLocks noGrp="1"/>
          </p:cNvSpPr>
          <p:nvPr>
            <p:ph type="title"/>
          </p:nvPr>
        </p:nvSpPr>
        <p:spPr>
          <a:xfrm>
            <a:off x="838200" y="365125"/>
            <a:ext cx="10515600" cy="1325563"/>
          </a:xfrm>
        </p:spPr>
        <p:txBody>
          <a:bodyPr>
            <a:normAutofit/>
          </a:bodyPr>
          <a:lstStyle/>
          <a:p>
            <a:r>
              <a:rPr lang="en-US" sz="5400"/>
              <a:t>Temporary Endeavor - Uniqueness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8E82E6C-DD50-8014-B606-FC943207960E}"/>
              </a:ext>
            </a:extLst>
          </p:cNvPr>
          <p:cNvSpPr>
            <a:spLocks noGrp="1"/>
          </p:cNvSpPr>
          <p:nvPr>
            <p:ph idx="1"/>
          </p:nvPr>
        </p:nvSpPr>
        <p:spPr>
          <a:xfrm>
            <a:off x="838200" y="1929384"/>
            <a:ext cx="10515600" cy="4251960"/>
          </a:xfrm>
        </p:spPr>
        <p:txBody>
          <a:bodyPr>
            <a:normAutofit/>
          </a:bodyPr>
          <a:lstStyle/>
          <a:p>
            <a:r>
              <a:rPr lang="en-US" sz="2200"/>
              <a:t>This means that a project has a </a:t>
            </a:r>
            <a:r>
              <a:rPr lang="en-US" sz="2200" b="1"/>
              <a:t>definite beginning and end</a:t>
            </a:r>
            <a:r>
              <a:rPr lang="en-US" sz="2200"/>
              <a:t>. It doesn’t go on forever.</a:t>
            </a:r>
          </a:p>
          <a:p>
            <a:pPr lvl="1"/>
            <a:r>
              <a:rPr lang="en-US" sz="2200"/>
              <a:t>IT projects are not meant to run forever. They are planned with deadlines and milestones.</a:t>
            </a:r>
          </a:p>
          <a:p>
            <a:pPr lvl="1"/>
            <a:r>
              <a:rPr lang="en-US" sz="2200"/>
              <a:t>Developing a website for a local business. The project starts with planning, goes through design and development, and ends when the website is launched.</a:t>
            </a:r>
          </a:p>
          <a:p>
            <a:r>
              <a:rPr lang="en-US" sz="2200"/>
              <a:t>Uniqueness</a:t>
            </a:r>
          </a:p>
          <a:p>
            <a:pPr lvl="1"/>
            <a:r>
              <a:rPr lang="en-US" sz="2200"/>
              <a:t>A new software, application, or system.</a:t>
            </a:r>
          </a:p>
          <a:p>
            <a:pPr lvl="1"/>
            <a:r>
              <a:rPr lang="en-US" sz="2200"/>
              <a:t>A digital service that provides value to users.</a:t>
            </a:r>
          </a:p>
          <a:p>
            <a:pPr lvl="1"/>
            <a:r>
              <a:rPr lang="en-US" sz="2200"/>
              <a:t>A new insight, report, or analysis from data.</a:t>
            </a:r>
          </a:p>
        </p:txBody>
      </p:sp>
    </p:spTree>
    <p:extLst>
      <p:ext uri="{BB962C8B-B14F-4D97-AF65-F5344CB8AC3E}">
        <p14:creationId xmlns:p14="http://schemas.microsoft.com/office/powerpoint/2010/main" val="2885063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7BA0851-497D-1A7D-C5CB-AC8FC8D3B03D}"/>
              </a:ext>
            </a:extLst>
          </p:cNvPr>
          <p:cNvPicPr>
            <a:picLocks noGrp="1" noChangeAspect="1"/>
          </p:cNvPicPr>
          <p:nvPr>
            <p:ph idx="1"/>
          </p:nvPr>
        </p:nvPicPr>
        <p:blipFill rotWithShape="1">
          <a:blip r:embed="rId2"/>
          <a:srcRect l="6935" r="125" b="-1"/>
          <a:stretch/>
        </p:blipFill>
        <p:spPr>
          <a:xfrm>
            <a:off x="-6588" y="10"/>
            <a:ext cx="12198588" cy="6857990"/>
          </a:xfrm>
          <a:prstGeom prst="rect">
            <a:avLst/>
          </a:prstGeom>
        </p:spPr>
      </p:pic>
    </p:spTree>
    <p:extLst>
      <p:ext uri="{BB962C8B-B14F-4D97-AF65-F5344CB8AC3E}">
        <p14:creationId xmlns:p14="http://schemas.microsoft.com/office/powerpoint/2010/main" val="13818834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C0B9DD-4256-8410-3331-623F3F81FA84}"/>
              </a:ext>
            </a:extLst>
          </p:cNvPr>
          <p:cNvSpPr>
            <a:spLocks noGrp="1"/>
          </p:cNvSpPr>
          <p:nvPr>
            <p:ph type="title"/>
          </p:nvPr>
        </p:nvSpPr>
        <p:spPr>
          <a:xfrm>
            <a:off x="838200" y="365125"/>
            <a:ext cx="10515600" cy="1325563"/>
          </a:xfrm>
        </p:spPr>
        <p:txBody>
          <a:bodyPr>
            <a:normAutofit/>
          </a:bodyPr>
          <a:lstStyle/>
          <a:p>
            <a:r>
              <a:rPr lang="en-US" sz="5400"/>
              <a:t>Project Cost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9B2B43E-5FC7-3965-9F03-F2616D3457AC}"/>
              </a:ext>
            </a:extLst>
          </p:cNvPr>
          <p:cNvSpPr>
            <a:spLocks noGrp="1"/>
          </p:cNvSpPr>
          <p:nvPr>
            <p:ph idx="1"/>
          </p:nvPr>
        </p:nvSpPr>
        <p:spPr>
          <a:xfrm>
            <a:off x="838200" y="1929384"/>
            <a:ext cx="10515600" cy="4251960"/>
          </a:xfrm>
        </p:spPr>
        <p:txBody>
          <a:bodyPr>
            <a:normAutofit/>
          </a:bodyPr>
          <a:lstStyle/>
          <a:p>
            <a:pPr marL="0" indent="0">
              <a:buNone/>
            </a:pPr>
            <a:r>
              <a:rPr lang="en-US" sz="1700" b="1" dirty="0"/>
              <a:t>Cost</a:t>
            </a:r>
            <a:r>
              <a:rPr lang="en-US" sz="1700" dirty="0"/>
              <a:t> refers to the </a:t>
            </a:r>
            <a:r>
              <a:rPr lang="en-US" sz="1700" b="1" dirty="0"/>
              <a:t>total amount of resources (usually money) required to complete a project</a:t>
            </a:r>
            <a:r>
              <a:rPr lang="en-US" sz="1700" dirty="0"/>
              <a:t>. It includes all expenses related to planning, executing, and closing the project.</a:t>
            </a:r>
          </a:p>
          <a:p>
            <a:r>
              <a:rPr lang="en-US" sz="1700" b="1" dirty="0"/>
              <a:t>Direct Costs</a:t>
            </a:r>
          </a:p>
          <a:p>
            <a:pPr lvl="1"/>
            <a:r>
              <a:rPr lang="en-US" sz="1700" dirty="0"/>
              <a:t>These are costs directly tied to the project work (Salaries of developers working in project, cost of purchasing h/w or s/w, travel expenses of project related </a:t>
            </a:r>
            <a:r>
              <a:rPr lang="en-US" sz="1700" dirty="0" err="1"/>
              <a:t>meetins</a:t>
            </a:r>
            <a:r>
              <a:rPr lang="en-US" sz="1700" dirty="0"/>
              <a:t>)</a:t>
            </a:r>
          </a:p>
          <a:p>
            <a:r>
              <a:rPr lang="en-US" sz="1700" b="1" dirty="0"/>
              <a:t>Indirect Costs</a:t>
            </a:r>
          </a:p>
          <a:p>
            <a:pPr lvl="1"/>
            <a:r>
              <a:rPr lang="en-US" sz="1700" dirty="0"/>
              <a:t>These are costs not directly linked to a specific task but necessary for the project (Office rent, utilities, administrative support)</a:t>
            </a:r>
          </a:p>
          <a:p>
            <a:r>
              <a:rPr lang="en-US" sz="1700" b="1" dirty="0"/>
              <a:t>Fixed Costs</a:t>
            </a:r>
          </a:p>
          <a:p>
            <a:pPr lvl="1"/>
            <a:r>
              <a:rPr lang="en-US" sz="1700" dirty="0"/>
              <a:t>Costs that remain constant regardless of project duration or scope (Software licenses, equipment rental fees)</a:t>
            </a:r>
          </a:p>
          <a:p>
            <a:r>
              <a:rPr lang="en-US" sz="1700" b="1" dirty="0"/>
              <a:t>Variable Costs</a:t>
            </a:r>
          </a:p>
          <a:p>
            <a:pPr lvl="1"/>
            <a:r>
              <a:rPr lang="en-US" sz="1700" dirty="0"/>
              <a:t>Costs that change depending on project activity or duration (Hourly wages, clous storage usages fees)</a:t>
            </a:r>
          </a:p>
          <a:p>
            <a:endParaRPr lang="en-US" sz="1700" dirty="0"/>
          </a:p>
          <a:p>
            <a:endParaRPr lang="en-US" sz="1700" dirty="0"/>
          </a:p>
          <a:p>
            <a:endParaRPr lang="en-US" sz="1700" dirty="0"/>
          </a:p>
          <a:p>
            <a:endParaRPr lang="en-US" sz="1700" dirty="0"/>
          </a:p>
        </p:txBody>
      </p:sp>
    </p:spTree>
    <p:extLst>
      <p:ext uri="{BB962C8B-B14F-4D97-AF65-F5344CB8AC3E}">
        <p14:creationId xmlns:p14="http://schemas.microsoft.com/office/powerpoint/2010/main" val="4290288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EC294-31E9-CE80-D847-81880F398205}"/>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B15EAF4C-1560-AF33-C2F3-76E2B4298D0C}"/>
              </a:ext>
            </a:extLst>
          </p:cNvPr>
          <p:cNvSpPr>
            <a:spLocks noGrp="1"/>
          </p:cNvSpPr>
          <p:nvPr>
            <p:ph idx="1"/>
          </p:nvPr>
        </p:nvSpPr>
        <p:spPr/>
        <p:txBody>
          <a:bodyPr>
            <a:normAutofit fontScale="92500" lnSpcReduction="20000"/>
          </a:bodyPr>
          <a:lstStyle/>
          <a:p>
            <a:pPr marL="0" indent="0">
              <a:buNone/>
            </a:pPr>
            <a:r>
              <a:rPr lang="en-US" b="1" dirty="0"/>
              <a:t>1. What does "cost" in project management refer to?</a:t>
            </a:r>
          </a:p>
          <a:p>
            <a:pPr marL="457200" lvl="1" indent="0">
              <a:buNone/>
            </a:pPr>
            <a:r>
              <a:rPr lang="en-US" dirty="0"/>
              <a:t>A. Only the salaries of the project team</a:t>
            </a:r>
            <a:br>
              <a:rPr lang="en-US" dirty="0"/>
            </a:br>
            <a:r>
              <a:rPr lang="en-US" dirty="0"/>
              <a:t>B. The time taken to complete the project</a:t>
            </a:r>
            <a:br>
              <a:rPr lang="en-US" dirty="0"/>
            </a:br>
            <a:r>
              <a:rPr lang="en-US" dirty="0"/>
              <a:t>C. The total amount of resources required to complete a project</a:t>
            </a:r>
            <a:br>
              <a:rPr lang="en-US" dirty="0"/>
            </a:br>
            <a:r>
              <a:rPr lang="en-US" dirty="0"/>
              <a:t>D. The number of people involved in the project</a:t>
            </a:r>
          </a:p>
          <a:p>
            <a:pPr marL="0" indent="0">
              <a:buNone/>
            </a:pPr>
            <a:r>
              <a:rPr lang="en-US" b="1" dirty="0"/>
              <a:t>2. Which of the following is an example of a direct cost?</a:t>
            </a:r>
          </a:p>
          <a:p>
            <a:pPr marL="457200" lvl="1" indent="0">
              <a:buNone/>
            </a:pPr>
            <a:r>
              <a:rPr lang="en-US" dirty="0"/>
              <a:t>A. Office electricity bill</a:t>
            </a:r>
            <a:br>
              <a:rPr lang="en-US" dirty="0"/>
            </a:br>
            <a:r>
              <a:rPr lang="en-US" dirty="0"/>
              <a:t>B. Administrative staff salary</a:t>
            </a:r>
            <a:br>
              <a:rPr lang="en-US" dirty="0"/>
            </a:br>
            <a:r>
              <a:rPr lang="en-US" dirty="0"/>
              <a:t>C. Developer’s salary working on the project</a:t>
            </a:r>
            <a:br>
              <a:rPr lang="en-US" dirty="0"/>
            </a:br>
            <a:r>
              <a:rPr lang="en-US" dirty="0"/>
              <a:t>D. Office rent</a:t>
            </a:r>
          </a:p>
          <a:p>
            <a:pPr marL="0" indent="0">
              <a:buNone/>
            </a:pPr>
            <a:r>
              <a:rPr lang="en-US" b="1" dirty="0"/>
              <a:t>3. What is an example of an indirect cost in a project?</a:t>
            </a:r>
          </a:p>
          <a:p>
            <a:pPr marL="457200" lvl="1" indent="0">
              <a:buNone/>
            </a:pPr>
            <a:r>
              <a:rPr lang="en-US" dirty="0"/>
              <a:t>A. Travel expenses for a project meeting</a:t>
            </a:r>
            <a:br>
              <a:rPr lang="en-US" dirty="0"/>
            </a:br>
            <a:r>
              <a:rPr lang="en-US" dirty="0"/>
              <a:t>B. Cost of purchasing project-specific software</a:t>
            </a:r>
            <a:br>
              <a:rPr lang="en-US" dirty="0"/>
            </a:br>
            <a:r>
              <a:rPr lang="en-US" dirty="0"/>
              <a:t>C. Office rent and utilities</a:t>
            </a:r>
            <a:br>
              <a:rPr lang="en-US" dirty="0"/>
            </a:br>
            <a:r>
              <a:rPr lang="en-US" dirty="0"/>
              <a:t>D. Consultant fees for a specific task</a:t>
            </a:r>
          </a:p>
          <a:p>
            <a:endParaRPr lang="en-US" dirty="0"/>
          </a:p>
        </p:txBody>
      </p:sp>
    </p:spTree>
    <p:extLst>
      <p:ext uri="{BB962C8B-B14F-4D97-AF65-F5344CB8AC3E}">
        <p14:creationId xmlns:p14="http://schemas.microsoft.com/office/powerpoint/2010/main" val="38834060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63BD3-840C-6C04-09BD-3B7119F3E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5300E-B56E-4F9E-ED9E-84E6D40AB2FF}"/>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F0D8174E-DDF3-CE07-6906-C47FF8348948}"/>
              </a:ext>
            </a:extLst>
          </p:cNvPr>
          <p:cNvSpPr>
            <a:spLocks noGrp="1"/>
          </p:cNvSpPr>
          <p:nvPr>
            <p:ph idx="1"/>
          </p:nvPr>
        </p:nvSpPr>
        <p:spPr/>
        <p:txBody>
          <a:bodyPr>
            <a:normAutofit/>
          </a:bodyPr>
          <a:lstStyle/>
          <a:p>
            <a:pPr marL="0" indent="0">
              <a:buNone/>
            </a:pPr>
            <a:r>
              <a:rPr lang="en-US" b="1" dirty="0"/>
              <a:t>4. Which of the following is a fixed cost in project management?</a:t>
            </a:r>
          </a:p>
          <a:p>
            <a:pPr marL="457200" lvl="1" indent="0">
              <a:buNone/>
            </a:pPr>
            <a:r>
              <a:rPr lang="en-US" dirty="0"/>
              <a:t>A. Hourly wages of temporary staff</a:t>
            </a:r>
            <a:br>
              <a:rPr lang="en-US" dirty="0"/>
            </a:br>
            <a:r>
              <a:rPr lang="en-US" dirty="0"/>
              <a:t>B. Cloud storage usage fees</a:t>
            </a:r>
            <a:br>
              <a:rPr lang="en-US" dirty="0"/>
            </a:br>
            <a:r>
              <a:rPr lang="en-US" dirty="0"/>
              <a:t>C. Software license fees</a:t>
            </a:r>
            <a:br>
              <a:rPr lang="en-US" dirty="0"/>
            </a:br>
            <a:r>
              <a:rPr lang="en-US" dirty="0"/>
              <a:t>D. Travel expenses</a:t>
            </a:r>
          </a:p>
          <a:p>
            <a:pPr marL="0" indent="0">
              <a:buNone/>
            </a:pPr>
            <a:r>
              <a:rPr lang="en-US" b="1" dirty="0"/>
              <a:t>5. What defines a variable cost in a project?</a:t>
            </a:r>
          </a:p>
          <a:p>
            <a:pPr marL="457200" lvl="1" indent="0">
              <a:buNone/>
            </a:pPr>
            <a:r>
              <a:rPr lang="en-US" dirty="0"/>
              <a:t>A. It stays the same regardless of project changes</a:t>
            </a:r>
            <a:br>
              <a:rPr lang="en-US" dirty="0"/>
            </a:br>
            <a:r>
              <a:rPr lang="en-US" dirty="0"/>
              <a:t>B. It is paid only at the end of the project</a:t>
            </a:r>
            <a:br>
              <a:rPr lang="en-US" dirty="0"/>
            </a:br>
            <a:r>
              <a:rPr lang="en-US" dirty="0"/>
              <a:t>C. It changes based on project activity or duration</a:t>
            </a:r>
            <a:br>
              <a:rPr lang="en-US" dirty="0"/>
            </a:br>
            <a:r>
              <a:rPr lang="en-US" dirty="0"/>
              <a:t>D. It is always included in the planning phase</a:t>
            </a:r>
          </a:p>
          <a:p>
            <a:endParaRPr lang="en-US" dirty="0"/>
          </a:p>
        </p:txBody>
      </p:sp>
    </p:spTree>
    <p:extLst>
      <p:ext uri="{BB962C8B-B14F-4D97-AF65-F5344CB8AC3E}">
        <p14:creationId xmlns:p14="http://schemas.microsoft.com/office/powerpoint/2010/main" val="23122607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85B221-966C-4888-4CFD-A4443B2C6F2F}"/>
              </a:ext>
            </a:extLst>
          </p:cNvPr>
          <p:cNvSpPr>
            <a:spLocks noGrp="1"/>
          </p:cNvSpPr>
          <p:nvPr>
            <p:ph type="title"/>
          </p:nvPr>
        </p:nvSpPr>
        <p:spPr>
          <a:xfrm>
            <a:off x="793662" y="386930"/>
            <a:ext cx="10066122" cy="1298448"/>
          </a:xfrm>
        </p:spPr>
        <p:txBody>
          <a:bodyPr anchor="b">
            <a:normAutofit/>
          </a:bodyPr>
          <a:lstStyle/>
          <a:p>
            <a:r>
              <a:rPr lang="en-US" b="1"/>
              <a:t>Why Is Cost Important in Project Management?</a:t>
            </a:r>
            <a:endParaRPr lang="en-US" dirty="0"/>
          </a:p>
        </p:txBody>
      </p:sp>
      <p:sp>
        <p:nvSpPr>
          <p:cNvPr id="17" name="Rectangle 1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5462F11-8F31-A5C6-CDD7-0553C02287FE}"/>
              </a:ext>
            </a:extLst>
          </p:cNvPr>
          <p:cNvSpPr>
            <a:spLocks noGrp="1"/>
          </p:cNvSpPr>
          <p:nvPr>
            <p:ph idx="1"/>
          </p:nvPr>
        </p:nvSpPr>
        <p:spPr>
          <a:xfrm>
            <a:off x="793661" y="2599509"/>
            <a:ext cx="4530898" cy="3639450"/>
          </a:xfrm>
        </p:spPr>
        <p:txBody>
          <a:bodyPr anchor="ctr">
            <a:normAutofit/>
          </a:bodyPr>
          <a:lstStyle/>
          <a:p>
            <a:r>
              <a:rPr lang="en-US" sz="2000"/>
              <a:t>Helps in </a:t>
            </a:r>
            <a:r>
              <a:rPr lang="en-US" sz="2000" b="1"/>
              <a:t>budgeting</a:t>
            </a:r>
            <a:r>
              <a:rPr lang="en-US" sz="2000"/>
              <a:t> and </a:t>
            </a:r>
            <a:r>
              <a:rPr lang="en-US" sz="2000" b="1"/>
              <a:t>resource allocation</a:t>
            </a:r>
            <a:endParaRPr lang="en-US" sz="2000"/>
          </a:p>
          <a:p>
            <a:r>
              <a:rPr lang="en-US" sz="2000"/>
              <a:t>Ensures the project stays </a:t>
            </a:r>
            <a:r>
              <a:rPr lang="en-US" sz="2000" b="1"/>
              <a:t>financially viable</a:t>
            </a:r>
            <a:endParaRPr lang="en-US" sz="2000"/>
          </a:p>
          <a:p>
            <a:r>
              <a:rPr lang="en-US" sz="2000"/>
              <a:t>Supports </a:t>
            </a:r>
            <a:r>
              <a:rPr lang="en-US" sz="2000" b="1"/>
              <a:t>decision-making</a:t>
            </a:r>
            <a:r>
              <a:rPr lang="en-US" sz="2000"/>
              <a:t> (e.g., choosing between vendors)</a:t>
            </a:r>
          </a:p>
          <a:p>
            <a:r>
              <a:rPr lang="en-US" sz="2000"/>
              <a:t>Affects </a:t>
            </a:r>
            <a:r>
              <a:rPr lang="en-US" sz="2000" b="1"/>
              <a:t>project scope and timeline</a:t>
            </a:r>
            <a:endParaRPr lang="en-US" sz="2000"/>
          </a:p>
          <a:p>
            <a:endParaRPr lang="en-US" sz="2000"/>
          </a:p>
        </p:txBody>
      </p:sp>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2980979A-A8FA-8602-A622-D75093B72F79}"/>
              </a:ext>
            </a:extLst>
          </p:cNvPr>
          <p:cNvGraphicFramePr>
            <a:graphicFrameLocks noGrp="1"/>
          </p:cNvGraphicFramePr>
          <p:nvPr>
            <p:extLst>
              <p:ext uri="{D42A27DB-BD31-4B8C-83A1-F6EECF244321}">
                <p14:modId xmlns:p14="http://schemas.microsoft.com/office/powerpoint/2010/main" val="3164611226"/>
              </p:ext>
            </p:extLst>
          </p:nvPr>
        </p:nvGraphicFramePr>
        <p:xfrm>
          <a:off x="5911532" y="3103589"/>
          <a:ext cx="5150277" cy="2475579"/>
        </p:xfrm>
        <a:graphic>
          <a:graphicData uri="http://schemas.openxmlformats.org/drawingml/2006/table">
            <a:tbl>
              <a:tblPr firstRow="1" bandRow="1">
                <a:noFill/>
              </a:tblPr>
              <a:tblGrid>
                <a:gridCol w="1557663">
                  <a:extLst>
                    <a:ext uri="{9D8B030D-6E8A-4147-A177-3AD203B41FA5}">
                      <a16:colId xmlns:a16="http://schemas.microsoft.com/office/drawing/2014/main" val="1507581432"/>
                    </a:ext>
                  </a:extLst>
                </a:gridCol>
                <a:gridCol w="3592614">
                  <a:extLst>
                    <a:ext uri="{9D8B030D-6E8A-4147-A177-3AD203B41FA5}">
                      <a16:colId xmlns:a16="http://schemas.microsoft.com/office/drawing/2014/main" val="664612833"/>
                    </a:ext>
                  </a:extLst>
                </a:gridCol>
              </a:tblGrid>
              <a:tr h="426230">
                <a:tc>
                  <a:txBody>
                    <a:bodyPr/>
                    <a:lstStyle/>
                    <a:p>
                      <a:pPr algn="l" fontAlgn="t">
                        <a:buNone/>
                      </a:pPr>
                      <a:r>
                        <a:rPr lang="en-US" sz="1300" b="1" cap="all" spc="60">
                          <a:solidFill>
                            <a:schemeClr val="tx1"/>
                          </a:solidFill>
                          <a:effectLst/>
                        </a:rPr>
                        <a:t>Cost Type</a:t>
                      </a:r>
                    </a:p>
                  </a:txBody>
                  <a:tcPr marL="80725" marR="53817" marT="96870" marB="96870" anchor="b">
                    <a:lnL w="12700" cmpd="sng">
                      <a:noFill/>
                    </a:lnL>
                    <a:lnR w="12700" cmpd="sng">
                      <a:noFill/>
                    </a:lnR>
                    <a:lnT w="12700" cmpd="sng">
                      <a:noFill/>
                    </a:lnT>
                    <a:lnB w="38100" cmpd="sng">
                      <a:noFill/>
                    </a:lnB>
                    <a:noFill/>
                  </a:tcPr>
                </a:tc>
                <a:tc>
                  <a:txBody>
                    <a:bodyPr/>
                    <a:lstStyle/>
                    <a:p>
                      <a:pPr algn="l" fontAlgn="t">
                        <a:buNone/>
                      </a:pPr>
                      <a:r>
                        <a:rPr lang="en-US" sz="1300" b="1" cap="all" spc="60">
                          <a:solidFill>
                            <a:schemeClr val="tx1"/>
                          </a:solidFill>
                          <a:effectLst/>
                        </a:rPr>
                        <a:t>Example</a:t>
                      </a:r>
                    </a:p>
                  </a:txBody>
                  <a:tcPr marL="80725" marR="53817" marT="96870" marB="96870" anchor="b">
                    <a:lnL w="12700" cmpd="sng">
                      <a:noFill/>
                    </a:lnL>
                    <a:lnR w="12700" cmpd="sng">
                      <a:noFill/>
                    </a:lnR>
                    <a:lnT w="12700" cmpd="sng">
                      <a:noFill/>
                    </a:lnT>
                    <a:lnB w="38100" cmpd="sng">
                      <a:noFill/>
                    </a:lnB>
                    <a:noFill/>
                  </a:tcPr>
                </a:tc>
                <a:extLst>
                  <a:ext uri="{0D108BD9-81ED-4DB2-BD59-A6C34878D82A}">
                    <a16:rowId xmlns:a16="http://schemas.microsoft.com/office/drawing/2014/main" val="1776255663"/>
                  </a:ext>
                </a:extLst>
              </a:tr>
              <a:tr h="447757">
                <a:tc>
                  <a:txBody>
                    <a:bodyPr/>
                    <a:lstStyle/>
                    <a:p>
                      <a:pPr algn="l" fontAlgn="t">
                        <a:buNone/>
                      </a:pPr>
                      <a:r>
                        <a:rPr lang="en-US" sz="1700" cap="none" spc="0">
                          <a:solidFill>
                            <a:schemeClr val="tx1"/>
                          </a:solidFill>
                          <a:effectLst/>
                        </a:rPr>
                        <a:t>Direct Cost</a:t>
                      </a:r>
                    </a:p>
                  </a:txBody>
                  <a:tcPr marL="80725" marR="53817" marT="53817" marB="96870">
                    <a:lnL w="12700" cap="flat" cmpd="sng" algn="ctr">
                      <a:noFill/>
                      <a:prstDash val="solid"/>
                    </a:lnL>
                    <a:lnR w="12700" cmpd="sng">
                      <a:noFill/>
                      <a:prstDash val="solid"/>
                    </a:lnR>
                    <a:lnT w="38100" cmpd="sng">
                      <a:noFill/>
                    </a:lnT>
                    <a:lnB w="12700" cmpd="sng">
                      <a:noFill/>
                      <a:prstDash val="solid"/>
                    </a:lnB>
                    <a:noFill/>
                  </a:tcPr>
                </a:tc>
                <a:tc>
                  <a:txBody>
                    <a:bodyPr/>
                    <a:lstStyle/>
                    <a:p>
                      <a:pPr algn="l" fontAlgn="t">
                        <a:buNone/>
                      </a:pPr>
                      <a:r>
                        <a:rPr lang="en-US" sz="1700" cap="none" spc="0">
                          <a:solidFill>
                            <a:schemeClr val="tx1"/>
                          </a:solidFill>
                          <a:effectLst/>
                        </a:rPr>
                        <a:t>Paying developers and designers</a:t>
                      </a:r>
                    </a:p>
                  </a:txBody>
                  <a:tcPr marL="80725" marR="53817" marT="53817" marB="96870">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052302494"/>
                  </a:ext>
                </a:extLst>
              </a:tr>
              <a:tr h="447757">
                <a:tc>
                  <a:txBody>
                    <a:bodyPr/>
                    <a:lstStyle/>
                    <a:p>
                      <a:pPr algn="l" fontAlgn="t">
                        <a:buNone/>
                      </a:pPr>
                      <a:r>
                        <a:rPr lang="en-US" sz="1700" cap="none" spc="0">
                          <a:solidFill>
                            <a:schemeClr val="tx1"/>
                          </a:solidFill>
                          <a:effectLst/>
                        </a:rPr>
                        <a:t>Indirect Cost</a:t>
                      </a:r>
                    </a:p>
                  </a:txBody>
                  <a:tcPr marL="80725" marR="53817" marT="53817" marB="96870">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t">
                        <a:buNone/>
                      </a:pPr>
                      <a:r>
                        <a:rPr lang="en-US" sz="1700" cap="none" spc="0">
                          <a:solidFill>
                            <a:schemeClr val="tx1"/>
                          </a:solidFill>
                          <a:effectLst/>
                        </a:rPr>
                        <a:t>Internet bills and office space</a:t>
                      </a:r>
                    </a:p>
                  </a:txBody>
                  <a:tcPr marL="80725" marR="53817" marT="53817" marB="96870">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140062203"/>
                  </a:ext>
                </a:extLst>
              </a:tr>
              <a:tr h="447757">
                <a:tc>
                  <a:txBody>
                    <a:bodyPr/>
                    <a:lstStyle/>
                    <a:p>
                      <a:pPr algn="l" fontAlgn="t">
                        <a:buNone/>
                      </a:pPr>
                      <a:r>
                        <a:rPr lang="en-US" sz="1700" cap="none" spc="0">
                          <a:solidFill>
                            <a:schemeClr val="tx1"/>
                          </a:solidFill>
                          <a:effectLst/>
                        </a:rPr>
                        <a:t>Fixed Cost</a:t>
                      </a:r>
                    </a:p>
                  </a:txBody>
                  <a:tcPr marL="80725" marR="53817" marT="53817" marB="96870">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fontAlgn="t">
                        <a:buNone/>
                      </a:pPr>
                      <a:r>
                        <a:rPr lang="en-US" sz="1700" cap="none" spc="0">
                          <a:solidFill>
                            <a:schemeClr val="tx1"/>
                          </a:solidFill>
                          <a:effectLst/>
                        </a:rPr>
                        <a:t>Buying a design tool license</a:t>
                      </a:r>
                    </a:p>
                  </a:txBody>
                  <a:tcPr marL="80725" marR="53817" marT="53817" marB="96870">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77566257"/>
                  </a:ext>
                </a:extLst>
              </a:tr>
              <a:tr h="706078">
                <a:tc>
                  <a:txBody>
                    <a:bodyPr/>
                    <a:lstStyle/>
                    <a:p>
                      <a:pPr algn="l" fontAlgn="t">
                        <a:buNone/>
                      </a:pPr>
                      <a:r>
                        <a:rPr lang="en-US" sz="1700" cap="none" spc="0">
                          <a:solidFill>
                            <a:schemeClr val="tx1"/>
                          </a:solidFill>
                          <a:effectLst/>
                        </a:rPr>
                        <a:t>Variable Cost</a:t>
                      </a:r>
                    </a:p>
                  </a:txBody>
                  <a:tcPr marL="80725" marR="53817" marT="53817" marB="96870">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t">
                        <a:buNone/>
                      </a:pPr>
                      <a:r>
                        <a:rPr lang="en-US" sz="1700" cap="none" spc="0">
                          <a:solidFill>
                            <a:schemeClr val="tx1"/>
                          </a:solidFill>
                          <a:effectLst/>
                        </a:rPr>
                        <a:t>Paying freelancers based on hours worked</a:t>
                      </a:r>
                    </a:p>
                  </a:txBody>
                  <a:tcPr marL="80725" marR="53817" marT="53817" marB="96870">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67327448"/>
                  </a:ext>
                </a:extLst>
              </a:tr>
            </a:tbl>
          </a:graphicData>
        </a:graphic>
      </p:graphicFrame>
    </p:spTree>
    <p:extLst>
      <p:ext uri="{BB962C8B-B14F-4D97-AF65-F5344CB8AC3E}">
        <p14:creationId xmlns:p14="http://schemas.microsoft.com/office/powerpoint/2010/main" val="37723605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B250E65-758B-71C8-51BD-FD17C29B06E8}"/>
              </a:ext>
            </a:extLst>
          </p:cNvPr>
          <p:cNvPicPr>
            <a:picLocks noGrp="1" noChangeAspect="1"/>
          </p:cNvPicPr>
          <p:nvPr>
            <p:ph idx="1"/>
          </p:nvPr>
        </p:nvPicPr>
        <p:blipFill rotWithShape="1">
          <a:blip r:embed="rId2"/>
          <a:srcRect r="7949" b="-1"/>
          <a:stretch/>
        </p:blipFill>
        <p:spPr>
          <a:xfrm>
            <a:off x="-6588" y="10"/>
            <a:ext cx="12198588" cy="6857990"/>
          </a:xfrm>
          <a:prstGeom prst="rect">
            <a:avLst/>
          </a:prstGeom>
        </p:spPr>
      </p:pic>
    </p:spTree>
    <p:extLst>
      <p:ext uri="{BB962C8B-B14F-4D97-AF65-F5344CB8AC3E}">
        <p14:creationId xmlns:p14="http://schemas.microsoft.com/office/powerpoint/2010/main" val="2285747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triangle with arrows pointing to the center&#10;&#10;Description automatically generated">
            <a:extLst>
              <a:ext uri="{FF2B5EF4-FFF2-40B4-BE49-F238E27FC236}">
                <a16:creationId xmlns:a16="http://schemas.microsoft.com/office/drawing/2014/main" id="{6A0770B4-F931-A719-1C35-4C9D960C401F}"/>
              </a:ext>
            </a:extLst>
          </p:cNvPr>
          <p:cNvPicPr>
            <a:picLocks noGrp="1" noChangeAspect="1"/>
          </p:cNvPicPr>
          <p:nvPr>
            <p:ph idx="1"/>
          </p:nvPr>
        </p:nvPicPr>
        <p:blipFill rotWithShape="1">
          <a:blip r:embed="rId2"/>
          <a:srcRect r="8394" b="-1"/>
          <a:stretch/>
        </p:blipFill>
        <p:spPr>
          <a:xfrm>
            <a:off x="-6588" y="10"/>
            <a:ext cx="12198588" cy="6857990"/>
          </a:xfrm>
          <a:prstGeom prst="rect">
            <a:avLst/>
          </a:prstGeom>
        </p:spPr>
      </p:pic>
    </p:spTree>
    <p:extLst>
      <p:ext uri="{BB962C8B-B14F-4D97-AF65-F5344CB8AC3E}">
        <p14:creationId xmlns:p14="http://schemas.microsoft.com/office/powerpoint/2010/main" val="7599555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blue grid with a triangle and white text&#10;&#10;Description automatically generated">
            <a:extLst>
              <a:ext uri="{FF2B5EF4-FFF2-40B4-BE49-F238E27FC236}">
                <a16:creationId xmlns:a16="http://schemas.microsoft.com/office/drawing/2014/main" id="{C4588394-D362-026F-1C2A-BE394DA6EF9D}"/>
              </a:ext>
            </a:extLst>
          </p:cNvPr>
          <p:cNvPicPr>
            <a:picLocks noGrp="1" noChangeAspect="1"/>
          </p:cNvPicPr>
          <p:nvPr>
            <p:ph idx="1"/>
          </p:nvPr>
        </p:nvPicPr>
        <p:blipFill rotWithShape="1">
          <a:blip r:embed="rId2"/>
          <a:srcRect r="6170" b="-1"/>
          <a:stretch/>
        </p:blipFill>
        <p:spPr>
          <a:xfrm>
            <a:off x="-6588" y="10"/>
            <a:ext cx="12198588" cy="6857990"/>
          </a:xfrm>
          <a:prstGeom prst="rect">
            <a:avLst/>
          </a:prstGeom>
        </p:spPr>
      </p:pic>
    </p:spTree>
    <p:extLst>
      <p:ext uri="{BB962C8B-B14F-4D97-AF65-F5344CB8AC3E}">
        <p14:creationId xmlns:p14="http://schemas.microsoft.com/office/powerpoint/2010/main" val="16976795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9408975-BA46-B334-0811-438A887C387C}"/>
              </a:ext>
            </a:extLst>
          </p:cNvPr>
          <p:cNvPicPr>
            <a:picLocks noGrp="1" noChangeAspect="1"/>
          </p:cNvPicPr>
          <p:nvPr>
            <p:ph idx="1"/>
          </p:nvPr>
        </p:nvPicPr>
        <p:blipFill rotWithShape="1">
          <a:blip r:embed="rId2"/>
          <a:srcRect l="7061" r="-1" b="-1"/>
          <a:stretch/>
        </p:blipFill>
        <p:spPr>
          <a:xfrm>
            <a:off x="-6588" y="10"/>
            <a:ext cx="12198588" cy="6857990"/>
          </a:xfrm>
          <a:prstGeom prst="rect">
            <a:avLst/>
          </a:prstGeom>
        </p:spPr>
      </p:pic>
    </p:spTree>
    <p:extLst>
      <p:ext uri="{BB962C8B-B14F-4D97-AF65-F5344CB8AC3E}">
        <p14:creationId xmlns:p14="http://schemas.microsoft.com/office/powerpoint/2010/main" val="13653880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46FF8A-94D6-88DF-CB0B-E22277F33F87}"/>
              </a:ext>
            </a:extLst>
          </p:cNvPr>
          <p:cNvSpPr>
            <a:spLocks noGrp="1"/>
          </p:cNvSpPr>
          <p:nvPr>
            <p:ph type="title"/>
          </p:nvPr>
        </p:nvSpPr>
        <p:spPr>
          <a:xfrm>
            <a:off x="838200" y="365125"/>
            <a:ext cx="10515600" cy="1325563"/>
          </a:xfrm>
        </p:spPr>
        <p:txBody>
          <a:bodyPr>
            <a:normAutofit/>
          </a:bodyPr>
          <a:lstStyle/>
          <a:p>
            <a:r>
              <a:rPr lang="en-US" sz="5400"/>
              <a:t>Project Triple Constraints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400D2FD-7F57-B2BC-E1CB-32014B8ED096}"/>
              </a:ext>
            </a:extLst>
          </p:cNvPr>
          <p:cNvSpPr>
            <a:spLocks noGrp="1"/>
          </p:cNvSpPr>
          <p:nvPr>
            <p:ph idx="1"/>
          </p:nvPr>
        </p:nvSpPr>
        <p:spPr>
          <a:xfrm>
            <a:off x="838200" y="1929384"/>
            <a:ext cx="10515600" cy="4251960"/>
          </a:xfrm>
        </p:spPr>
        <p:txBody>
          <a:bodyPr>
            <a:normAutofit/>
          </a:bodyPr>
          <a:lstStyle/>
          <a:p>
            <a:pPr marL="0" indent="0">
              <a:buNone/>
            </a:pPr>
            <a:r>
              <a:rPr lang="en-US" sz="1700" dirty="0"/>
              <a:t>The </a:t>
            </a:r>
            <a:r>
              <a:rPr lang="en-US" sz="1700" b="1" dirty="0"/>
              <a:t>Triple Constraint</a:t>
            </a:r>
            <a:r>
              <a:rPr lang="en-US" sz="1700" dirty="0"/>
              <a:t> in project management refers to the three key factors that determine the success and balance of a project:</a:t>
            </a:r>
          </a:p>
          <a:p>
            <a:r>
              <a:rPr lang="en-US" sz="1700" b="1" dirty="0"/>
              <a:t>Triple Constraint = Scope + Time + Cost</a:t>
            </a:r>
          </a:p>
          <a:p>
            <a:r>
              <a:rPr lang="en-US" sz="1700" dirty="0"/>
              <a:t>These three elements are </a:t>
            </a:r>
            <a:r>
              <a:rPr lang="en-US" sz="1700" b="1" dirty="0"/>
              <a:t>interdependent</a:t>
            </a:r>
            <a:r>
              <a:rPr lang="en-US" sz="1700" dirty="0"/>
              <a:t> — changing one will likely affect the others.</a:t>
            </a:r>
          </a:p>
          <a:p>
            <a:r>
              <a:rPr lang="en-US" sz="1700" b="1" dirty="0"/>
              <a:t>Scope</a:t>
            </a:r>
          </a:p>
          <a:p>
            <a:pPr lvl="1"/>
            <a:r>
              <a:rPr lang="en-US" sz="1700" b="1" dirty="0"/>
              <a:t>What</a:t>
            </a:r>
            <a:r>
              <a:rPr lang="en-US" sz="1700" dirty="0"/>
              <a:t> the project is supposed to deliver — the features, functions, and tasks.</a:t>
            </a:r>
          </a:p>
          <a:p>
            <a:pPr lvl="1"/>
            <a:r>
              <a:rPr lang="en-US" sz="1700" dirty="0"/>
              <a:t>If the scope increases (more features), it may require more time and cost.</a:t>
            </a:r>
          </a:p>
          <a:p>
            <a:r>
              <a:rPr lang="en-US" sz="1700" b="1" dirty="0"/>
              <a:t>Time</a:t>
            </a:r>
          </a:p>
          <a:p>
            <a:pPr lvl="1"/>
            <a:r>
              <a:rPr lang="en-US" sz="1700" b="1" dirty="0"/>
              <a:t>How long</a:t>
            </a:r>
            <a:r>
              <a:rPr lang="en-US" sz="1700" dirty="0"/>
              <a:t> the project will take — the schedule and deadlines.</a:t>
            </a:r>
          </a:p>
          <a:p>
            <a:pPr lvl="1"/>
            <a:r>
              <a:rPr lang="en-US" sz="1700" dirty="0"/>
              <a:t>If the deadline is shortened, you may need more resources (cost) or reduce the scope.</a:t>
            </a:r>
          </a:p>
          <a:p>
            <a:r>
              <a:rPr lang="en-US" sz="1700" b="1" dirty="0"/>
              <a:t>Cost</a:t>
            </a:r>
          </a:p>
          <a:p>
            <a:pPr lvl="1"/>
            <a:r>
              <a:rPr lang="en-US" sz="1700" b="1" dirty="0"/>
              <a:t>How much</a:t>
            </a:r>
            <a:r>
              <a:rPr lang="en-US" sz="1700" dirty="0"/>
              <a:t> money and resources are available — the budget.</a:t>
            </a:r>
          </a:p>
          <a:p>
            <a:pPr lvl="1"/>
            <a:r>
              <a:rPr lang="en-US" sz="1700" dirty="0"/>
              <a:t>If the budget is cut, you may need to reduce the scope or extend the timeline.</a:t>
            </a:r>
          </a:p>
          <a:p>
            <a:endParaRPr lang="en-US" sz="1700" dirty="0"/>
          </a:p>
        </p:txBody>
      </p:sp>
    </p:spTree>
    <p:extLst>
      <p:ext uri="{BB962C8B-B14F-4D97-AF65-F5344CB8AC3E}">
        <p14:creationId xmlns:p14="http://schemas.microsoft.com/office/powerpoint/2010/main" val="574275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22DC1C-7A64-96DD-D36C-123022CD72D3}"/>
              </a:ext>
            </a:extLst>
          </p:cNvPr>
          <p:cNvSpPr>
            <a:spLocks noGrp="1"/>
          </p:cNvSpPr>
          <p:nvPr>
            <p:ph type="title"/>
          </p:nvPr>
        </p:nvSpPr>
        <p:spPr>
          <a:xfrm>
            <a:off x="838200" y="365125"/>
            <a:ext cx="10515600" cy="1325563"/>
          </a:xfrm>
        </p:spPr>
        <p:txBody>
          <a:bodyPr>
            <a:normAutofit/>
          </a:bodyPr>
          <a:lstStyle/>
          <a:p>
            <a:r>
              <a:rPr lang="en-US" sz="5400"/>
              <a:t>Project Triple Constraints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334EC74-D298-EFF7-1CDB-2C49FB331C4A}"/>
              </a:ext>
            </a:extLst>
          </p:cNvPr>
          <p:cNvSpPr>
            <a:spLocks noGrp="1"/>
          </p:cNvSpPr>
          <p:nvPr>
            <p:ph idx="1"/>
          </p:nvPr>
        </p:nvSpPr>
        <p:spPr>
          <a:xfrm>
            <a:off x="838200" y="1929384"/>
            <a:ext cx="10515600" cy="4251960"/>
          </a:xfrm>
        </p:spPr>
        <p:txBody>
          <a:bodyPr>
            <a:normAutofit/>
          </a:bodyPr>
          <a:lstStyle/>
          <a:p>
            <a:pPr marL="0" indent="0">
              <a:buNone/>
            </a:pPr>
            <a:r>
              <a:rPr lang="en-US" sz="2000" b="1"/>
              <a:t>Developing a Mobile App</a:t>
            </a:r>
          </a:p>
          <a:p>
            <a:r>
              <a:rPr lang="en-US" sz="2000" b="1"/>
              <a:t>Scope</a:t>
            </a:r>
            <a:r>
              <a:rPr lang="en-US" sz="2000"/>
              <a:t>: Build a food delivery app with real-time tracking, payment gateway, and user reviews.</a:t>
            </a:r>
          </a:p>
          <a:p>
            <a:r>
              <a:rPr lang="en-US" sz="2000" b="1"/>
              <a:t>Time</a:t>
            </a:r>
            <a:r>
              <a:rPr lang="en-US" sz="2000"/>
              <a:t>: 3 months</a:t>
            </a:r>
          </a:p>
          <a:p>
            <a:r>
              <a:rPr lang="en-US" sz="2000" b="1"/>
              <a:t>Cost</a:t>
            </a:r>
            <a:r>
              <a:rPr lang="en-US" sz="2000"/>
              <a:t>: $30,000</a:t>
            </a:r>
          </a:p>
          <a:p>
            <a:r>
              <a:rPr lang="en-US" sz="2000" b="1"/>
              <a:t>What happens if:</a:t>
            </a:r>
          </a:p>
          <a:p>
            <a:pPr lvl="1"/>
            <a:r>
              <a:rPr lang="en-US" sz="2000"/>
              <a:t>The client wants to add a </a:t>
            </a:r>
            <a:r>
              <a:rPr lang="en-US" sz="2000" b="1"/>
              <a:t>new feature</a:t>
            </a:r>
            <a:r>
              <a:rPr lang="en-US" sz="2000"/>
              <a:t> (e.g., live chat)? → </a:t>
            </a:r>
            <a:r>
              <a:rPr lang="en-US" sz="2000" b="1"/>
              <a:t>Scope increases</a:t>
            </a:r>
            <a:endParaRPr lang="en-US" sz="2000"/>
          </a:p>
          <a:p>
            <a:pPr lvl="2"/>
            <a:r>
              <a:rPr lang="en-US" dirty="0"/>
              <a:t>You’ll need </a:t>
            </a:r>
            <a:r>
              <a:rPr lang="en-US" b="1" dirty="0"/>
              <a:t>more time</a:t>
            </a:r>
            <a:r>
              <a:rPr lang="en-US" dirty="0"/>
              <a:t> or </a:t>
            </a:r>
            <a:r>
              <a:rPr lang="en-US" b="1" dirty="0"/>
              <a:t>more budget</a:t>
            </a:r>
            <a:r>
              <a:rPr lang="en-US" dirty="0"/>
              <a:t>.</a:t>
            </a:r>
          </a:p>
          <a:p>
            <a:pPr lvl="1"/>
            <a:r>
              <a:rPr lang="en-US" sz="2000"/>
              <a:t>The deadline is moved up by 1 month? → </a:t>
            </a:r>
            <a:r>
              <a:rPr lang="en-US" sz="2000" b="1"/>
              <a:t>Time decreases</a:t>
            </a:r>
            <a:endParaRPr lang="en-US" sz="2000"/>
          </a:p>
          <a:p>
            <a:pPr lvl="2"/>
            <a:r>
              <a:rPr lang="en-US" dirty="0"/>
              <a:t>You may need to </a:t>
            </a:r>
            <a:r>
              <a:rPr lang="en-US" b="1" dirty="0"/>
              <a:t>hire more developers</a:t>
            </a:r>
            <a:r>
              <a:rPr lang="en-US" dirty="0"/>
              <a:t> (higher cost) or </a:t>
            </a:r>
            <a:r>
              <a:rPr lang="en-US" b="1" dirty="0"/>
              <a:t>reduce features</a:t>
            </a:r>
            <a:r>
              <a:rPr lang="en-US" dirty="0"/>
              <a:t> (smaller scope).</a:t>
            </a:r>
          </a:p>
          <a:p>
            <a:pPr lvl="1"/>
            <a:r>
              <a:rPr lang="en-US" sz="2000"/>
              <a:t>The budget is cut to $20,000? → </a:t>
            </a:r>
            <a:r>
              <a:rPr lang="en-US" sz="2000" b="1"/>
              <a:t>Cost decreases</a:t>
            </a:r>
            <a:endParaRPr lang="en-US" sz="2000"/>
          </a:p>
          <a:p>
            <a:pPr lvl="2"/>
            <a:r>
              <a:rPr lang="en-US" dirty="0"/>
              <a:t>You may need to </a:t>
            </a:r>
            <a:r>
              <a:rPr lang="en-US" b="1" dirty="0"/>
              <a:t>remove some features</a:t>
            </a:r>
            <a:r>
              <a:rPr lang="en-US" dirty="0"/>
              <a:t> or </a:t>
            </a:r>
            <a:r>
              <a:rPr lang="en-US" b="1" dirty="0"/>
              <a:t>extend the timeline</a:t>
            </a:r>
            <a:r>
              <a:rPr lang="en-US" dirty="0"/>
              <a:t>.</a:t>
            </a:r>
          </a:p>
          <a:p>
            <a:endParaRPr lang="en-US" sz="2000"/>
          </a:p>
        </p:txBody>
      </p:sp>
    </p:spTree>
    <p:extLst>
      <p:ext uri="{BB962C8B-B14F-4D97-AF65-F5344CB8AC3E}">
        <p14:creationId xmlns:p14="http://schemas.microsoft.com/office/powerpoint/2010/main" val="39502648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72315-F891-5910-AB79-A734C88A9118}"/>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898830AE-7DB1-AE2D-7AED-182B1F026D6E}"/>
              </a:ext>
            </a:extLst>
          </p:cNvPr>
          <p:cNvSpPr>
            <a:spLocks noGrp="1"/>
          </p:cNvSpPr>
          <p:nvPr>
            <p:ph idx="1"/>
          </p:nvPr>
        </p:nvSpPr>
        <p:spPr/>
        <p:txBody>
          <a:bodyPr>
            <a:normAutofit fontScale="85000" lnSpcReduction="20000"/>
          </a:bodyPr>
          <a:lstStyle/>
          <a:p>
            <a:pPr marL="0" indent="0">
              <a:buNone/>
            </a:pPr>
            <a:r>
              <a:rPr lang="en-US" b="1" dirty="0"/>
              <a:t>1. What are the three components of the Triple Constraint in project management?</a:t>
            </a:r>
          </a:p>
          <a:p>
            <a:pPr marL="457200" lvl="1" indent="0">
              <a:buNone/>
            </a:pPr>
            <a:r>
              <a:rPr lang="en-US" dirty="0"/>
              <a:t>A. Budget, quality, and communication</a:t>
            </a:r>
            <a:br>
              <a:rPr lang="en-US" dirty="0"/>
            </a:br>
            <a:r>
              <a:rPr lang="en-US" dirty="0"/>
              <a:t>B. Scope, time, and cost</a:t>
            </a:r>
            <a:br>
              <a:rPr lang="en-US" dirty="0"/>
            </a:br>
            <a:r>
              <a:rPr lang="en-US" dirty="0"/>
              <a:t>C. Planning, execution, and closure</a:t>
            </a:r>
            <a:br>
              <a:rPr lang="en-US" dirty="0"/>
            </a:br>
            <a:r>
              <a:rPr lang="en-US" dirty="0"/>
              <a:t>D. Resources, risk, and quality</a:t>
            </a:r>
          </a:p>
          <a:p>
            <a:pPr marL="0" indent="0">
              <a:buNone/>
            </a:pPr>
            <a:r>
              <a:rPr lang="en-US" b="1" dirty="0"/>
              <a:t>2. What happens if the scope of a project increases?</a:t>
            </a:r>
          </a:p>
          <a:p>
            <a:pPr marL="457200" lvl="1" indent="0">
              <a:buNone/>
            </a:pPr>
            <a:r>
              <a:rPr lang="en-US" dirty="0"/>
              <a:t>A. Time and cost may decrease</a:t>
            </a:r>
            <a:br>
              <a:rPr lang="en-US" dirty="0"/>
            </a:br>
            <a:r>
              <a:rPr lang="en-US" dirty="0"/>
              <a:t>B. Time and cost may increase</a:t>
            </a:r>
            <a:br>
              <a:rPr lang="en-US" dirty="0"/>
            </a:br>
            <a:r>
              <a:rPr lang="en-US" dirty="0"/>
              <a:t>C. The project becomes easier</a:t>
            </a:r>
            <a:br>
              <a:rPr lang="en-US" dirty="0"/>
            </a:br>
            <a:r>
              <a:rPr lang="en-US" dirty="0"/>
              <a:t>D. The project ends early</a:t>
            </a:r>
          </a:p>
          <a:p>
            <a:pPr marL="0" indent="0">
              <a:buNone/>
            </a:pPr>
            <a:r>
              <a:rPr lang="en-US" b="1" dirty="0"/>
              <a:t>3. If a project’s deadline is shortened, what might be required?</a:t>
            </a:r>
          </a:p>
          <a:p>
            <a:pPr marL="457200" lvl="1" indent="0">
              <a:buNone/>
            </a:pPr>
            <a:r>
              <a:rPr lang="en-US" dirty="0"/>
              <a:t>A. Reduce the budget</a:t>
            </a:r>
            <a:br>
              <a:rPr lang="en-US" dirty="0"/>
            </a:br>
            <a:r>
              <a:rPr lang="en-US" dirty="0"/>
              <a:t>B. Increase the scope</a:t>
            </a:r>
            <a:br>
              <a:rPr lang="en-US" dirty="0"/>
            </a:br>
            <a:r>
              <a:rPr lang="en-US" dirty="0"/>
              <a:t>C. Add more resources or reduce scope</a:t>
            </a:r>
            <a:br>
              <a:rPr lang="en-US" dirty="0"/>
            </a:br>
            <a:r>
              <a:rPr lang="en-US" dirty="0"/>
              <a:t>D. Delay the project</a:t>
            </a:r>
          </a:p>
          <a:p>
            <a:endParaRPr lang="en-US" dirty="0"/>
          </a:p>
        </p:txBody>
      </p:sp>
    </p:spTree>
    <p:extLst>
      <p:ext uri="{BB962C8B-B14F-4D97-AF65-F5344CB8AC3E}">
        <p14:creationId xmlns:p14="http://schemas.microsoft.com/office/powerpoint/2010/main" val="20715729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7EC4C-33BC-757C-EF76-C0C5E41F2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9088A-C32C-7FF6-98DE-7254F2609C14}"/>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3B3187CD-1429-CBC0-9D21-FE550C07392B}"/>
              </a:ext>
            </a:extLst>
          </p:cNvPr>
          <p:cNvSpPr>
            <a:spLocks noGrp="1"/>
          </p:cNvSpPr>
          <p:nvPr>
            <p:ph idx="1"/>
          </p:nvPr>
        </p:nvSpPr>
        <p:spPr/>
        <p:txBody>
          <a:bodyPr>
            <a:normAutofit/>
          </a:bodyPr>
          <a:lstStyle/>
          <a:p>
            <a:pPr marL="0" indent="0">
              <a:buNone/>
            </a:pPr>
            <a:r>
              <a:rPr lang="en-US" b="1" dirty="0"/>
              <a:t>4. What is the effect of reducing the project budget?</a:t>
            </a:r>
          </a:p>
          <a:p>
            <a:pPr marL="457200" lvl="1" indent="0">
              <a:buNone/>
            </a:pPr>
            <a:r>
              <a:rPr lang="en-US" dirty="0"/>
              <a:t>A. Scope and time may need to be increased</a:t>
            </a:r>
            <a:br>
              <a:rPr lang="en-US" dirty="0"/>
            </a:br>
            <a:r>
              <a:rPr lang="en-US" dirty="0"/>
              <a:t>B. Scope or timeline may need to be reduced</a:t>
            </a:r>
            <a:br>
              <a:rPr lang="en-US" dirty="0"/>
            </a:br>
            <a:r>
              <a:rPr lang="en-US" dirty="0"/>
              <a:t>C. Quality will automatically improve</a:t>
            </a:r>
            <a:br>
              <a:rPr lang="en-US" dirty="0"/>
            </a:br>
            <a:r>
              <a:rPr lang="en-US" dirty="0"/>
              <a:t>D. The project will be completed faster</a:t>
            </a:r>
          </a:p>
          <a:p>
            <a:pPr marL="0" indent="0">
              <a:buNone/>
            </a:pPr>
            <a:r>
              <a:rPr lang="en-US" b="1" dirty="0"/>
              <a:t>5. Why are the elements of the Triple Constraint considered interdependent?</a:t>
            </a:r>
          </a:p>
          <a:p>
            <a:pPr marL="457200" lvl="1" indent="0">
              <a:buNone/>
            </a:pPr>
            <a:r>
              <a:rPr lang="en-US" dirty="0"/>
              <a:t>A. They are managed by different teams</a:t>
            </a:r>
            <a:br>
              <a:rPr lang="en-US" dirty="0"/>
            </a:br>
            <a:r>
              <a:rPr lang="en-US" dirty="0"/>
              <a:t>B. Changing one affects the others</a:t>
            </a:r>
            <a:br>
              <a:rPr lang="en-US" dirty="0"/>
            </a:br>
            <a:r>
              <a:rPr lang="en-US" dirty="0"/>
              <a:t>C. They are unrelated to project success</a:t>
            </a:r>
            <a:br>
              <a:rPr lang="en-US" dirty="0"/>
            </a:br>
            <a:r>
              <a:rPr lang="en-US" dirty="0"/>
              <a:t>D. They are fixed throughout the project</a:t>
            </a:r>
          </a:p>
          <a:p>
            <a:endParaRPr lang="en-US" dirty="0"/>
          </a:p>
        </p:txBody>
      </p:sp>
    </p:spTree>
    <p:extLst>
      <p:ext uri="{BB962C8B-B14F-4D97-AF65-F5344CB8AC3E}">
        <p14:creationId xmlns:p14="http://schemas.microsoft.com/office/powerpoint/2010/main" val="40241092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oup of people pulling a rope&#10;&#10;AI-generated content may be incorrect.">
            <a:extLst>
              <a:ext uri="{FF2B5EF4-FFF2-40B4-BE49-F238E27FC236}">
                <a16:creationId xmlns:a16="http://schemas.microsoft.com/office/drawing/2014/main" id="{27CEFAB1-C3B1-1A51-26CE-704373877E39}"/>
              </a:ext>
            </a:extLst>
          </p:cNvPr>
          <p:cNvPicPr>
            <a:picLocks noGrp="1" noChangeAspect="1"/>
          </p:cNvPicPr>
          <p:nvPr>
            <p:ph idx="1"/>
          </p:nvPr>
        </p:nvPicPr>
        <p:blipFill>
          <a:blip r:embed="rId2"/>
          <a:stretch>
            <a:fillRect/>
          </a:stretch>
        </p:blipFill>
        <p:spPr>
          <a:xfrm>
            <a:off x="1121833" y="643466"/>
            <a:ext cx="9948333" cy="5571067"/>
          </a:xfrm>
          <a:prstGeom prst="rect">
            <a:avLst/>
          </a:prstGeom>
        </p:spPr>
      </p:pic>
    </p:spTree>
    <p:extLst>
      <p:ext uri="{BB962C8B-B14F-4D97-AF65-F5344CB8AC3E}">
        <p14:creationId xmlns:p14="http://schemas.microsoft.com/office/powerpoint/2010/main" val="36895430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71A30E-F0F2-D3D4-1548-003C676A95DF}"/>
              </a:ext>
            </a:extLst>
          </p:cNvPr>
          <p:cNvSpPr>
            <a:spLocks noGrp="1"/>
          </p:cNvSpPr>
          <p:nvPr>
            <p:ph type="title"/>
          </p:nvPr>
        </p:nvSpPr>
        <p:spPr>
          <a:xfrm>
            <a:off x="838200" y="365125"/>
            <a:ext cx="10515600" cy="1325563"/>
          </a:xfrm>
        </p:spPr>
        <p:txBody>
          <a:bodyPr>
            <a:normAutofit/>
          </a:bodyPr>
          <a:lstStyle/>
          <a:p>
            <a:r>
              <a:rPr lang="en-US" sz="5400"/>
              <a:t>Project Constraints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B0486E-0AEC-AF76-0F04-67D5B155B287}"/>
              </a:ext>
            </a:extLst>
          </p:cNvPr>
          <p:cNvSpPr>
            <a:spLocks noGrp="1"/>
          </p:cNvSpPr>
          <p:nvPr>
            <p:ph idx="1"/>
          </p:nvPr>
        </p:nvSpPr>
        <p:spPr>
          <a:xfrm>
            <a:off x="838200" y="1929384"/>
            <a:ext cx="10515600" cy="4251960"/>
          </a:xfrm>
        </p:spPr>
        <p:txBody>
          <a:bodyPr>
            <a:normAutofit/>
          </a:bodyPr>
          <a:lstStyle/>
          <a:p>
            <a:pPr marL="0" indent="0">
              <a:buNone/>
            </a:pPr>
            <a:r>
              <a:rPr lang="en-US" sz="1500" dirty="0"/>
              <a:t>In </a:t>
            </a:r>
            <a:r>
              <a:rPr lang="en-US" sz="1500" b="1" dirty="0"/>
              <a:t>project management</a:t>
            </a:r>
            <a:r>
              <a:rPr lang="en-US" sz="1500" dirty="0"/>
              <a:t>, </a:t>
            </a:r>
            <a:r>
              <a:rPr lang="en-US" sz="1500" b="1" dirty="0"/>
              <a:t>project constraints</a:t>
            </a:r>
            <a:r>
              <a:rPr lang="en-US" sz="1500" dirty="0"/>
              <a:t> are the limitations or boundaries within which a project must be executed. These constraints affect how the project is planned, executed, and delivered. </a:t>
            </a:r>
          </a:p>
          <a:p>
            <a:pPr marL="0" indent="0">
              <a:buNone/>
            </a:pPr>
            <a:r>
              <a:rPr lang="en-US" sz="1500" dirty="0"/>
              <a:t>Understanding and managing them is crucial for a </a:t>
            </a:r>
            <a:r>
              <a:rPr lang="en-US" sz="1500" b="1" dirty="0"/>
              <a:t>project manager</a:t>
            </a:r>
            <a:r>
              <a:rPr lang="en-US" sz="1500" dirty="0"/>
              <a:t> to ensure project success.</a:t>
            </a:r>
          </a:p>
          <a:p>
            <a:pPr marL="0" indent="0">
              <a:buNone/>
            </a:pPr>
            <a:r>
              <a:rPr lang="en-US" sz="1500" b="1" dirty="0"/>
              <a:t>Key Project Constraints</a:t>
            </a:r>
          </a:p>
          <a:p>
            <a:pPr marL="0" indent="0">
              <a:buNone/>
            </a:pPr>
            <a:r>
              <a:rPr lang="en-US" sz="1500" b="1" dirty="0"/>
              <a:t>1. Scope</a:t>
            </a:r>
          </a:p>
          <a:p>
            <a:pPr lvl="1"/>
            <a:r>
              <a:rPr lang="en-US" sz="1500" dirty="0"/>
              <a:t>What the project is supposed to deliver.</a:t>
            </a:r>
          </a:p>
          <a:p>
            <a:pPr lvl="1"/>
            <a:r>
              <a:rPr lang="en-US" sz="1500" dirty="0"/>
              <a:t>Includes features, functions, and tasks.</a:t>
            </a:r>
          </a:p>
          <a:p>
            <a:pPr lvl="1"/>
            <a:r>
              <a:rPr lang="en-US" sz="1500" b="1" dirty="0"/>
              <a:t>Example</a:t>
            </a:r>
            <a:r>
              <a:rPr lang="en-US" sz="1500" dirty="0"/>
              <a:t>: In an IT project, scope might include building a mobile app with login, payment, and tracking features.</a:t>
            </a:r>
          </a:p>
          <a:p>
            <a:pPr marL="0" indent="0">
              <a:buNone/>
            </a:pPr>
            <a:r>
              <a:rPr lang="en-US" sz="1500" b="1" dirty="0"/>
              <a:t>2. Time</a:t>
            </a:r>
          </a:p>
          <a:p>
            <a:pPr lvl="1"/>
            <a:r>
              <a:rPr lang="en-US" sz="1500" dirty="0"/>
              <a:t>The schedule or deadline for the project.</a:t>
            </a:r>
          </a:p>
          <a:p>
            <a:pPr lvl="1"/>
            <a:r>
              <a:rPr lang="en-US" sz="1500" b="1" dirty="0"/>
              <a:t>Example</a:t>
            </a:r>
            <a:r>
              <a:rPr lang="en-US" sz="1500" dirty="0"/>
              <a:t>: Delivering the app within 3 months.</a:t>
            </a:r>
          </a:p>
          <a:p>
            <a:pPr marL="0" indent="0">
              <a:buNone/>
            </a:pPr>
            <a:r>
              <a:rPr lang="en-US" sz="1500" b="1" dirty="0"/>
              <a:t>3. Cost</a:t>
            </a:r>
          </a:p>
          <a:p>
            <a:pPr lvl="1"/>
            <a:r>
              <a:rPr lang="en-US" sz="1500" dirty="0"/>
              <a:t>The budget allocated for the project.</a:t>
            </a:r>
          </a:p>
          <a:p>
            <a:pPr lvl="1"/>
            <a:r>
              <a:rPr lang="en-US" sz="1500" b="1" dirty="0"/>
              <a:t>Example</a:t>
            </a:r>
            <a:r>
              <a:rPr lang="en-US" sz="1500" dirty="0"/>
              <a:t>: The app development budget is $20,000.</a:t>
            </a:r>
          </a:p>
          <a:p>
            <a:endParaRPr lang="en-US" sz="1500" dirty="0"/>
          </a:p>
        </p:txBody>
      </p:sp>
    </p:spTree>
    <p:extLst>
      <p:ext uri="{BB962C8B-B14F-4D97-AF65-F5344CB8AC3E}">
        <p14:creationId xmlns:p14="http://schemas.microsoft.com/office/powerpoint/2010/main" val="37789599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C0F475-76D6-1867-5107-F11C0A005E7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A935C3-EFD9-12DA-9180-3F98EE3690D6}"/>
              </a:ext>
            </a:extLst>
          </p:cNvPr>
          <p:cNvSpPr>
            <a:spLocks noGrp="1"/>
          </p:cNvSpPr>
          <p:nvPr>
            <p:ph type="title"/>
          </p:nvPr>
        </p:nvSpPr>
        <p:spPr>
          <a:xfrm>
            <a:off x="838200" y="365125"/>
            <a:ext cx="10515600" cy="1325563"/>
          </a:xfrm>
        </p:spPr>
        <p:txBody>
          <a:bodyPr>
            <a:normAutofit/>
          </a:bodyPr>
          <a:lstStyle/>
          <a:p>
            <a:r>
              <a:rPr lang="en-US" sz="5400"/>
              <a:t>Project Constraints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D82E218-352F-52B6-9525-DC050DF84318}"/>
              </a:ext>
            </a:extLst>
          </p:cNvPr>
          <p:cNvSpPr>
            <a:spLocks noGrp="1"/>
          </p:cNvSpPr>
          <p:nvPr>
            <p:ph idx="1"/>
          </p:nvPr>
        </p:nvSpPr>
        <p:spPr>
          <a:xfrm>
            <a:off x="838200" y="1929384"/>
            <a:ext cx="10515600" cy="4251960"/>
          </a:xfrm>
        </p:spPr>
        <p:txBody>
          <a:bodyPr>
            <a:normAutofit/>
          </a:bodyPr>
          <a:lstStyle/>
          <a:p>
            <a:pPr marL="0" indent="0">
              <a:buNone/>
            </a:pPr>
            <a:r>
              <a:rPr lang="en-US" sz="1900" b="1" dirty="0"/>
              <a:t>4. Quality</a:t>
            </a:r>
          </a:p>
          <a:p>
            <a:pPr lvl="1"/>
            <a:r>
              <a:rPr lang="en-US" sz="1900" dirty="0"/>
              <a:t>The standard or grade of the final deliverable.</a:t>
            </a:r>
          </a:p>
          <a:p>
            <a:pPr lvl="1"/>
            <a:r>
              <a:rPr lang="en-US" sz="1900" b="1" dirty="0"/>
              <a:t>Example</a:t>
            </a:r>
            <a:r>
              <a:rPr lang="en-US" sz="1900" dirty="0"/>
              <a:t>: The app must be bug-free and user-friendly.</a:t>
            </a:r>
          </a:p>
          <a:p>
            <a:pPr marL="0" indent="0">
              <a:buNone/>
            </a:pPr>
            <a:r>
              <a:rPr lang="en-US" sz="1900" b="1" dirty="0"/>
              <a:t>5. Resources</a:t>
            </a:r>
          </a:p>
          <a:p>
            <a:pPr lvl="1"/>
            <a:r>
              <a:rPr lang="en-US" sz="1900" dirty="0"/>
              <a:t>People, equipment, and materials needed.</a:t>
            </a:r>
          </a:p>
          <a:p>
            <a:pPr lvl="1"/>
            <a:r>
              <a:rPr lang="en-US" sz="1900" b="1" dirty="0"/>
              <a:t>Example</a:t>
            </a:r>
            <a:r>
              <a:rPr lang="en-US" sz="1900" dirty="0"/>
              <a:t>: Developers, designers, and testing tools.</a:t>
            </a:r>
          </a:p>
          <a:p>
            <a:pPr marL="0" indent="0">
              <a:buNone/>
            </a:pPr>
            <a:r>
              <a:rPr lang="en-US" sz="1900" b="1" dirty="0"/>
              <a:t>6. Risk</a:t>
            </a:r>
          </a:p>
          <a:p>
            <a:pPr lvl="1"/>
            <a:r>
              <a:rPr lang="en-US" sz="1900" dirty="0"/>
              <a:t>Potential problems that could affect the project.</a:t>
            </a:r>
          </a:p>
          <a:p>
            <a:pPr lvl="1"/>
            <a:r>
              <a:rPr lang="en-US" sz="1900" b="1" dirty="0"/>
              <a:t>Example</a:t>
            </a:r>
            <a:r>
              <a:rPr lang="en-US" sz="1900" dirty="0"/>
              <a:t>: A key developer leaving mid-project or a change in client requirements.</a:t>
            </a:r>
          </a:p>
          <a:p>
            <a:pPr marL="0" indent="0">
              <a:buNone/>
            </a:pPr>
            <a:r>
              <a:rPr lang="en-US" sz="1900" b="1" dirty="0"/>
              <a:t>7. Customer Satisfaction</a:t>
            </a:r>
          </a:p>
          <a:p>
            <a:pPr lvl="1"/>
            <a:r>
              <a:rPr lang="en-US" sz="1900" dirty="0"/>
              <a:t>Meeting or exceeding stakeholder expectations.</a:t>
            </a:r>
          </a:p>
          <a:p>
            <a:pPr lvl="1"/>
            <a:r>
              <a:rPr lang="en-US" sz="1900" b="1" dirty="0"/>
              <a:t>Example</a:t>
            </a:r>
            <a:r>
              <a:rPr lang="en-US" sz="1900" dirty="0"/>
              <a:t>: The client is happy with the app’s performance and design.</a:t>
            </a:r>
          </a:p>
          <a:p>
            <a:endParaRPr lang="en-US" sz="1900" dirty="0"/>
          </a:p>
        </p:txBody>
      </p:sp>
    </p:spTree>
    <p:extLst>
      <p:ext uri="{BB962C8B-B14F-4D97-AF65-F5344CB8AC3E}">
        <p14:creationId xmlns:p14="http://schemas.microsoft.com/office/powerpoint/2010/main" val="22117941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BBB92AC-10F6-B22F-C4D9-9F4817F0B8EC}"/>
              </a:ext>
            </a:extLst>
          </p:cNvPr>
          <p:cNvPicPr>
            <a:picLocks noGrp="1" noChangeAspect="1"/>
          </p:cNvPicPr>
          <p:nvPr>
            <p:ph idx="1"/>
          </p:nvPr>
        </p:nvPicPr>
        <p:blipFill>
          <a:blip r:embed="rId2"/>
          <a:stretch>
            <a:fillRect/>
          </a:stretch>
        </p:blipFill>
        <p:spPr>
          <a:xfrm>
            <a:off x="764835" y="643466"/>
            <a:ext cx="10662329" cy="5571067"/>
          </a:xfrm>
          <a:prstGeom prst="rect">
            <a:avLst/>
          </a:prstGeom>
        </p:spPr>
      </p:pic>
    </p:spTree>
    <p:extLst>
      <p:ext uri="{BB962C8B-B14F-4D97-AF65-F5344CB8AC3E}">
        <p14:creationId xmlns:p14="http://schemas.microsoft.com/office/powerpoint/2010/main" val="13787056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white text with black text&#10;&#10;AI-generated content may be incorrect.">
            <a:extLst>
              <a:ext uri="{FF2B5EF4-FFF2-40B4-BE49-F238E27FC236}">
                <a16:creationId xmlns:a16="http://schemas.microsoft.com/office/drawing/2014/main" id="{A4351F28-FF7D-B22F-2260-1A47DFE16854}"/>
              </a:ext>
            </a:extLst>
          </p:cNvPr>
          <p:cNvPicPr>
            <a:picLocks noGrp="1" noChangeAspect="1"/>
          </p:cNvPicPr>
          <p:nvPr>
            <p:ph idx="1"/>
          </p:nvPr>
        </p:nvPicPr>
        <p:blipFill>
          <a:blip r:embed="rId2"/>
          <a:stretch>
            <a:fillRect/>
          </a:stretch>
        </p:blipFill>
        <p:spPr>
          <a:xfrm>
            <a:off x="643467" y="675470"/>
            <a:ext cx="10905066" cy="5507059"/>
          </a:xfrm>
          <a:prstGeom prst="rect">
            <a:avLst/>
          </a:prstGeom>
        </p:spPr>
      </p:pic>
    </p:spTree>
    <p:extLst>
      <p:ext uri="{BB962C8B-B14F-4D97-AF65-F5344CB8AC3E}">
        <p14:creationId xmlns:p14="http://schemas.microsoft.com/office/powerpoint/2010/main" val="14469473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close-up of a list of quality&#10;&#10;AI-generated content may be incorrect.">
            <a:extLst>
              <a:ext uri="{FF2B5EF4-FFF2-40B4-BE49-F238E27FC236}">
                <a16:creationId xmlns:a16="http://schemas.microsoft.com/office/drawing/2014/main" id="{3ED89566-2212-DFA2-10DB-36546CD36FD5}"/>
              </a:ext>
            </a:extLst>
          </p:cNvPr>
          <p:cNvPicPr>
            <a:picLocks noGrp="1" noChangeAspect="1"/>
          </p:cNvPicPr>
          <p:nvPr>
            <p:ph idx="1"/>
          </p:nvPr>
        </p:nvPicPr>
        <p:blipFill>
          <a:blip r:embed="rId2"/>
          <a:stretch>
            <a:fillRect/>
          </a:stretch>
        </p:blipFill>
        <p:spPr>
          <a:xfrm>
            <a:off x="1008267" y="643466"/>
            <a:ext cx="10175466" cy="5571067"/>
          </a:xfrm>
          <a:prstGeom prst="rect">
            <a:avLst/>
          </a:prstGeom>
        </p:spPr>
      </p:pic>
    </p:spTree>
    <p:extLst>
      <p:ext uri="{BB962C8B-B14F-4D97-AF65-F5344CB8AC3E}">
        <p14:creationId xmlns:p14="http://schemas.microsoft.com/office/powerpoint/2010/main" val="26401186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CF776-49D6-DA03-8237-A9DC604335ED}"/>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01433FAE-7E3D-448A-5AF4-1C3D2D1CE980}"/>
              </a:ext>
            </a:extLst>
          </p:cNvPr>
          <p:cNvSpPr>
            <a:spLocks noGrp="1"/>
          </p:cNvSpPr>
          <p:nvPr>
            <p:ph idx="1"/>
          </p:nvPr>
        </p:nvSpPr>
        <p:spPr/>
        <p:txBody>
          <a:bodyPr>
            <a:normAutofit fontScale="92500" lnSpcReduction="20000"/>
          </a:bodyPr>
          <a:lstStyle/>
          <a:p>
            <a:pPr marL="0" indent="0">
              <a:buNone/>
            </a:pPr>
            <a:r>
              <a:rPr lang="en-US" b="1" dirty="0"/>
              <a:t>1. What does the "Quality" constraint in project management refer to?</a:t>
            </a:r>
          </a:p>
          <a:p>
            <a:pPr marL="457200" lvl="1" indent="0">
              <a:buNone/>
            </a:pPr>
            <a:r>
              <a:rPr lang="en-US" dirty="0"/>
              <a:t>A. The number of team members</a:t>
            </a:r>
            <a:br>
              <a:rPr lang="en-US" dirty="0"/>
            </a:br>
            <a:r>
              <a:rPr lang="en-US" dirty="0"/>
              <a:t>B. The budget allocated for the project</a:t>
            </a:r>
            <a:br>
              <a:rPr lang="en-US" dirty="0"/>
            </a:br>
            <a:r>
              <a:rPr lang="en-US" dirty="0"/>
              <a:t>C. The standard or grade of the final deliverable</a:t>
            </a:r>
            <a:br>
              <a:rPr lang="en-US" dirty="0"/>
            </a:br>
            <a:r>
              <a:rPr lang="en-US" dirty="0"/>
              <a:t>D. The time taken to complete the project</a:t>
            </a:r>
          </a:p>
          <a:p>
            <a:pPr marL="0" indent="0">
              <a:buNone/>
            </a:pPr>
            <a:r>
              <a:rPr lang="en-US" b="1" dirty="0"/>
              <a:t>2. Which of the following is considered a project resource?</a:t>
            </a:r>
          </a:p>
          <a:p>
            <a:pPr marL="457200" lvl="1" indent="0">
              <a:buNone/>
            </a:pPr>
            <a:r>
              <a:rPr lang="en-US" dirty="0"/>
              <a:t>A. Project deadline</a:t>
            </a:r>
            <a:br>
              <a:rPr lang="en-US" dirty="0"/>
            </a:br>
            <a:r>
              <a:rPr lang="en-US" dirty="0"/>
              <a:t>B. Client feedback</a:t>
            </a:r>
            <a:br>
              <a:rPr lang="en-US" dirty="0"/>
            </a:br>
            <a:r>
              <a:rPr lang="en-US" dirty="0"/>
              <a:t>C. Developers and testing tools</a:t>
            </a:r>
            <a:br>
              <a:rPr lang="en-US" dirty="0"/>
            </a:br>
            <a:r>
              <a:rPr lang="en-US" dirty="0"/>
              <a:t>D. Final product features</a:t>
            </a:r>
          </a:p>
          <a:p>
            <a:pPr marL="0" indent="0">
              <a:buNone/>
            </a:pPr>
            <a:r>
              <a:rPr lang="en-US" b="1" dirty="0"/>
              <a:t>3. What is an example of a project risk?</a:t>
            </a:r>
          </a:p>
          <a:p>
            <a:pPr marL="457200" lvl="1" indent="0">
              <a:buNone/>
            </a:pPr>
            <a:r>
              <a:rPr lang="en-US" dirty="0"/>
              <a:t>A. Completing the project ahead of schedule</a:t>
            </a:r>
            <a:br>
              <a:rPr lang="en-US" dirty="0"/>
            </a:br>
            <a:r>
              <a:rPr lang="en-US" dirty="0"/>
              <a:t>B. A key developer leaving mid-project</a:t>
            </a:r>
            <a:br>
              <a:rPr lang="en-US" dirty="0"/>
            </a:br>
            <a:r>
              <a:rPr lang="en-US" dirty="0"/>
              <a:t>C. Receiving positive client feedback</a:t>
            </a:r>
            <a:br>
              <a:rPr lang="en-US" dirty="0"/>
            </a:br>
            <a:r>
              <a:rPr lang="en-US" dirty="0"/>
              <a:t>D. Having extra budget</a:t>
            </a:r>
          </a:p>
          <a:p>
            <a:endParaRPr lang="en-US" dirty="0"/>
          </a:p>
        </p:txBody>
      </p:sp>
    </p:spTree>
    <p:extLst>
      <p:ext uri="{BB962C8B-B14F-4D97-AF65-F5344CB8AC3E}">
        <p14:creationId xmlns:p14="http://schemas.microsoft.com/office/powerpoint/2010/main" val="1471160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6DE4D-5D75-519D-3725-6FC74B282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9E480-C8D8-D7D6-127B-F057054079D7}"/>
              </a:ext>
            </a:extLst>
          </p:cNvPr>
          <p:cNvSpPr>
            <a:spLocks noGrp="1"/>
          </p:cNvSpPr>
          <p:nvPr>
            <p:ph type="title"/>
          </p:nvPr>
        </p:nvSpPr>
        <p:spPr/>
        <p:txBody>
          <a:bodyPr/>
          <a:lstStyle/>
          <a:p>
            <a:r>
              <a:rPr lang="en-US" dirty="0"/>
              <a:t>MCQ</a:t>
            </a:r>
          </a:p>
        </p:txBody>
      </p:sp>
      <p:sp>
        <p:nvSpPr>
          <p:cNvPr id="3" name="Content Placeholder 2">
            <a:extLst>
              <a:ext uri="{FF2B5EF4-FFF2-40B4-BE49-F238E27FC236}">
                <a16:creationId xmlns:a16="http://schemas.microsoft.com/office/drawing/2014/main" id="{97FD62AA-1732-A338-02DE-2B0F765C31FC}"/>
              </a:ext>
            </a:extLst>
          </p:cNvPr>
          <p:cNvSpPr>
            <a:spLocks noGrp="1"/>
          </p:cNvSpPr>
          <p:nvPr>
            <p:ph idx="1"/>
          </p:nvPr>
        </p:nvSpPr>
        <p:spPr/>
        <p:txBody>
          <a:bodyPr>
            <a:normAutofit fontScale="92500" lnSpcReduction="20000"/>
          </a:bodyPr>
          <a:lstStyle/>
          <a:p>
            <a:pPr marL="0" indent="0">
              <a:buNone/>
            </a:pPr>
            <a:r>
              <a:rPr lang="en-US" b="1" dirty="0"/>
              <a:t>1. What does the "Quality" constraint in project management refer to?</a:t>
            </a:r>
          </a:p>
          <a:p>
            <a:pPr marL="457200" lvl="1" indent="0">
              <a:buNone/>
            </a:pPr>
            <a:r>
              <a:rPr lang="en-US" dirty="0"/>
              <a:t>A. The number of team members</a:t>
            </a:r>
            <a:br>
              <a:rPr lang="en-US" dirty="0"/>
            </a:br>
            <a:r>
              <a:rPr lang="en-US" dirty="0"/>
              <a:t>B. The budget allocated for the project</a:t>
            </a:r>
            <a:br>
              <a:rPr lang="en-US" dirty="0"/>
            </a:br>
            <a:r>
              <a:rPr lang="en-US" dirty="0"/>
              <a:t>C. The standard or grade of the final deliverable</a:t>
            </a:r>
            <a:br>
              <a:rPr lang="en-US" dirty="0"/>
            </a:br>
            <a:r>
              <a:rPr lang="en-US" dirty="0"/>
              <a:t>D. The time taken to complete the project</a:t>
            </a:r>
          </a:p>
          <a:p>
            <a:pPr marL="0" indent="0">
              <a:buNone/>
            </a:pPr>
            <a:r>
              <a:rPr lang="en-US" b="1" dirty="0"/>
              <a:t>2. Which of the following is considered a project resource?</a:t>
            </a:r>
          </a:p>
          <a:p>
            <a:pPr marL="457200" lvl="1" indent="0">
              <a:buNone/>
            </a:pPr>
            <a:r>
              <a:rPr lang="en-US" dirty="0"/>
              <a:t>A. Project deadline</a:t>
            </a:r>
            <a:br>
              <a:rPr lang="en-US" dirty="0"/>
            </a:br>
            <a:r>
              <a:rPr lang="en-US" dirty="0"/>
              <a:t>B. Client feedback</a:t>
            </a:r>
            <a:br>
              <a:rPr lang="en-US" dirty="0"/>
            </a:br>
            <a:r>
              <a:rPr lang="en-US" dirty="0"/>
              <a:t>C. Developers and testing tools</a:t>
            </a:r>
            <a:br>
              <a:rPr lang="en-US" dirty="0"/>
            </a:br>
            <a:r>
              <a:rPr lang="en-US" dirty="0"/>
              <a:t>D. Final product features</a:t>
            </a:r>
          </a:p>
          <a:p>
            <a:pPr marL="0" indent="0">
              <a:buNone/>
            </a:pPr>
            <a:r>
              <a:rPr lang="en-US" b="1" dirty="0"/>
              <a:t>3. What is an example of a project risk?</a:t>
            </a:r>
          </a:p>
          <a:p>
            <a:pPr marL="457200" lvl="1" indent="0">
              <a:buNone/>
            </a:pPr>
            <a:r>
              <a:rPr lang="en-US" dirty="0"/>
              <a:t>A. Completing the project ahead of schedule</a:t>
            </a:r>
            <a:br>
              <a:rPr lang="en-US" dirty="0"/>
            </a:br>
            <a:r>
              <a:rPr lang="en-US" dirty="0"/>
              <a:t>B. A key developer leaving mid-project</a:t>
            </a:r>
            <a:br>
              <a:rPr lang="en-US" dirty="0"/>
            </a:br>
            <a:r>
              <a:rPr lang="en-US" dirty="0"/>
              <a:t>C. Receiving positive client feedback</a:t>
            </a:r>
            <a:br>
              <a:rPr lang="en-US" dirty="0"/>
            </a:br>
            <a:r>
              <a:rPr lang="en-US" dirty="0"/>
              <a:t>D. Having extra budget</a:t>
            </a:r>
          </a:p>
          <a:p>
            <a:endParaRPr lang="en-US" dirty="0"/>
          </a:p>
        </p:txBody>
      </p:sp>
    </p:spTree>
    <p:extLst>
      <p:ext uri="{BB962C8B-B14F-4D97-AF65-F5344CB8AC3E}">
        <p14:creationId xmlns:p14="http://schemas.microsoft.com/office/powerpoint/2010/main" val="37093708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42CF8E-BAA0-5351-151F-53079B73F837}"/>
              </a:ext>
            </a:extLst>
          </p:cNvPr>
          <p:cNvSpPr>
            <a:spLocks noGrp="1"/>
          </p:cNvSpPr>
          <p:nvPr>
            <p:ph type="title"/>
          </p:nvPr>
        </p:nvSpPr>
        <p:spPr>
          <a:xfrm>
            <a:off x="838200" y="365125"/>
            <a:ext cx="10515600" cy="1325563"/>
          </a:xfrm>
        </p:spPr>
        <p:txBody>
          <a:bodyPr>
            <a:normAutofit/>
          </a:bodyPr>
          <a:lstStyle/>
          <a:p>
            <a:r>
              <a:rPr lang="en-US" sz="4200" b="1"/>
              <a:t>Why Are Constraints Important for a Project Manager?</a:t>
            </a:r>
            <a:endParaRPr lang="en-US" sz="42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96A2D7E-0651-513F-6EB7-45B09DFF2C0A}"/>
              </a:ext>
            </a:extLst>
          </p:cNvPr>
          <p:cNvSpPr>
            <a:spLocks noGrp="1"/>
          </p:cNvSpPr>
          <p:nvPr>
            <p:ph idx="1"/>
          </p:nvPr>
        </p:nvSpPr>
        <p:spPr>
          <a:xfrm>
            <a:off x="838200" y="1929384"/>
            <a:ext cx="10515600" cy="4251960"/>
          </a:xfrm>
        </p:spPr>
        <p:txBody>
          <a:bodyPr>
            <a:normAutofit/>
          </a:bodyPr>
          <a:lstStyle/>
          <a:p>
            <a:r>
              <a:rPr lang="en-US" sz="2200" b="1"/>
              <a:t>Helps in Planning</a:t>
            </a:r>
            <a:endParaRPr lang="en-US" sz="2200"/>
          </a:p>
          <a:p>
            <a:pPr lvl="1"/>
            <a:r>
              <a:rPr lang="en-US" sz="2200"/>
              <a:t>Knowing constraints allows better scheduling and budgeting.</a:t>
            </a:r>
          </a:p>
          <a:p>
            <a:r>
              <a:rPr lang="en-US" sz="2200" b="1"/>
              <a:t>Supports Decision-Making</a:t>
            </a:r>
            <a:endParaRPr lang="en-US" sz="2200"/>
          </a:p>
          <a:p>
            <a:pPr lvl="1"/>
            <a:r>
              <a:rPr lang="en-US" sz="2200"/>
              <a:t>Helps prioritize tasks and allocate resources wisely.</a:t>
            </a:r>
          </a:p>
          <a:p>
            <a:r>
              <a:rPr lang="en-US" sz="2200" b="1"/>
              <a:t>Improves Risk Management</a:t>
            </a:r>
            <a:endParaRPr lang="en-US" sz="2200"/>
          </a:p>
          <a:p>
            <a:pPr lvl="1"/>
            <a:r>
              <a:rPr lang="en-US" sz="2200"/>
              <a:t>Identifying constraints early helps avoid surprises.</a:t>
            </a:r>
          </a:p>
          <a:p>
            <a:r>
              <a:rPr lang="en-US" sz="2200" b="1"/>
              <a:t>Ensures Project Success</a:t>
            </a:r>
            <a:endParaRPr lang="en-US" sz="2200"/>
          </a:p>
          <a:p>
            <a:pPr lvl="1"/>
            <a:r>
              <a:rPr lang="en-US" sz="2200"/>
              <a:t>Balancing constraints leads to timely, cost-effective, and high-quality delivery.</a:t>
            </a:r>
          </a:p>
          <a:p>
            <a:r>
              <a:rPr lang="en-US" sz="2200" b="1"/>
              <a:t>Facilitates Communication</a:t>
            </a:r>
            <a:endParaRPr lang="en-US" sz="2200"/>
          </a:p>
          <a:p>
            <a:pPr lvl="1"/>
            <a:r>
              <a:rPr lang="en-US" sz="2200"/>
              <a:t>Clear understanding of constraints helps manage stakeholder expectations.</a:t>
            </a:r>
          </a:p>
          <a:p>
            <a:endParaRPr lang="en-US" sz="2200"/>
          </a:p>
        </p:txBody>
      </p:sp>
    </p:spTree>
    <p:extLst>
      <p:ext uri="{BB962C8B-B14F-4D97-AF65-F5344CB8AC3E}">
        <p14:creationId xmlns:p14="http://schemas.microsoft.com/office/powerpoint/2010/main" val="30021448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051872-084A-C8E8-146C-76E3AF8A506A}"/>
              </a:ext>
            </a:extLst>
          </p:cNvPr>
          <p:cNvSpPr>
            <a:spLocks noGrp="1"/>
          </p:cNvSpPr>
          <p:nvPr>
            <p:ph type="title"/>
          </p:nvPr>
        </p:nvSpPr>
        <p:spPr>
          <a:xfrm>
            <a:off x="838200" y="365125"/>
            <a:ext cx="10515600" cy="1325563"/>
          </a:xfrm>
        </p:spPr>
        <p:txBody>
          <a:bodyPr>
            <a:normAutofit/>
          </a:bodyPr>
          <a:lstStyle/>
          <a:p>
            <a:r>
              <a:rPr lang="en-US" sz="5400"/>
              <a:t>Example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F06BEE-ABE4-861E-25CF-7EE5081AB01D}"/>
              </a:ext>
            </a:extLst>
          </p:cNvPr>
          <p:cNvSpPr>
            <a:spLocks noGrp="1"/>
          </p:cNvSpPr>
          <p:nvPr>
            <p:ph idx="1"/>
          </p:nvPr>
        </p:nvSpPr>
        <p:spPr>
          <a:xfrm>
            <a:off x="838200" y="1929384"/>
            <a:ext cx="10515600" cy="4251960"/>
          </a:xfrm>
        </p:spPr>
        <p:txBody>
          <a:bodyPr>
            <a:normAutofit/>
          </a:bodyPr>
          <a:lstStyle/>
          <a:p>
            <a:pPr marL="0" indent="0">
              <a:buNone/>
            </a:pPr>
            <a:r>
              <a:rPr lang="en-US" sz="2200" b="1" dirty="0"/>
              <a:t>Example in IT Industry:</a:t>
            </a:r>
          </a:p>
          <a:p>
            <a:r>
              <a:rPr lang="en-US" sz="2200" b="1" dirty="0"/>
              <a:t>Project</a:t>
            </a:r>
            <a:r>
              <a:rPr lang="en-US" sz="2200" dirty="0"/>
              <a:t>: Develop an e-learning platform</a:t>
            </a:r>
          </a:p>
          <a:p>
            <a:r>
              <a:rPr lang="en-US" sz="2200" b="1" dirty="0"/>
              <a:t>Scope</a:t>
            </a:r>
            <a:r>
              <a:rPr lang="en-US" sz="2200" dirty="0"/>
              <a:t>: Video lessons, quizzes, and progress tracking</a:t>
            </a:r>
          </a:p>
          <a:p>
            <a:r>
              <a:rPr lang="en-US" sz="2200" b="1" dirty="0"/>
              <a:t>Time</a:t>
            </a:r>
            <a:r>
              <a:rPr lang="en-US" sz="2200" dirty="0"/>
              <a:t>: 4 months</a:t>
            </a:r>
          </a:p>
          <a:p>
            <a:r>
              <a:rPr lang="en-US" sz="2200" b="1" dirty="0"/>
              <a:t>Cost</a:t>
            </a:r>
            <a:r>
              <a:rPr lang="en-US" sz="2200" dirty="0"/>
              <a:t>: $50,000</a:t>
            </a:r>
          </a:p>
          <a:p>
            <a:pPr lvl="1"/>
            <a:r>
              <a:rPr lang="en-US" sz="2200" b="1" dirty="0"/>
              <a:t>Constraints</a:t>
            </a:r>
            <a:r>
              <a:rPr lang="en-US" sz="2200" dirty="0"/>
              <a:t>: Limited budget, tight deadline, and high-quality expectations</a:t>
            </a:r>
          </a:p>
          <a:p>
            <a:pPr lvl="1"/>
            <a:r>
              <a:rPr lang="en-US" sz="2200" dirty="0"/>
              <a:t>The project manager must balance these constraints — maybe by using open-source tools or hiring freelancers to stay within budget and time.</a:t>
            </a:r>
          </a:p>
          <a:p>
            <a:endParaRPr lang="en-US" sz="2200" dirty="0"/>
          </a:p>
        </p:txBody>
      </p:sp>
    </p:spTree>
    <p:extLst>
      <p:ext uri="{BB962C8B-B14F-4D97-AF65-F5344CB8AC3E}">
        <p14:creationId xmlns:p14="http://schemas.microsoft.com/office/powerpoint/2010/main" val="22271618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610F-47A4-9AF2-06A2-166D340272B3}"/>
              </a:ext>
            </a:extLst>
          </p:cNvPr>
          <p:cNvSpPr>
            <a:spLocks noGrp="1"/>
          </p:cNvSpPr>
          <p:nvPr>
            <p:ph type="title"/>
          </p:nvPr>
        </p:nvSpPr>
        <p:spPr/>
        <p:txBody>
          <a:bodyPr/>
          <a:lstStyle/>
          <a:p>
            <a:r>
              <a:rPr lang="en-US" dirty="0"/>
              <a:t>As a Project Manager, What will you do</a:t>
            </a:r>
          </a:p>
        </p:txBody>
      </p:sp>
      <p:sp>
        <p:nvSpPr>
          <p:cNvPr id="3" name="Content Placeholder 2">
            <a:extLst>
              <a:ext uri="{FF2B5EF4-FFF2-40B4-BE49-F238E27FC236}">
                <a16:creationId xmlns:a16="http://schemas.microsoft.com/office/drawing/2014/main" id="{4FD81BD0-975D-66FE-1B6A-5A6E6BCDFC13}"/>
              </a:ext>
            </a:extLst>
          </p:cNvPr>
          <p:cNvSpPr>
            <a:spLocks noGrp="1"/>
          </p:cNvSpPr>
          <p:nvPr>
            <p:ph idx="1"/>
          </p:nvPr>
        </p:nvSpPr>
        <p:spPr/>
        <p:txBody>
          <a:bodyPr>
            <a:normAutofit/>
          </a:bodyPr>
          <a:lstStyle/>
          <a:p>
            <a:pPr marL="0" indent="0">
              <a:buNone/>
            </a:pPr>
            <a:r>
              <a:rPr lang="en-US" b="1" dirty="0"/>
              <a:t>Prioritize and Refine the Scope</a:t>
            </a:r>
          </a:p>
          <a:p>
            <a:pPr lvl="1"/>
            <a:r>
              <a:rPr lang="en-US" b="1" dirty="0"/>
              <a:t>Break down features</a:t>
            </a:r>
            <a:r>
              <a:rPr lang="en-US" dirty="0"/>
              <a:t> into must-have vs. nice-to-have.</a:t>
            </a:r>
          </a:p>
          <a:p>
            <a:pPr lvl="1"/>
            <a:r>
              <a:rPr lang="en-US" dirty="0"/>
              <a:t>Focus on </a:t>
            </a:r>
            <a:r>
              <a:rPr lang="en-US" b="1" dirty="0"/>
              <a:t>core functionalities</a:t>
            </a:r>
            <a:r>
              <a:rPr lang="en-US" dirty="0"/>
              <a:t> first:</a:t>
            </a:r>
          </a:p>
          <a:p>
            <a:pPr lvl="2"/>
            <a:r>
              <a:rPr lang="en-US" dirty="0"/>
              <a:t>MVP (Minimum Viable Product): Basic video lessons, simple quizzes, and progress tracking.</a:t>
            </a:r>
          </a:p>
          <a:p>
            <a:pPr lvl="1"/>
            <a:r>
              <a:rPr lang="en-US" dirty="0"/>
              <a:t>Defer advanced features (e.g., gamification, analytics) to future phases.</a:t>
            </a:r>
          </a:p>
          <a:p>
            <a:pPr marL="0" indent="0">
              <a:buNone/>
            </a:pPr>
            <a:r>
              <a:rPr lang="en-US" b="1" dirty="0"/>
              <a:t>Agile Project Management</a:t>
            </a:r>
          </a:p>
          <a:p>
            <a:pPr lvl="1"/>
            <a:r>
              <a:rPr lang="en-US" dirty="0"/>
              <a:t>Use </a:t>
            </a:r>
            <a:r>
              <a:rPr lang="en-US" b="1" dirty="0"/>
              <a:t>Agile methodology</a:t>
            </a:r>
            <a:r>
              <a:rPr lang="en-US" dirty="0"/>
              <a:t> (e.g., Scrum) to deliver in </a:t>
            </a:r>
            <a:r>
              <a:rPr lang="en-US" b="1" dirty="0"/>
              <a:t>iterations</a:t>
            </a:r>
            <a:r>
              <a:rPr lang="en-US" dirty="0"/>
              <a:t>.</a:t>
            </a:r>
          </a:p>
          <a:p>
            <a:pPr lvl="1"/>
            <a:r>
              <a:rPr lang="en-US" dirty="0"/>
              <a:t>Break the 4-month timeline into </a:t>
            </a:r>
            <a:r>
              <a:rPr lang="en-US" b="1" dirty="0"/>
              <a:t>bi-weekly sprints</a:t>
            </a:r>
            <a:r>
              <a:rPr lang="en-US" dirty="0"/>
              <a:t>.</a:t>
            </a:r>
          </a:p>
          <a:p>
            <a:pPr lvl="1"/>
            <a:r>
              <a:rPr lang="en-US" dirty="0"/>
              <a:t>Regular reviews help ensure quality and allow for adjustments.</a:t>
            </a:r>
          </a:p>
          <a:p>
            <a:endParaRPr lang="en-US" dirty="0"/>
          </a:p>
        </p:txBody>
      </p:sp>
    </p:spTree>
    <p:extLst>
      <p:ext uri="{BB962C8B-B14F-4D97-AF65-F5344CB8AC3E}">
        <p14:creationId xmlns:p14="http://schemas.microsoft.com/office/powerpoint/2010/main" val="1457796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C945C-974F-BAA4-F48A-1B65E47FF9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7DF20-A408-1D8E-64B9-38050E92FAB4}"/>
              </a:ext>
            </a:extLst>
          </p:cNvPr>
          <p:cNvSpPr>
            <a:spLocks noGrp="1"/>
          </p:cNvSpPr>
          <p:nvPr>
            <p:ph type="title"/>
          </p:nvPr>
        </p:nvSpPr>
        <p:spPr/>
        <p:txBody>
          <a:bodyPr/>
          <a:lstStyle/>
          <a:p>
            <a:r>
              <a:rPr lang="en-US" dirty="0"/>
              <a:t>As a Project Manager, What will you do</a:t>
            </a:r>
          </a:p>
        </p:txBody>
      </p:sp>
      <p:sp>
        <p:nvSpPr>
          <p:cNvPr id="3" name="Content Placeholder 2">
            <a:extLst>
              <a:ext uri="{FF2B5EF4-FFF2-40B4-BE49-F238E27FC236}">
                <a16:creationId xmlns:a16="http://schemas.microsoft.com/office/drawing/2014/main" id="{D01A56CC-1EEE-8E40-817E-10DD9DEFBD68}"/>
              </a:ext>
            </a:extLst>
          </p:cNvPr>
          <p:cNvSpPr>
            <a:spLocks noGrp="1"/>
          </p:cNvSpPr>
          <p:nvPr>
            <p:ph idx="1"/>
          </p:nvPr>
        </p:nvSpPr>
        <p:spPr/>
        <p:txBody>
          <a:bodyPr>
            <a:normAutofit/>
          </a:bodyPr>
          <a:lstStyle/>
          <a:p>
            <a:pPr marL="0" indent="0">
              <a:buNone/>
            </a:pPr>
            <a:r>
              <a:rPr lang="en-US" b="1" dirty="0"/>
              <a:t>Smart Resource Allocation</a:t>
            </a:r>
          </a:p>
          <a:p>
            <a:pPr lvl="1"/>
            <a:r>
              <a:rPr lang="en-US" dirty="0"/>
              <a:t>Hire a </a:t>
            </a:r>
            <a:r>
              <a:rPr lang="en-US" b="1" dirty="0"/>
              <a:t>small, skilled team</a:t>
            </a:r>
            <a:r>
              <a:rPr lang="en-US" dirty="0"/>
              <a:t>:</a:t>
            </a:r>
          </a:p>
          <a:p>
            <a:pPr lvl="2"/>
            <a:r>
              <a:rPr lang="en-US" dirty="0"/>
              <a:t>1–2 developers, 1 UI/UX designer, 1 QA tester.</a:t>
            </a:r>
          </a:p>
          <a:p>
            <a:pPr lvl="1"/>
            <a:r>
              <a:rPr lang="en-US" dirty="0"/>
              <a:t>Use </a:t>
            </a:r>
            <a:r>
              <a:rPr lang="en-US" b="1" dirty="0"/>
              <a:t>open-source tools</a:t>
            </a:r>
            <a:r>
              <a:rPr lang="en-US" dirty="0"/>
              <a:t> and </a:t>
            </a:r>
            <a:r>
              <a:rPr lang="en-US" b="1" dirty="0"/>
              <a:t>cloud services</a:t>
            </a:r>
            <a:r>
              <a:rPr lang="en-US" dirty="0"/>
              <a:t> to reduce costs.</a:t>
            </a:r>
          </a:p>
          <a:p>
            <a:pPr lvl="1"/>
            <a:r>
              <a:rPr lang="en-US" dirty="0"/>
              <a:t>Consider </a:t>
            </a:r>
            <a:r>
              <a:rPr lang="en-US" b="1" dirty="0"/>
              <a:t>freelancers or outsourcing</a:t>
            </a:r>
            <a:r>
              <a:rPr lang="en-US" dirty="0"/>
              <a:t> for specialized tasks.</a:t>
            </a:r>
          </a:p>
          <a:p>
            <a:pPr marL="0" indent="0">
              <a:buNone/>
            </a:pPr>
            <a:r>
              <a:rPr lang="en-US" b="1" dirty="0"/>
              <a:t>Quality Assurance from Day One</a:t>
            </a:r>
          </a:p>
          <a:p>
            <a:pPr lvl="1"/>
            <a:r>
              <a:rPr lang="en-US" dirty="0"/>
              <a:t>Integrate </a:t>
            </a:r>
            <a:r>
              <a:rPr lang="en-US" b="1" dirty="0"/>
              <a:t>automated testing</a:t>
            </a:r>
            <a:r>
              <a:rPr lang="en-US" dirty="0"/>
              <a:t> and </a:t>
            </a:r>
            <a:r>
              <a:rPr lang="en-US" b="1" dirty="0"/>
              <a:t>code reviews</a:t>
            </a:r>
            <a:r>
              <a:rPr lang="en-US" dirty="0"/>
              <a:t> into each sprint.</a:t>
            </a:r>
          </a:p>
          <a:p>
            <a:pPr lvl="1"/>
            <a:r>
              <a:rPr lang="en-US" dirty="0"/>
              <a:t>Conduct </a:t>
            </a:r>
            <a:r>
              <a:rPr lang="en-US" b="1" dirty="0"/>
              <a:t>user testing</a:t>
            </a:r>
            <a:r>
              <a:rPr lang="en-US" dirty="0"/>
              <a:t> early to gather feedback and improve usability.</a:t>
            </a:r>
          </a:p>
          <a:p>
            <a:pPr lvl="1"/>
            <a:r>
              <a:rPr lang="en-US" dirty="0"/>
              <a:t>Maintain a </a:t>
            </a:r>
            <a:r>
              <a:rPr lang="en-US" b="1" dirty="0"/>
              <a:t>clear definition of “done”</a:t>
            </a:r>
            <a:r>
              <a:rPr lang="en-US" dirty="0"/>
              <a:t> for each feature.</a:t>
            </a:r>
          </a:p>
          <a:p>
            <a:pPr marL="0" indent="0">
              <a:buNone/>
            </a:pPr>
            <a:endParaRPr lang="en-US" dirty="0"/>
          </a:p>
        </p:txBody>
      </p:sp>
    </p:spTree>
    <p:extLst>
      <p:ext uri="{BB962C8B-B14F-4D97-AF65-F5344CB8AC3E}">
        <p14:creationId xmlns:p14="http://schemas.microsoft.com/office/powerpoint/2010/main" val="8307953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2F121-5E56-C0BE-AB23-03435D58A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B6A78-E8B2-78A5-5A76-5535F28815FB}"/>
              </a:ext>
            </a:extLst>
          </p:cNvPr>
          <p:cNvSpPr>
            <a:spLocks noGrp="1"/>
          </p:cNvSpPr>
          <p:nvPr>
            <p:ph type="title"/>
          </p:nvPr>
        </p:nvSpPr>
        <p:spPr/>
        <p:txBody>
          <a:bodyPr/>
          <a:lstStyle/>
          <a:p>
            <a:r>
              <a:rPr lang="en-US" dirty="0"/>
              <a:t>As a Project Manager, What will you do</a:t>
            </a:r>
          </a:p>
        </p:txBody>
      </p:sp>
      <p:sp>
        <p:nvSpPr>
          <p:cNvPr id="3" name="Content Placeholder 2">
            <a:extLst>
              <a:ext uri="{FF2B5EF4-FFF2-40B4-BE49-F238E27FC236}">
                <a16:creationId xmlns:a16="http://schemas.microsoft.com/office/drawing/2014/main" id="{478A1DCC-A218-A7C8-D9A8-C29B24E8FFBA}"/>
              </a:ext>
            </a:extLst>
          </p:cNvPr>
          <p:cNvSpPr>
            <a:spLocks noGrp="1"/>
          </p:cNvSpPr>
          <p:nvPr>
            <p:ph idx="1"/>
          </p:nvPr>
        </p:nvSpPr>
        <p:spPr/>
        <p:txBody>
          <a:bodyPr>
            <a:normAutofit/>
          </a:bodyPr>
          <a:lstStyle/>
          <a:p>
            <a:pPr marL="0" indent="0">
              <a:buNone/>
            </a:pPr>
            <a:r>
              <a:rPr lang="en-US" b="1" dirty="0"/>
              <a:t>Risk Management</a:t>
            </a:r>
          </a:p>
          <a:p>
            <a:pPr lvl="1"/>
            <a:r>
              <a:rPr lang="en-US" dirty="0"/>
              <a:t>Identify risks early (e.g., delays, scope creep, tech issues).</a:t>
            </a:r>
          </a:p>
          <a:p>
            <a:pPr lvl="1"/>
            <a:r>
              <a:rPr lang="en-US" dirty="0"/>
              <a:t>Create </a:t>
            </a:r>
            <a:r>
              <a:rPr lang="en-US" b="1" dirty="0"/>
              <a:t>contingency plans</a:t>
            </a:r>
            <a:r>
              <a:rPr lang="en-US" dirty="0"/>
              <a:t>:</a:t>
            </a:r>
          </a:p>
          <a:p>
            <a:pPr lvl="2"/>
            <a:r>
              <a:rPr lang="en-US" dirty="0"/>
              <a:t>Buffer time in schedule.</a:t>
            </a:r>
          </a:p>
          <a:p>
            <a:pPr lvl="2"/>
            <a:r>
              <a:rPr lang="en-US" dirty="0"/>
              <a:t>Backup resources or tools.</a:t>
            </a:r>
          </a:p>
          <a:p>
            <a:pPr lvl="1"/>
            <a:r>
              <a:rPr lang="en-US" dirty="0"/>
              <a:t>Keep stakeholders informed with </a:t>
            </a:r>
            <a:r>
              <a:rPr lang="en-US" b="1" dirty="0"/>
              <a:t>regular updates</a:t>
            </a:r>
            <a:r>
              <a:rPr lang="en-US" dirty="0"/>
              <a:t>.</a:t>
            </a:r>
          </a:p>
          <a:p>
            <a:pPr marL="0" indent="0">
              <a:buNone/>
            </a:pPr>
            <a:r>
              <a:rPr lang="en-US" b="1" dirty="0"/>
              <a:t>Stakeholder Engagement</a:t>
            </a:r>
          </a:p>
          <a:p>
            <a:pPr lvl="1"/>
            <a:r>
              <a:rPr lang="en-US" dirty="0"/>
              <a:t>Involve clients in sprint reviews and planning.</a:t>
            </a:r>
          </a:p>
          <a:p>
            <a:pPr lvl="1"/>
            <a:r>
              <a:rPr lang="en-US" dirty="0"/>
              <a:t>Use </a:t>
            </a:r>
            <a:r>
              <a:rPr lang="en-US" b="1" dirty="0"/>
              <a:t>prototypes and demos</a:t>
            </a:r>
            <a:r>
              <a:rPr lang="en-US" dirty="0"/>
              <a:t> to validate expectations.</a:t>
            </a:r>
          </a:p>
          <a:p>
            <a:pPr lvl="1"/>
            <a:r>
              <a:rPr lang="en-US" dirty="0"/>
              <a:t>Ensure </a:t>
            </a:r>
            <a:r>
              <a:rPr lang="en-US" b="1" dirty="0"/>
              <a:t>customer satisfaction</a:t>
            </a:r>
            <a:r>
              <a:rPr lang="en-US" dirty="0"/>
              <a:t> by aligning deliverables with their vision.</a:t>
            </a:r>
          </a:p>
          <a:p>
            <a:pPr marL="0" indent="0">
              <a:buNone/>
            </a:pPr>
            <a:endParaRPr lang="en-US" dirty="0"/>
          </a:p>
        </p:txBody>
      </p:sp>
    </p:spTree>
    <p:extLst>
      <p:ext uri="{BB962C8B-B14F-4D97-AF65-F5344CB8AC3E}">
        <p14:creationId xmlns:p14="http://schemas.microsoft.com/office/powerpoint/2010/main" val="25902733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DE0D13-BC61-BA81-13DB-77FBFCAE95ED}"/>
              </a:ext>
            </a:extLst>
          </p:cNvPr>
          <p:cNvSpPr>
            <a:spLocks noGrp="1"/>
          </p:cNvSpPr>
          <p:nvPr>
            <p:ph type="title"/>
          </p:nvPr>
        </p:nvSpPr>
        <p:spPr>
          <a:xfrm>
            <a:off x="838200" y="365125"/>
            <a:ext cx="10515600" cy="1325563"/>
          </a:xfrm>
        </p:spPr>
        <p:txBody>
          <a:bodyPr>
            <a:normAutofit/>
          </a:bodyPr>
          <a:lstStyle/>
          <a:p>
            <a:r>
              <a:rPr lang="en-US" sz="5400"/>
              <a:t>IT Projects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2761375-69BD-CDAA-3613-8D05FAC19544}"/>
              </a:ext>
            </a:extLst>
          </p:cNvPr>
          <p:cNvSpPr>
            <a:spLocks noGrp="1"/>
          </p:cNvSpPr>
          <p:nvPr>
            <p:ph idx="1"/>
          </p:nvPr>
        </p:nvSpPr>
        <p:spPr>
          <a:xfrm>
            <a:off x="838200" y="1929384"/>
            <a:ext cx="10515600" cy="4251960"/>
          </a:xfrm>
        </p:spPr>
        <p:txBody>
          <a:bodyPr>
            <a:normAutofit/>
          </a:bodyPr>
          <a:lstStyle/>
          <a:p>
            <a:r>
              <a:rPr lang="en-US" sz="2200" b="1"/>
              <a:t>IT (Information Technology) projects</a:t>
            </a:r>
            <a:r>
              <a:rPr lang="en-US" sz="2200"/>
              <a:t> involve the development, implementation, or maintenance of technology systems, software, or digital services.</a:t>
            </a:r>
          </a:p>
          <a:p>
            <a:r>
              <a:rPr lang="en-US" sz="2200"/>
              <a:t>An </a:t>
            </a:r>
            <a:r>
              <a:rPr lang="en-US" sz="2200" b="1"/>
              <a:t>IT project</a:t>
            </a:r>
            <a:r>
              <a:rPr lang="en-US" sz="2200"/>
              <a:t> (Information Technology project) is a </a:t>
            </a:r>
            <a:r>
              <a:rPr lang="en-US" sz="2200" b="1"/>
              <a:t>temporary effort</a:t>
            </a:r>
            <a:r>
              <a:rPr lang="en-US" sz="2200"/>
              <a:t> undertaken to create, improve, or implement a </a:t>
            </a:r>
            <a:r>
              <a:rPr lang="en-US" sz="2200" b="1"/>
              <a:t>technology-based solution</a:t>
            </a:r>
            <a:r>
              <a:rPr lang="en-US" sz="2200"/>
              <a:t>. </a:t>
            </a:r>
          </a:p>
          <a:p>
            <a:r>
              <a:rPr lang="en-US" sz="2200"/>
              <a:t>These projects typically involve </a:t>
            </a:r>
            <a:r>
              <a:rPr lang="en-US" sz="2200" b="1"/>
              <a:t>software development, hardware installation, network setup, data management</a:t>
            </a:r>
            <a:r>
              <a:rPr lang="en-US" sz="2200"/>
              <a:t>, or </a:t>
            </a:r>
            <a:r>
              <a:rPr lang="en-US" sz="2200" b="1"/>
              <a:t>digital transformation</a:t>
            </a:r>
            <a:r>
              <a:rPr lang="en-US" sz="2200"/>
              <a:t>.</a:t>
            </a:r>
          </a:p>
          <a:p>
            <a:r>
              <a:rPr lang="en-US" sz="2200" b="1"/>
              <a:t>Examples:</a:t>
            </a:r>
          </a:p>
          <a:p>
            <a:pPr lvl="1"/>
            <a:r>
              <a:rPr lang="en-US" sz="2200"/>
              <a:t>Developing a mobile app for online banking</a:t>
            </a:r>
          </a:p>
          <a:p>
            <a:pPr lvl="1"/>
            <a:r>
              <a:rPr lang="en-US" sz="2200"/>
              <a:t>Setting up a company’s cloud infrastructure</a:t>
            </a:r>
          </a:p>
          <a:p>
            <a:pPr lvl="1"/>
            <a:r>
              <a:rPr lang="en-US" sz="2200"/>
              <a:t>Creating a website for an e-commerce business</a:t>
            </a:r>
          </a:p>
          <a:p>
            <a:pPr lvl="1"/>
            <a:r>
              <a:rPr lang="en-US" sz="2200"/>
              <a:t>Implementing cybersecurity measures</a:t>
            </a:r>
          </a:p>
          <a:p>
            <a:endParaRPr lang="en-US" sz="2200"/>
          </a:p>
        </p:txBody>
      </p:sp>
    </p:spTree>
    <p:extLst>
      <p:ext uri="{BB962C8B-B14F-4D97-AF65-F5344CB8AC3E}">
        <p14:creationId xmlns:p14="http://schemas.microsoft.com/office/powerpoint/2010/main" val="27168446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37D96B-E9CE-E4C3-DFD4-132E7E7DAC1B}"/>
              </a:ext>
            </a:extLst>
          </p:cNvPr>
          <p:cNvSpPr>
            <a:spLocks noGrp="1"/>
          </p:cNvSpPr>
          <p:nvPr>
            <p:ph type="title"/>
          </p:nvPr>
        </p:nvSpPr>
        <p:spPr>
          <a:xfrm>
            <a:off x="838200" y="365125"/>
            <a:ext cx="10515600" cy="1325563"/>
          </a:xfrm>
        </p:spPr>
        <p:txBody>
          <a:bodyPr>
            <a:normAutofit/>
          </a:bodyPr>
          <a:lstStyle/>
          <a:p>
            <a:r>
              <a:rPr lang="en-US" sz="5400"/>
              <a:t>IT Projects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8067E8-D4B4-9AF7-1E2A-7DF81EB53EB3}"/>
              </a:ext>
            </a:extLst>
          </p:cNvPr>
          <p:cNvSpPr>
            <a:spLocks noGrp="1"/>
          </p:cNvSpPr>
          <p:nvPr>
            <p:ph idx="1"/>
          </p:nvPr>
        </p:nvSpPr>
        <p:spPr>
          <a:xfrm>
            <a:off x="838200" y="1929384"/>
            <a:ext cx="10515600" cy="4251960"/>
          </a:xfrm>
        </p:spPr>
        <p:txBody>
          <a:bodyPr>
            <a:normAutofit/>
          </a:bodyPr>
          <a:lstStyle/>
          <a:p>
            <a:pPr marL="0" indent="0">
              <a:buNone/>
            </a:pPr>
            <a:r>
              <a:rPr lang="en-US" sz="2200" b="1"/>
              <a:t>Key Characteristics of IT Projects</a:t>
            </a:r>
          </a:p>
          <a:p>
            <a:r>
              <a:rPr lang="en-US" sz="2200" b="1"/>
              <a:t>Technology-Focused</a:t>
            </a:r>
            <a:endParaRPr lang="en-US" sz="2200"/>
          </a:p>
          <a:p>
            <a:pPr lvl="1"/>
            <a:r>
              <a:rPr lang="en-US" sz="2200"/>
              <a:t>Involves computers, software, networks, or digital systems.</a:t>
            </a:r>
          </a:p>
          <a:p>
            <a:r>
              <a:rPr lang="en-US" sz="2200" b="1"/>
              <a:t>Goal-Oriented</a:t>
            </a:r>
            <a:endParaRPr lang="en-US" sz="2200"/>
          </a:p>
          <a:p>
            <a:pPr lvl="1"/>
            <a:r>
              <a:rPr lang="en-US" sz="2200"/>
              <a:t>Aims to solve a problem or improve efficiency using technology.</a:t>
            </a:r>
          </a:p>
          <a:p>
            <a:r>
              <a:rPr lang="en-US" sz="2200" b="1"/>
              <a:t>Temporary</a:t>
            </a:r>
            <a:endParaRPr lang="en-US" sz="2200"/>
          </a:p>
          <a:p>
            <a:pPr lvl="1"/>
            <a:r>
              <a:rPr lang="en-US" sz="2200"/>
              <a:t>Has a defined start and end date.</a:t>
            </a:r>
          </a:p>
          <a:p>
            <a:r>
              <a:rPr lang="en-US" sz="2200" b="1"/>
              <a:t>Unique Deliverables</a:t>
            </a:r>
            <a:endParaRPr lang="en-US" sz="2200"/>
          </a:p>
          <a:p>
            <a:pPr lvl="1"/>
            <a:r>
              <a:rPr lang="en-US" sz="2200"/>
              <a:t>Produces a new app, system, website, or IT infrastructure.</a:t>
            </a:r>
          </a:p>
          <a:p>
            <a:endParaRPr lang="en-US" sz="2200"/>
          </a:p>
        </p:txBody>
      </p:sp>
    </p:spTree>
    <p:extLst>
      <p:ext uri="{BB962C8B-B14F-4D97-AF65-F5344CB8AC3E}">
        <p14:creationId xmlns:p14="http://schemas.microsoft.com/office/powerpoint/2010/main" val="28627151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9748A2-A321-A334-8D04-43480DB3A4F6}"/>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400" kern="1200">
                <a:solidFill>
                  <a:schemeClr val="tx1"/>
                </a:solidFill>
                <a:latin typeface="+mj-lt"/>
                <a:ea typeface="+mj-ea"/>
                <a:cs typeface="+mj-cs"/>
              </a:rPr>
              <a:t>IT Projects</a:t>
            </a:r>
          </a:p>
        </p:txBody>
      </p:sp>
      <p:sp>
        <p:nvSpPr>
          <p:cNvPr id="2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610268B2-8589-5F89-B9C5-FD874FFA9F75}"/>
              </a:ext>
            </a:extLst>
          </p:cNvPr>
          <p:cNvSpPr>
            <a:spLocks noChangeArrowheads="1"/>
          </p:cNvSpPr>
          <p:nvPr/>
        </p:nvSpPr>
        <p:spPr bwMode="auto">
          <a:xfrm>
            <a:off x="630936" y="2660904"/>
            <a:ext cx="4818888" cy="354787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2200" b="1" i="0" u="none" strike="noStrike" cap="none" normalizeH="0" baseline="0">
                <a:ln>
                  <a:noFill/>
                </a:ln>
                <a:effectLst/>
                <a:latin typeface="+mn-lt"/>
              </a:rPr>
              <a:t>🔧 Examples of IT Projects</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n-US" sz="2200" b="0" i="0" u="none" strike="noStrike" cap="none" normalizeH="0" baseline="0">
              <a:ln>
                <a:noFill/>
              </a:ln>
              <a:effectLst/>
              <a:latin typeface="+mn-lt"/>
            </a:endParaRPr>
          </a:p>
        </p:txBody>
      </p:sp>
      <p:graphicFrame>
        <p:nvGraphicFramePr>
          <p:cNvPr id="4" name="Content Placeholder 3">
            <a:extLst>
              <a:ext uri="{FF2B5EF4-FFF2-40B4-BE49-F238E27FC236}">
                <a16:creationId xmlns:a16="http://schemas.microsoft.com/office/drawing/2014/main" id="{D2E869DB-3D89-DC22-77B2-2A7787910482}"/>
              </a:ext>
            </a:extLst>
          </p:cNvPr>
          <p:cNvGraphicFramePr>
            <a:graphicFrameLocks noGrp="1"/>
          </p:cNvGraphicFramePr>
          <p:nvPr>
            <p:ph idx="1"/>
            <p:extLst>
              <p:ext uri="{D42A27DB-BD31-4B8C-83A1-F6EECF244321}">
                <p14:modId xmlns:p14="http://schemas.microsoft.com/office/powerpoint/2010/main" val="1351753565"/>
              </p:ext>
            </p:extLst>
          </p:nvPr>
        </p:nvGraphicFramePr>
        <p:xfrm>
          <a:off x="6099048" y="1025916"/>
          <a:ext cx="5458969" cy="4806172"/>
        </p:xfrm>
        <a:graphic>
          <a:graphicData uri="http://schemas.openxmlformats.org/drawingml/2006/table">
            <a:tbl>
              <a:tblPr firstRow="1" bandRow="1"/>
              <a:tblGrid>
                <a:gridCol w="2458444">
                  <a:extLst>
                    <a:ext uri="{9D8B030D-6E8A-4147-A177-3AD203B41FA5}">
                      <a16:colId xmlns:a16="http://schemas.microsoft.com/office/drawing/2014/main" val="3167141595"/>
                    </a:ext>
                  </a:extLst>
                </a:gridCol>
                <a:gridCol w="3000525">
                  <a:extLst>
                    <a:ext uri="{9D8B030D-6E8A-4147-A177-3AD203B41FA5}">
                      <a16:colId xmlns:a16="http://schemas.microsoft.com/office/drawing/2014/main" val="2952382924"/>
                    </a:ext>
                  </a:extLst>
                </a:gridCol>
              </a:tblGrid>
              <a:tr h="378799">
                <a:tc>
                  <a:txBody>
                    <a:bodyPr/>
                    <a:lstStyle/>
                    <a:p>
                      <a:pPr algn="l" fontAlgn="t">
                        <a:buNone/>
                      </a:pPr>
                      <a:r>
                        <a:rPr lang="en-US" sz="1700" b="1">
                          <a:effectLst/>
                        </a:rPr>
                        <a:t>Project Type</a:t>
                      </a:r>
                      <a:endParaRPr lang="en-US" sz="1700" b="0">
                        <a:effectLst/>
                      </a:endParaRP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en-US" sz="1700" b="1">
                          <a:effectLst/>
                        </a:rPr>
                        <a:t>Example</a:t>
                      </a:r>
                      <a:endParaRPr lang="en-US" sz="1700" b="0">
                        <a:effectLst/>
                      </a:endParaRP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569635203"/>
                  </a:ext>
                </a:extLst>
              </a:tr>
              <a:tr h="633342">
                <a:tc>
                  <a:txBody>
                    <a:bodyPr/>
                    <a:lstStyle/>
                    <a:p>
                      <a:pPr algn="l" fontAlgn="t">
                        <a:buNone/>
                      </a:pPr>
                      <a:r>
                        <a:rPr lang="en-US" sz="1700">
                          <a:effectLst/>
                        </a:rPr>
                        <a:t>Software Development</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700">
                          <a:effectLst/>
                        </a:rPr>
                        <a:t>Creating a mobile app for online shopping</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4084170095"/>
                  </a:ext>
                </a:extLst>
              </a:tr>
              <a:tr h="633342">
                <a:tc>
                  <a:txBody>
                    <a:bodyPr/>
                    <a:lstStyle/>
                    <a:p>
                      <a:pPr algn="l" fontAlgn="t">
                        <a:buNone/>
                      </a:pPr>
                      <a:r>
                        <a:rPr lang="en-US" sz="1700">
                          <a:effectLst/>
                        </a:rPr>
                        <a:t>Website Design</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700">
                          <a:effectLst/>
                        </a:rPr>
                        <a:t>Building a school website with student portals</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997931038"/>
                  </a:ext>
                </a:extLst>
              </a:tr>
              <a:tr h="633342">
                <a:tc>
                  <a:txBody>
                    <a:bodyPr/>
                    <a:lstStyle/>
                    <a:p>
                      <a:pPr algn="l" fontAlgn="t">
                        <a:buNone/>
                      </a:pPr>
                      <a:r>
                        <a:rPr lang="en-US" sz="1700">
                          <a:effectLst/>
                        </a:rPr>
                        <a:t>System Implementation</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700">
                          <a:effectLst/>
                        </a:rPr>
                        <a:t>Installing an ERP system in a manufacturing company</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201050566"/>
                  </a:ext>
                </a:extLst>
              </a:tr>
              <a:tr h="633342">
                <a:tc>
                  <a:txBody>
                    <a:bodyPr/>
                    <a:lstStyle/>
                    <a:p>
                      <a:pPr algn="l" fontAlgn="t">
                        <a:buNone/>
                      </a:pPr>
                      <a:r>
                        <a:rPr lang="en-US" sz="1700">
                          <a:effectLst/>
                        </a:rPr>
                        <a:t>Network Setup</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700">
                          <a:effectLst/>
                        </a:rPr>
                        <a:t>Setting up Wi-Fi and servers in a new office</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846666885"/>
                  </a:ext>
                </a:extLst>
              </a:tr>
              <a:tr h="633342">
                <a:tc>
                  <a:txBody>
                    <a:bodyPr/>
                    <a:lstStyle/>
                    <a:p>
                      <a:pPr algn="l" fontAlgn="t">
                        <a:buNone/>
                      </a:pPr>
                      <a:r>
                        <a:rPr lang="en-US" sz="1700">
                          <a:effectLst/>
                        </a:rPr>
                        <a:t>Cybersecurity Enhancement</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700">
                          <a:effectLst/>
                        </a:rPr>
                        <a:t>Implementing firewalls and encryption protocols</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579868043"/>
                  </a:ext>
                </a:extLst>
              </a:tr>
              <a:tr h="633342">
                <a:tc>
                  <a:txBody>
                    <a:bodyPr/>
                    <a:lstStyle/>
                    <a:p>
                      <a:pPr algn="l" fontAlgn="t">
                        <a:buNone/>
                      </a:pPr>
                      <a:r>
                        <a:rPr lang="en-US" sz="1700">
                          <a:effectLst/>
                        </a:rPr>
                        <a:t>Data Migration</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700">
                          <a:effectLst/>
                        </a:rPr>
                        <a:t>Moving data from old systems to cloud storage</a:t>
                      </a:r>
                    </a:p>
                  </a:txBody>
                  <a:tcPr marL="72254" marR="48169" marT="48169" marB="4214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442533773"/>
                  </a:ext>
                </a:extLst>
              </a:tr>
              <a:tr h="627321">
                <a:tc>
                  <a:txBody>
                    <a:bodyPr/>
                    <a:lstStyle/>
                    <a:p>
                      <a:pPr algn="l" fontAlgn="t">
                        <a:buNone/>
                      </a:pPr>
                      <a:r>
                        <a:rPr lang="en-US" sz="1700">
                          <a:effectLst/>
                        </a:rPr>
                        <a:t>IT Support Automation</a:t>
                      </a:r>
                    </a:p>
                  </a:txBody>
                  <a:tcPr marL="72254" marR="48169" marT="48169" marB="36127">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700">
                          <a:effectLst/>
                        </a:rPr>
                        <a:t>Developing a chatbot for customer service</a:t>
                      </a:r>
                    </a:p>
                  </a:txBody>
                  <a:tcPr marL="72254" marR="48169" marT="48169" marB="36127">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624698615"/>
                  </a:ext>
                </a:extLst>
              </a:tr>
            </a:tbl>
          </a:graphicData>
        </a:graphic>
      </p:graphicFrame>
    </p:spTree>
    <p:extLst>
      <p:ext uri="{BB962C8B-B14F-4D97-AF65-F5344CB8AC3E}">
        <p14:creationId xmlns:p14="http://schemas.microsoft.com/office/powerpoint/2010/main" val="14279477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85CF22-C428-AAC0-09D3-7360EADCAA91}"/>
              </a:ext>
            </a:extLst>
          </p:cNvPr>
          <p:cNvSpPr>
            <a:spLocks noGrp="1"/>
          </p:cNvSpPr>
          <p:nvPr>
            <p:ph type="title"/>
          </p:nvPr>
        </p:nvSpPr>
        <p:spPr>
          <a:xfrm>
            <a:off x="808638" y="386930"/>
            <a:ext cx="9236700" cy="1188950"/>
          </a:xfrm>
        </p:spPr>
        <p:txBody>
          <a:bodyPr anchor="b">
            <a:normAutofit/>
          </a:bodyPr>
          <a:lstStyle/>
          <a:p>
            <a:r>
              <a:rPr lang="en-US" sz="5400" b="1"/>
              <a:t>Traditional Projects</a:t>
            </a:r>
            <a:endParaRPr lang="en-US"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672E226-39C3-46D9-80D1-F188F9FB3C79}"/>
              </a:ext>
            </a:extLst>
          </p:cNvPr>
          <p:cNvSpPr>
            <a:spLocks noGrp="1"/>
          </p:cNvSpPr>
          <p:nvPr>
            <p:ph idx="1"/>
          </p:nvPr>
        </p:nvSpPr>
        <p:spPr>
          <a:xfrm>
            <a:off x="793660" y="2599509"/>
            <a:ext cx="10143668" cy="3435531"/>
          </a:xfrm>
        </p:spPr>
        <p:txBody>
          <a:bodyPr anchor="ctr">
            <a:normAutofit/>
          </a:bodyPr>
          <a:lstStyle/>
          <a:p>
            <a:r>
              <a:rPr lang="en-US" sz="2400" b="1"/>
              <a:t>Traditional projects</a:t>
            </a:r>
            <a:r>
              <a:rPr lang="en-US" sz="2400"/>
              <a:t> are non-IT projects, often involving physical construction, manufacturing, or other tangible outcomes.</a:t>
            </a:r>
          </a:p>
          <a:p>
            <a:r>
              <a:rPr lang="en-US" sz="2400" b="1"/>
              <a:t>Examples:</a:t>
            </a:r>
          </a:p>
          <a:p>
            <a:pPr lvl="1"/>
            <a:r>
              <a:rPr lang="en-US" dirty="0"/>
              <a:t>Building a bridge or a hospital</a:t>
            </a:r>
          </a:p>
          <a:p>
            <a:pPr lvl="1"/>
            <a:r>
              <a:rPr lang="en-US" dirty="0"/>
              <a:t>Organizing a cultural event</a:t>
            </a:r>
          </a:p>
          <a:p>
            <a:pPr lvl="1"/>
            <a:r>
              <a:rPr lang="en-US" dirty="0"/>
              <a:t>Manufacturing a new product line</a:t>
            </a:r>
          </a:p>
          <a:p>
            <a:pPr lvl="1"/>
            <a:r>
              <a:rPr lang="en-US" dirty="0"/>
              <a:t>Installing a water supply system in a village</a:t>
            </a:r>
          </a:p>
          <a:p>
            <a:endParaRPr lang="en-US" sz="2400"/>
          </a:p>
        </p:txBody>
      </p:sp>
    </p:spTree>
    <p:extLst>
      <p:ext uri="{BB962C8B-B14F-4D97-AF65-F5344CB8AC3E}">
        <p14:creationId xmlns:p14="http://schemas.microsoft.com/office/powerpoint/2010/main" val="13180807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4" name="Rectangle 2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457397-AA58-FA4F-B940-8A5019C7DB3E}"/>
              </a:ext>
            </a:extLst>
          </p:cNvPr>
          <p:cNvSpPr>
            <a:spLocks noGrp="1"/>
          </p:cNvSpPr>
          <p:nvPr>
            <p:ph type="title"/>
          </p:nvPr>
        </p:nvSpPr>
        <p:spPr>
          <a:xfrm>
            <a:off x="1043631" y="809898"/>
            <a:ext cx="10173010" cy="1554480"/>
          </a:xfrm>
        </p:spPr>
        <p:txBody>
          <a:bodyPr anchor="ctr">
            <a:normAutofit/>
          </a:bodyPr>
          <a:lstStyle/>
          <a:p>
            <a:r>
              <a:rPr lang="en-US" sz="4800"/>
              <a:t>IT Projects vs Traditional Projects</a:t>
            </a:r>
          </a:p>
        </p:txBody>
      </p:sp>
      <p:cxnSp>
        <p:nvCxnSpPr>
          <p:cNvPr id="30" name="Straight Connector 2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3723D2ED-6B1F-DFA6-5BA7-EFEBE8D21E9A}"/>
              </a:ext>
            </a:extLst>
          </p:cNvPr>
          <p:cNvGraphicFramePr>
            <a:graphicFrameLocks noGrp="1"/>
          </p:cNvGraphicFramePr>
          <p:nvPr>
            <p:ph idx="1"/>
            <p:extLst>
              <p:ext uri="{D42A27DB-BD31-4B8C-83A1-F6EECF244321}">
                <p14:modId xmlns:p14="http://schemas.microsoft.com/office/powerpoint/2010/main" val="3697873922"/>
              </p:ext>
            </p:extLst>
          </p:nvPr>
        </p:nvGraphicFramePr>
        <p:xfrm>
          <a:off x="1577212" y="3017519"/>
          <a:ext cx="9033221" cy="3209907"/>
        </p:xfrm>
        <a:graphic>
          <a:graphicData uri="http://schemas.openxmlformats.org/drawingml/2006/table">
            <a:tbl>
              <a:tblPr firstRow="1" bandRow="1"/>
              <a:tblGrid>
                <a:gridCol w="2860260">
                  <a:extLst>
                    <a:ext uri="{9D8B030D-6E8A-4147-A177-3AD203B41FA5}">
                      <a16:colId xmlns:a16="http://schemas.microsoft.com/office/drawing/2014/main" val="471301750"/>
                    </a:ext>
                  </a:extLst>
                </a:gridCol>
                <a:gridCol w="3075782">
                  <a:extLst>
                    <a:ext uri="{9D8B030D-6E8A-4147-A177-3AD203B41FA5}">
                      <a16:colId xmlns:a16="http://schemas.microsoft.com/office/drawing/2014/main" val="184097144"/>
                    </a:ext>
                  </a:extLst>
                </a:gridCol>
                <a:gridCol w="3097179">
                  <a:extLst>
                    <a:ext uri="{9D8B030D-6E8A-4147-A177-3AD203B41FA5}">
                      <a16:colId xmlns:a16="http://schemas.microsoft.com/office/drawing/2014/main" val="2332719305"/>
                    </a:ext>
                  </a:extLst>
                </a:gridCol>
              </a:tblGrid>
              <a:tr h="292604">
                <a:tc>
                  <a:txBody>
                    <a:bodyPr/>
                    <a:lstStyle/>
                    <a:p>
                      <a:pPr algn="l" fontAlgn="t">
                        <a:buNone/>
                      </a:pPr>
                      <a:r>
                        <a:rPr lang="en-US" sz="1300" b="1" i="0" u="none" strike="noStrike">
                          <a:effectLst/>
                          <a:latin typeface="Arial" panose="020B0604020202020204" pitchFamily="34" charset="0"/>
                        </a:rPr>
                        <a:t>Aspect</a:t>
                      </a:r>
                      <a:endParaRPr lang="en-US" sz="1300" b="0" i="0" u="none" strike="noStrike">
                        <a:effectLst/>
                        <a:latin typeface="Arial" panose="020B0604020202020204" pitchFamily="34" charset="0"/>
                      </a:endParaRP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en-US" sz="1300" b="1" i="0" u="none" strike="noStrike">
                          <a:effectLst/>
                          <a:latin typeface="Arial" panose="020B0604020202020204" pitchFamily="34" charset="0"/>
                        </a:rPr>
                        <a:t>IT Projects</a:t>
                      </a:r>
                      <a:endParaRPr lang="en-US" sz="1300" b="0" i="0" u="none" strike="noStrike">
                        <a:effectLst/>
                        <a:latin typeface="Arial" panose="020B0604020202020204" pitchFamily="34" charset="0"/>
                      </a:endParaRP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en-US" sz="1300" b="1" i="0" u="none" strike="noStrike">
                          <a:effectLst/>
                          <a:latin typeface="Arial" panose="020B0604020202020204" pitchFamily="34" charset="0"/>
                        </a:rPr>
                        <a:t>Traditional Projects</a:t>
                      </a:r>
                      <a:endParaRPr lang="en-US" sz="1300" b="0" i="0" u="none" strike="noStrike">
                        <a:effectLst/>
                        <a:latin typeface="Arial" panose="020B0604020202020204" pitchFamily="34" charset="0"/>
                      </a:endParaRP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173394414"/>
                  </a:ext>
                </a:extLst>
              </a:tr>
              <a:tr h="292604">
                <a:tc>
                  <a:txBody>
                    <a:bodyPr/>
                    <a:lstStyle/>
                    <a:p>
                      <a:pPr algn="l" fontAlgn="t">
                        <a:buNone/>
                      </a:pPr>
                      <a:r>
                        <a:rPr lang="en-US" sz="1300" b="1" i="0" u="none" strike="noStrike">
                          <a:effectLst/>
                          <a:latin typeface="Arial" panose="020B0604020202020204" pitchFamily="34" charset="0"/>
                        </a:rPr>
                        <a:t>Nature of Work</a:t>
                      </a:r>
                      <a:endParaRPr lang="en-US" sz="1300" b="0" i="0" u="none" strike="noStrike">
                        <a:effectLst/>
                        <a:latin typeface="Arial" panose="020B0604020202020204" pitchFamily="34" charset="0"/>
                      </a:endParaRP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Digital, software-based</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Physical, construction or manufacturing</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046367259"/>
                  </a:ext>
                </a:extLst>
              </a:tr>
              <a:tr h="292604">
                <a:tc>
                  <a:txBody>
                    <a:bodyPr/>
                    <a:lstStyle/>
                    <a:p>
                      <a:pPr algn="l" fontAlgn="t">
                        <a:buNone/>
                      </a:pPr>
                      <a:r>
                        <a:rPr lang="en-US" sz="1300" b="1" i="0" u="none" strike="noStrike">
                          <a:effectLst/>
                          <a:latin typeface="Arial" panose="020B0604020202020204" pitchFamily="34" charset="0"/>
                        </a:rPr>
                        <a:t>Deliverables</a:t>
                      </a:r>
                      <a:endParaRPr lang="en-US" sz="1300" b="0" i="0" u="none" strike="noStrike">
                        <a:effectLst/>
                        <a:latin typeface="Arial" panose="020B0604020202020204" pitchFamily="34" charset="0"/>
                      </a:endParaRP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Apps, websites, systems</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Buildings, products, infrastructure</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229293183"/>
                  </a:ext>
                </a:extLst>
              </a:tr>
              <a:tr h="486223">
                <a:tc>
                  <a:txBody>
                    <a:bodyPr/>
                    <a:lstStyle/>
                    <a:p>
                      <a:pPr algn="l" fontAlgn="t">
                        <a:buNone/>
                      </a:pPr>
                      <a:r>
                        <a:rPr lang="en-US" sz="1300" b="1" i="0" u="none" strike="noStrike">
                          <a:effectLst/>
                          <a:latin typeface="Arial" panose="020B0604020202020204" pitchFamily="34" charset="0"/>
                        </a:rPr>
                        <a:t>Tools Used</a:t>
                      </a:r>
                      <a:endParaRPr lang="en-US" sz="1300" b="0" i="0" u="none" strike="noStrike">
                        <a:effectLst/>
                        <a:latin typeface="Arial" panose="020B0604020202020204" pitchFamily="34" charset="0"/>
                      </a:endParaRP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Programming languages, databases, cloud platforms</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Construction tools, machinery, engineering equipment</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7113762"/>
                  </a:ext>
                </a:extLst>
              </a:tr>
              <a:tr h="486223">
                <a:tc>
                  <a:txBody>
                    <a:bodyPr/>
                    <a:lstStyle/>
                    <a:p>
                      <a:pPr algn="l" fontAlgn="t">
                        <a:buNone/>
                      </a:pPr>
                      <a:r>
                        <a:rPr lang="en-US" sz="1300" b="1" i="0" u="none" strike="noStrike">
                          <a:effectLst/>
                          <a:latin typeface="Arial" panose="020B0604020202020204" pitchFamily="34" charset="0"/>
                        </a:rPr>
                        <a:t>Flexibility</a:t>
                      </a:r>
                      <a:endParaRPr lang="en-US" sz="1300" b="0" i="0" u="none" strike="noStrike">
                        <a:effectLst/>
                        <a:latin typeface="Arial" panose="020B0604020202020204" pitchFamily="34" charset="0"/>
                      </a:endParaRP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High – Agile methods allow changes during execution</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Low – Changes are costly and harder to implement</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2395481107"/>
                  </a:ext>
                </a:extLst>
              </a:tr>
              <a:tr h="292604">
                <a:tc>
                  <a:txBody>
                    <a:bodyPr/>
                    <a:lstStyle/>
                    <a:p>
                      <a:pPr algn="l" fontAlgn="t">
                        <a:buNone/>
                      </a:pPr>
                      <a:r>
                        <a:rPr lang="en-US" sz="1300" b="1" i="0" u="none" strike="noStrike">
                          <a:effectLst/>
                          <a:latin typeface="Arial" panose="020B0604020202020204" pitchFamily="34" charset="0"/>
                        </a:rPr>
                        <a:t>Team Composition</a:t>
                      </a:r>
                      <a:endParaRPr lang="en-US" sz="1300" b="0" i="0" u="none" strike="noStrike">
                        <a:effectLst/>
                        <a:latin typeface="Arial" panose="020B0604020202020204" pitchFamily="34" charset="0"/>
                      </a:endParaRP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Developers, designers, testers</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Engineers, architects, laborers</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2658856706"/>
                  </a:ext>
                </a:extLst>
              </a:tr>
              <a:tr h="292604">
                <a:tc>
                  <a:txBody>
                    <a:bodyPr/>
                    <a:lstStyle/>
                    <a:p>
                      <a:pPr algn="l" fontAlgn="t">
                        <a:buNone/>
                      </a:pPr>
                      <a:r>
                        <a:rPr lang="en-US" sz="1300" b="1" i="0" u="none" strike="noStrike">
                          <a:effectLst/>
                          <a:latin typeface="Arial" panose="020B0604020202020204" pitchFamily="34" charset="0"/>
                        </a:rPr>
                        <a:t>Testing</a:t>
                      </a:r>
                      <a:endParaRPr lang="en-US" sz="1300" b="0" i="0" u="none" strike="noStrike">
                        <a:effectLst/>
                        <a:latin typeface="Arial" panose="020B0604020202020204" pitchFamily="34" charset="0"/>
                      </a:endParaRP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Virtual testing (QA, debugging)</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Physical inspection and safety checks</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4130889828"/>
                  </a:ext>
                </a:extLst>
              </a:tr>
              <a:tr h="292604">
                <a:tc>
                  <a:txBody>
                    <a:bodyPr/>
                    <a:lstStyle/>
                    <a:p>
                      <a:pPr algn="l" fontAlgn="t">
                        <a:buNone/>
                      </a:pPr>
                      <a:r>
                        <a:rPr lang="en-US" sz="1300" b="1" i="0" u="none" strike="noStrike">
                          <a:effectLst/>
                          <a:latin typeface="Arial" panose="020B0604020202020204" pitchFamily="34" charset="0"/>
                        </a:rPr>
                        <a:t>Risk Factors</a:t>
                      </a:r>
                      <a:endParaRPr lang="en-US" sz="1300" b="0" i="0" u="none" strike="noStrike">
                        <a:effectLst/>
                        <a:latin typeface="Arial" panose="020B0604020202020204" pitchFamily="34" charset="0"/>
                      </a:endParaRP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Bugs, security issues, tech failures</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Weather, material delays, safety hazards</a:t>
                      </a:r>
                    </a:p>
                  </a:txBody>
                  <a:tcPr marL="52634" marR="35089" marT="35089" marB="3070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310555790"/>
                  </a:ext>
                </a:extLst>
              </a:tr>
              <a:tr h="481837">
                <a:tc>
                  <a:txBody>
                    <a:bodyPr/>
                    <a:lstStyle/>
                    <a:p>
                      <a:pPr algn="l" fontAlgn="t">
                        <a:buNone/>
                      </a:pPr>
                      <a:r>
                        <a:rPr lang="en-US" sz="1300" b="1" i="0" u="none" strike="noStrike">
                          <a:effectLst/>
                          <a:latin typeface="Arial" panose="020B0604020202020204" pitchFamily="34" charset="0"/>
                        </a:rPr>
                        <a:t>Project Management</a:t>
                      </a:r>
                      <a:endParaRPr lang="en-US" sz="1300" b="0" i="0" u="none" strike="noStrike">
                        <a:effectLst/>
                        <a:latin typeface="Arial" panose="020B0604020202020204" pitchFamily="34" charset="0"/>
                      </a:endParaRPr>
                    </a:p>
                  </a:txBody>
                  <a:tcPr marL="52634" marR="35089" marT="35089" marB="26317">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Often uses Agile, Scrum, or DevOps</a:t>
                      </a:r>
                    </a:p>
                  </a:txBody>
                  <a:tcPr marL="52634" marR="35089" marT="35089" marB="26317">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300" b="0" i="0" u="none" strike="noStrike">
                          <a:effectLst/>
                          <a:latin typeface="Arial" panose="020B0604020202020204" pitchFamily="34" charset="0"/>
                        </a:rPr>
                        <a:t>Often uses Waterfall or traditional PM methods</a:t>
                      </a:r>
                    </a:p>
                  </a:txBody>
                  <a:tcPr marL="52634" marR="35089" marT="35089" marB="26317">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2185900967"/>
                  </a:ext>
                </a:extLst>
              </a:tr>
            </a:tbl>
          </a:graphicData>
        </a:graphic>
      </p:graphicFrame>
    </p:spTree>
    <p:extLst>
      <p:ext uri="{BB962C8B-B14F-4D97-AF65-F5344CB8AC3E}">
        <p14:creationId xmlns:p14="http://schemas.microsoft.com/office/powerpoint/2010/main" val="29350704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75577D0-B1A8-C460-4A63-5D0981215EAC}"/>
              </a:ext>
            </a:extLst>
          </p:cNvPr>
          <p:cNvPicPr>
            <a:picLocks noChangeAspect="1"/>
          </p:cNvPicPr>
          <p:nvPr/>
        </p:nvPicPr>
        <p:blipFill>
          <a:blip r:embed="rId2">
            <a:duotone>
              <a:schemeClr val="bg2">
                <a:shade val="45000"/>
                <a:satMod val="135000"/>
              </a:schemeClr>
              <a:prstClr val="white"/>
            </a:duotone>
          </a:blip>
          <a:srcRect t="25325" b="945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4A4D0D-6412-DC88-546A-D6F2B6B238BE}"/>
              </a:ext>
            </a:extLst>
          </p:cNvPr>
          <p:cNvSpPr>
            <a:spLocks noGrp="1"/>
          </p:cNvSpPr>
          <p:nvPr>
            <p:ph type="title"/>
          </p:nvPr>
        </p:nvSpPr>
        <p:spPr>
          <a:xfrm>
            <a:off x="838200" y="365125"/>
            <a:ext cx="10515600" cy="1325563"/>
          </a:xfrm>
        </p:spPr>
        <p:txBody>
          <a:bodyPr>
            <a:normAutofit/>
          </a:bodyPr>
          <a:lstStyle/>
          <a:p>
            <a:r>
              <a:rPr lang="en-US" b="1"/>
              <a:t>Why IT Project Management Is Important?</a:t>
            </a:r>
            <a:endParaRPr lang="en-US" dirty="0"/>
          </a:p>
        </p:txBody>
      </p:sp>
      <p:graphicFrame>
        <p:nvGraphicFramePr>
          <p:cNvPr id="20" name="Content Placeholder 2">
            <a:extLst>
              <a:ext uri="{FF2B5EF4-FFF2-40B4-BE49-F238E27FC236}">
                <a16:creationId xmlns:a16="http://schemas.microsoft.com/office/drawing/2014/main" id="{541FC4C0-9DDB-7E52-40D8-DCCF059DEF55}"/>
              </a:ext>
            </a:extLst>
          </p:cNvPr>
          <p:cNvGraphicFramePr>
            <a:graphicFrameLocks noGrp="1"/>
          </p:cNvGraphicFramePr>
          <p:nvPr>
            <p:ph idx="1"/>
            <p:extLst>
              <p:ext uri="{D42A27DB-BD31-4B8C-83A1-F6EECF244321}">
                <p14:modId xmlns:p14="http://schemas.microsoft.com/office/powerpoint/2010/main" val="227028144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054867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B11E8-0717-D788-0DB2-FC25A646D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050443-1B68-3A2A-9718-3AEBE606892E}"/>
              </a:ext>
            </a:extLst>
          </p:cNvPr>
          <p:cNvSpPr>
            <a:spLocks noGrp="1"/>
          </p:cNvSpPr>
          <p:nvPr>
            <p:ph type="title"/>
          </p:nvPr>
        </p:nvSpPr>
        <p:spPr/>
        <p:txBody>
          <a:bodyPr/>
          <a:lstStyle/>
          <a:p>
            <a:r>
              <a:rPr lang="en-US" b="1" dirty="0"/>
              <a:t>Why IT Project Management Is Important?</a:t>
            </a:r>
            <a:endParaRPr lang="en-US" dirty="0"/>
          </a:p>
        </p:txBody>
      </p:sp>
      <p:graphicFrame>
        <p:nvGraphicFramePr>
          <p:cNvPr id="5" name="Content Placeholder 2">
            <a:extLst>
              <a:ext uri="{FF2B5EF4-FFF2-40B4-BE49-F238E27FC236}">
                <a16:creationId xmlns:a16="http://schemas.microsoft.com/office/drawing/2014/main" id="{18351B48-0CE2-67E0-001A-8FD69269E43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89637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8F59A4-4431-460D-8E49-6E65C189A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8A919B9C-5C01-47E4-B2F2-45F589208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E85A82CE-D835-4542-BE8D-62A8F5A94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3D7EF0-3AC8-4029-B55D-EBDD733D3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2D93202-0C5F-B641-511A-EE50ECD8124C}"/>
              </a:ext>
            </a:extLst>
          </p:cNvPr>
          <p:cNvSpPr>
            <a:spLocks noGrp="1"/>
          </p:cNvSpPr>
          <p:nvPr>
            <p:ph type="title"/>
          </p:nvPr>
        </p:nvSpPr>
        <p:spPr>
          <a:xfrm>
            <a:off x="550863" y="365125"/>
            <a:ext cx="11090274" cy="1325563"/>
          </a:xfrm>
        </p:spPr>
        <p:txBody>
          <a:bodyPr>
            <a:normAutofit/>
          </a:bodyPr>
          <a:lstStyle/>
          <a:p>
            <a:r>
              <a:rPr lang="en-US" sz="4000"/>
              <a:t>Role of IT Project Manager</a:t>
            </a:r>
          </a:p>
        </p:txBody>
      </p:sp>
      <p:graphicFrame>
        <p:nvGraphicFramePr>
          <p:cNvPr id="5" name="Content Placeholder 2">
            <a:extLst>
              <a:ext uri="{FF2B5EF4-FFF2-40B4-BE49-F238E27FC236}">
                <a16:creationId xmlns:a16="http://schemas.microsoft.com/office/drawing/2014/main" id="{E2C12940-0747-BBF0-508B-CB357BD61C6F}"/>
              </a:ext>
            </a:extLst>
          </p:cNvPr>
          <p:cNvGraphicFramePr>
            <a:graphicFrameLocks noGrp="1"/>
          </p:cNvGraphicFramePr>
          <p:nvPr>
            <p:ph idx="1"/>
            <p:extLst>
              <p:ext uri="{D42A27DB-BD31-4B8C-83A1-F6EECF244321}">
                <p14:modId xmlns:p14="http://schemas.microsoft.com/office/powerpoint/2010/main" val="3755452920"/>
              </p:ext>
            </p:extLst>
          </p:nvPr>
        </p:nvGraphicFramePr>
        <p:xfrm>
          <a:off x="547688" y="2133600"/>
          <a:ext cx="11093450" cy="4157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09741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3F3B2C-9A18-9DF9-A1B5-C972E990B63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8F59A4-4431-460D-8E49-6E65C189A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8A919B9C-5C01-47E4-B2F2-45F589208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E85A82CE-D835-4542-BE8D-62A8F5A94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3D7EF0-3AC8-4029-B55D-EBDD733D3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11D4AC6-FC51-526D-343B-C8CA4D816331}"/>
              </a:ext>
            </a:extLst>
          </p:cNvPr>
          <p:cNvSpPr>
            <a:spLocks noGrp="1"/>
          </p:cNvSpPr>
          <p:nvPr>
            <p:ph type="title"/>
          </p:nvPr>
        </p:nvSpPr>
        <p:spPr>
          <a:xfrm>
            <a:off x="550863" y="365125"/>
            <a:ext cx="11090274" cy="1325563"/>
          </a:xfrm>
        </p:spPr>
        <p:txBody>
          <a:bodyPr>
            <a:normAutofit/>
          </a:bodyPr>
          <a:lstStyle/>
          <a:p>
            <a:r>
              <a:rPr lang="en-US" sz="4000"/>
              <a:t>Role of IT Project Manager</a:t>
            </a:r>
          </a:p>
        </p:txBody>
      </p:sp>
      <p:graphicFrame>
        <p:nvGraphicFramePr>
          <p:cNvPr id="5" name="Content Placeholder 2">
            <a:extLst>
              <a:ext uri="{FF2B5EF4-FFF2-40B4-BE49-F238E27FC236}">
                <a16:creationId xmlns:a16="http://schemas.microsoft.com/office/drawing/2014/main" id="{B4316B10-033A-E8DF-9FAF-ACAFE1E8A89C}"/>
              </a:ext>
            </a:extLst>
          </p:cNvPr>
          <p:cNvGraphicFramePr>
            <a:graphicFrameLocks noGrp="1"/>
          </p:cNvGraphicFramePr>
          <p:nvPr>
            <p:ph idx="1"/>
            <p:extLst>
              <p:ext uri="{D42A27DB-BD31-4B8C-83A1-F6EECF244321}">
                <p14:modId xmlns:p14="http://schemas.microsoft.com/office/powerpoint/2010/main" val="1277278121"/>
              </p:ext>
            </p:extLst>
          </p:nvPr>
        </p:nvGraphicFramePr>
        <p:xfrm>
          <a:off x="547688" y="2133600"/>
          <a:ext cx="11093450" cy="4157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06606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lowchart: Document 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6D59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2A6A80-22A2-936E-844C-07FEFD711CCD}"/>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Skills of Project Manager</a:t>
            </a:r>
          </a:p>
        </p:txBody>
      </p:sp>
      <p:pic>
        <p:nvPicPr>
          <p:cNvPr id="5" name="Content Placeholder 4">
            <a:extLst>
              <a:ext uri="{FF2B5EF4-FFF2-40B4-BE49-F238E27FC236}">
                <a16:creationId xmlns:a16="http://schemas.microsoft.com/office/drawing/2014/main" id="{C7DC9D45-BC38-92BB-93E5-C4EC9E58CA7D}"/>
              </a:ext>
            </a:extLst>
          </p:cNvPr>
          <p:cNvPicPr>
            <a:picLocks noGrp="1" noChangeAspect="1"/>
          </p:cNvPicPr>
          <p:nvPr>
            <p:ph idx="1"/>
          </p:nvPr>
        </p:nvPicPr>
        <p:blipFill>
          <a:blip r:embed="rId2"/>
          <a:stretch>
            <a:fillRect/>
          </a:stretch>
        </p:blipFill>
        <p:spPr>
          <a:xfrm>
            <a:off x="4207933" y="1234411"/>
            <a:ext cx="7347537" cy="4390153"/>
          </a:xfrm>
          <a:prstGeom prst="rect">
            <a:avLst/>
          </a:prstGeom>
        </p:spPr>
      </p:pic>
    </p:spTree>
    <p:extLst>
      <p:ext uri="{BB962C8B-B14F-4D97-AF65-F5344CB8AC3E}">
        <p14:creationId xmlns:p14="http://schemas.microsoft.com/office/powerpoint/2010/main" val="11622246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diagram of a project management skills&#10;&#10;AI-generated content may be incorrect.">
            <a:extLst>
              <a:ext uri="{FF2B5EF4-FFF2-40B4-BE49-F238E27FC236}">
                <a16:creationId xmlns:a16="http://schemas.microsoft.com/office/drawing/2014/main" id="{34AB52C1-FABA-540C-FCD9-287DCA4C204E}"/>
              </a:ext>
            </a:extLst>
          </p:cNvPr>
          <p:cNvPicPr>
            <a:picLocks noGrp="1" noChangeAspect="1"/>
          </p:cNvPicPr>
          <p:nvPr>
            <p:ph idx="1"/>
          </p:nvPr>
        </p:nvPicPr>
        <p:blipFill>
          <a:blip r:embed="rId2"/>
          <a:srcRect t="899"/>
          <a:stretch>
            <a:fillRect/>
          </a:stretch>
        </p:blipFill>
        <p:spPr>
          <a:xfrm>
            <a:off x="20" y="1282"/>
            <a:ext cx="12191980" cy="6856718"/>
          </a:xfrm>
          <a:prstGeom prst="rect">
            <a:avLst/>
          </a:prstGeom>
        </p:spPr>
      </p:pic>
    </p:spTree>
    <p:extLst>
      <p:ext uri="{BB962C8B-B14F-4D97-AF65-F5344CB8AC3E}">
        <p14:creationId xmlns:p14="http://schemas.microsoft.com/office/powerpoint/2010/main" val="38392003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7CA54-8751-DEBF-FB87-08C4055423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8B3D75-0CE7-D924-5F78-2E4059105CF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1FA939B-EAAE-39AD-0F6C-8214BEE9302F}"/>
              </a:ext>
            </a:extLst>
          </p:cNvPr>
          <p:cNvPicPr>
            <a:picLocks noChangeAspect="1"/>
          </p:cNvPicPr>
          <p:nvPr/>
        </p:nvPicPr>
        <p:blipFill>
          <a:blip r:embed="rId2"/>
          <a:stretch>
            <a:fillRect/>
          </a:stretch>
        </p:blipFill>
        <p:spPr>
          <a:xfrm>
            <a:off x="0" y="23796"/>
            <a:ext cx="12192000" cy="6810408"/>
          </a:xfrm>
          <a:prstGeom prst="rect">
            <a:avLst/>
          </a:prstGeom>
        </p:spPr>
      </p:pic>
    </p:spTree>
    <p:extLst>
      <p:ext uri="{BB962C8B-B14F-4D97-AF65-F5344CB8AC3E}">
        <p14:creationId xmlns:p14="http://schemas.microsoft.com/office/powerpoint/2010/main" val="41333322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CF250C5-174E-4813-9998-5EBB9D419F1E}"/>
              </a:ext>
            </a:extLst>
          </p:cNvPr>
          <p:cNvSpPr>
            <a:spLocks noGrp="1"/>
          </p:cNvSpPr>
          <p:nvPr>
            <p:ph type="title"/>
          </p:nvPr>
        </p:nvSpPr>
        <p:spPr>
          <a:xfrm>
            <a:off x="1115568" y="548640"/>
            <a:ext cx="10168128" cy="1179576"/>
          </a:xfrm>
        </p:spPr>
        <p:txBody>
          <a:bodyPr>
            <a:normAutofit/>
          </a:bodyPr>
          <a:lstStyle/>
          <a:p>
            <a:r>
              <a:rPr lang="en-US" sz="4000" b="1"/>
              <a:t>Essential Skills of a Project Manager</a:t>
            </a:r>
            <a:endParaRPr lang="en-US" sz="4000"/>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28252981-EE23-1D3F-6E93-8CA13A0BEBF1}"/>
              </a:ext>
            </a:extLst>
          </p:cNvPr>
          <p:cNvGraphicFramePr>
            <a:graphicFrameLocks noGrp="1"/>
          </p:cNvGraphicFramePr>
          <p:nvPr>
            <p:ph idx="1"/>
            <p:extLst>
              <p:ext uri="{D42A27DB-BD31-4B8C-83A1-F6EECF244321}">
                <p14:modId xmlns:p14="http://schemas.microsoft.com/office/powerpoint/2010/main" val="2316310839"/>
              </p:ext>
            </p:extLst>
          </p:nvPr>
        </p:nvGraphicFramePr>
        <p:xfrm>
          <a:off x="1115568" y="2269730"/>
          <a:ext cx="10168128" cy="39939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343881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0B5395-7B19-2B85-194A-1F83AB642DF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7B49784-A0A7-7D75-B178-E151A8B78CE9}"/>
              </a:ext>
            </a:extLst>
          </p:cNvPr>
          <p:cNvSpPr>
            <a:spLocks noGrp="1"/>
          </p:cNvSpPr>
          <p:nvPr>
            <p:ph type="title"/>
          </p:nvPr>
        </p:nvSpPr>
        <p:spPr>
          <a:xfrm>
            <a:off x="1115568" y="548640"/>
            <a:ext cx="10168128" cy="1179576"/>
          </a:xfrm>
        </p:spPr>
        <p:txBody>
          <a:bodyPr>
            <a:normAutofit/>
          </a:bodyPr>
          <a:lstStyle/>
          <a:p>
            <a:r>
              <a:rPr lang="en-US" sz="4000" b="1"/>
              <a:t>Essential Skills of a Project Manager</a:t>
            </a:r>
            <a:endParaRPr lang="en-US" sz="4000"/>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AEE05E0-DD2B-F01E-6014-9EDDE15B53FB}"/>
              </a:ext>
            </a:extLst>
          </p:cNvPr>
          <p:cNvGraphicFramePr>
            <a:graphicFrameLocks noGrp="1"/>
          </p:cNvGraphicFramePr>
          <p:nvPr>
            <p:ph idx="1"/>
            <p:extLst>
              <p:ext uri="{D42A27DB-BD31-4B8C-83A1-F6EECF244321}">
                <p14:modId xmlns:p14="http://schemas.microsoft.com/office/powerpoint/2010/main" val="1937130624"/>
              </p:ext>
            </p:extLst>
          </p:nvPr>
        </p:nvGraphicFramePr>
        <p:xfrm>
          <a:off x="1115568" y="2269730"/>
          <a:ext cx="10168128" cy="39939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59791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120ADA-62EB-44CA-DF2D-2BFE72146BD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916DA5-6EC9-D7A2-B517-A1F5821C8436}"/>
              </a:ext>
            </a:extLst>
          </p:cNvPr>
          <p:cNvSpPr>
            <a:spLocks noGrp="1"/>
          </p:cNvSpPr>
          <p:nvPr>
            <p:ph type="title"/>
          </p:nvPr>
        </p:nvSpPr>
        <p:spPr>
          <a:xfrm>
            <a:off x="1115568" y="548640"/>
            <a:ext cx="10168128" cy="1179576"/>
          </a:xfrm>
        </p:spPr>
        <p:txBody>
          <a:bodyPr>
            <a:normAutofit/>
          </a:bodyPr>
          <a:lstStyle/>
          <a:p>
            <a:r>
              <a:rPr lang="en-US" sz="4000" b="1" dirty="0"/>
              <a:t>Essential Skills of a Project Manager</a:t>
            </a:r>
            <a:endParaRPr lang="en-US" sz="4000" dirty="0"/>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AFA51538-C07C-399D-B60A-DECC4592DD24}"/>
              </a:ext>
            </a:extLst>
          </p:cNvPr>
          <p:cNvGraphicFramePr>
            <a:graphicFrameLocks noGrp="1"/>
          </p:cNvGraphicFramePr>
          <p:nvPr>
            <p:ph idx="1"/>
            <p:extLst>
              <p:ext uri="{D42A27DB-BD31-4B8C-83A1-F6EECF244321}">
                <p14:modId xmlns:p14="http://schemas.microsoft.com/office/powerpoint/2010/main" val="1606157698"/>
              </p:ext>
            </p:extLst>
          </p:nvPr>
        </p:nvGraphicFramePr>
        <p:xfrm>
          <a:off x="1115568" y="2269730"/>
          <a:ext cx="10168128" cy="39939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28678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8E1778-C123-5099-1490-76AF7B8942B9}"/>
              </a:ext>
            </a:extLst>
          </p:cNvPr>
          <p:cNvPicPr>
            <a:picLocks noChangeAspect="1"/>
          </p:cNvPicPr>
          <p:nvPr/>
        </p:nvPicPr>
        <p:blipFill>
          <a:blip r:embed="rId2">
            <a:duotone>
              <a:schemeClr val="bg2">
                <a:shade val="45000"/>
                <a:satMod val="135000"/>
              </a:schemeClr>
              <a:prstClr val="white"/>
            </a:duotone>
          </a:blip>
          <a:srcRect t="14069" b="6425"/>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1B347C-61F4-DEC4-5DCD-46C63B2099E0}"/>
              </a:ext>
            </a:extLst>
          </p:cNvPr>
          <p:cNvSpPr>
            <a:spLocks noGrp="1"/>
          </p:cNvSpPr>
          <p:nvPr>
            <p:ph type="title"/>
          </p:nvPr>
        </p:nvSpPr>
        <p:spPr>
          <a:xfrm>
            <a:off x="838200" y="365125"/>
            <a:ext cx="10515600" cy="1325563"/>
          </a:xfrm>
        </p:spPr>
        <p:txBody>
          <a:bodyPr>
            <a:normAutofit/>
          </a:bodyPr>
          <a:lstStyle/>
          <a:p>
            <a:r>
              <a:rPr lang="en-US" dirty="0"/>
              <a:t>Skills of IT Project Manager</a:t>
            </a:r>
          </a:p>
        </p:txBody>
      </p:sp>
      <p:graphicFrame>
        <p:nvGraphicFramePr>
          <p:cNvPr id="5" name="Content Placeholder 2">
            <a:extLst>
              <a:ext uri="{FF2B5EF4-FFF2-40B4-BE49-F238E27FC236}">
                <a16:creationId xmlns:a16="http://schemas.microsoft.com/office/drawing/2014/main" id="{E85DBF55-E8E3-31C6-A74D-426E67CE56A7}"/>
              </a:ext>
            </a:extLst>
          </p:cNvPr>
          <p:cNvGraphicFramePr>
            <a:graphicFrameLocks noGrp="1"/>
          </p:cNvGraphicFramePr>
          <p:nvPr>
            <p:ph idx="1"/>
            <p:extLst>
              <p:ext uri="{D42A27DB-BD31-4B8C-83A1-F6EECF244321}">
                <p14:modId xmlns:p14="http://schemas.microsoft.com/office/powerpoint/2010/main" val="215981657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73200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8C819C-6E8F-EF29-D6F3-5A62D09D1B3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7B3CA4C-A221-AD90-DF6F-603DDF2F3ED5}"/>
              </a:ext>
            </a:extLst>
          </p:cNvPr>
          <p:cNvSpPr>
            <a:spLocks noGrp="1"/>
          </p:cNvSpPr>
          <p:nvPr>
            <p:ph type="title"/>
          </p:nvPr>
        </p:nvSpPr>
        <p:spPr>
          <a:xfrm>
            <a:off x="621792" y="1161288"/>
            <a:ext cx="3602736" cy="4526280"/>
          </a:xfrm>
        </p:spPr>
        <p:txBody>
          <a:bodyPr>
            <a:normAutofit/>
          </a:bodyPr>
          <a:lstStyle/>
          <a:p>
            <a:r>
              <a:rPr lang="en-US" sz="4000"/>
              <a:t>Skills of IT Project Manager</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2D83BD71-1CAF-DD68-2286-D831548A5004}"/>
              </a:ext>
            </a:extLst>
          </p:cNvPr>
          <p:cNvGraphicFramePr>
            <a:graphicFrameLocks noGrp="1"/>
          </p:cNvGraphicFramePr>
          <p:nvPr>
            <p:ph idx="1"/>
            <p:extLst>
              <p:ext uri="{D42A27DB-BD31-4B8C-83A1-F6EECF244321}">
                <p14:modId xmlns:p14="http://schemas.microsoft.com/office/powerpoint/2010/main" val="201525001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11437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918D9C-CAB2-0F51-C1B3-A1D6D8F7AD1F}"/>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0F2E33B3-AB06-CAF4-5B4A-B99FA196826D}"/>
              </a:ext>
            </a:extLst>
          </p:cNvPr>
          <p:cNvSpPr>
            <a:spLocks noGrp="1"/>
          </p:cNvSpPr>
          <p:nvPr>
            <p:ph type="title"/>
          </p:nvPr>
        </p:nvSpPr>
        <p:spPr>
          <a:xfrm>
            <a:off x="1000941" y="685801"/>
            <a:ext cx="3494859" cy="5491162"/>
          </a:xfrm>
        </p:spPr>
        <p:txBody>
          <a:bodyPr>
            <a:normAutofit/>
          </a:bodyPr>
          <a:lstStyle/>
          <a:p>
            <a:r>
              <a:rPr lang="en-US"/>
              <a:t>Skills of IT Project Manager</a:t>
            </a:r>
            <a:endParaRPr lang="en-US" dirty="0"/>
          </a:p>
        </p:txBody>
      </p:sp>
      <p:graphicFrame>
        <p:nvGraphicFramePr>
          <p:cNvPr id="15" name="Content Placeholder 2">
            <a:extLst>
              <a:ext uri="{FF2B5EF4-FFF2-40B4-BE49-F238E27FC236}">
                <a16:creationId xmlns:a16="http://schemas.microsoft.com/office/drawing/2014/main" id="{EE877E97-CDD7-2472-D397-43D04428EC4D}"/>
              </a:ext>
            </a:extLst>
          </p:cNvPr>
          <p:cNvGraphicFramePr>
            <a:graphicFrameLocks noGrp="1"/>
          </p:cNvGraphicFramePr>
          <p:nvPr>
            <p:ph idx="1"/>
            <p:extLst>
              <p:ext uri="{D42A27DB-BD31-4B8C-83A1-F6EECF244321}">
                <p14:modId xmlns:p14="http://schemas.microsoft.com/office/powerpoint/2010/main" val="243918967"/>
              </p:ext>
            </p:extLst>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79529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F5C941-1053-27E2-3F3A-6C26CF8D4F67}"/>
              </a:ext>
            </a:extLst>
          </p:cNvPr>
          <p:cNvSpPr>
            <a:spLocks noGrp="1"/>
          </p:cNvSpPr>
          <p:nvPr>
            <p:ph type="title"/>
          </p:nvPr>
        </p:nvSpPr>
        <p:spPr>
          <a:xfrm>
            <a:off x="793662" y="386930"/>
            <a:ext cx="10066122" cy="1298448"/>
          </a:xfrm>
        </p:spPr>
        <p:txBody>
          <a:bodyPr anchor="b">
            <a:normAutofit/>
          </a:bodyPr>
          <a:lstStyle/>
          <a:p>
            <a:r>
              <a:rPr lang="en-US" b="1" dirty="0"/>
              <a:t>Case Study: Successful IT Project – Google Chrome</a:t>
            </a:r>
            <a:endParaRPr lang="en-US" dirty="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EDB87E8-6E20-531C-ED32-4566260E2FDF}"/>
              </a:ext>
            </a:extLst>
          </p:cNvPr>
          <p:cNvSpPr>
            <a:spLocks noGrp="1"/>
          </p:cNvSpPr>
          <p:nvPr>
            <p:ph idx="1"/>
          </p:nvPr>
        </p:nvSpPr>
        <p:spPr>
          <a:xfrm>
            <a:off x="793661" y="2599509"/>
            <a:ext cx="4530898" cy="3639450"/>
          </a:xfrm>
        </p:spPr>
        <p:txBody>
          <a:bodyPr anchor="ctr">
            <a:normAutofit/>
          </a:bodyPr>
          <a:lstStyle/>
          <a:p>
            <a:endParaRPr lang="en-US" sz="2000" b="1" dirty="0"/>
          </a:p>
          <a:p>
            <a:r>
              <a:rPr lang="en-US" sz="2000" b="1" dirty="0"/>
              <a:t>Project Name</a:t>
            </a:r>
            <a:r>
              <a:rPr lang="en-US" sz="2000" dirty="0"/>
              <a:t>: Google Chrome Browser</a:t>
            </a:r>
          </a:p>
          <a:p>
            <a:r>
              <a:rPr lang="en-US" sz="2000" b="1" dirty="0"/>
              <a:t>Company</a:t>
            </a:r>
            <a:r>
              <a:rPr lang="en-US" sz="2000" dirty="0"/>
              <a:t>: Google</a:t>
            </a:r>
          </a:p>
          <a:p>
            <a:r>
              <a:rPr lang="en-US" sz="2000" b="1" dirty="0"/>
              <a:t>Goal</a:t>
            </a:r>
            <a:r>
              <a:rPr lang="en-US" sz="2000" dirty="0"/>
              <a:t>: Create a fast, secure, and user-friendly web browser</a:t>
            </a:r>
          </a:p>
          <a:p>
            <a:r>
              <a:rPr lang="en-US" sz="2000" b="1" dirty="0"/>
              <a:t>Launch Year</a:t>
            </a:r>
            <a:r>
              <a:rPr lang="en-US" sz="2000" dirty="0"/>
              <a:t>: 2008</a:t>
            </a:r>
          </a:p>
          <a:p>
            <a:endParaRPr lang="en-US" sz="2000" dirty="0"/>
          </a:p>
          <a:p>
            <a:endParaRPr lang="en-US" sz="2000" dirty="0"/>
          </a:p>
        </p:txBody>
      </p:sp>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2B8C6CF9-D44E-CC58-D551-1E1672068DBE}"/>
              </a:ext>
            </a:extLst>
          </p:cNvPr>
          <p:cNvSpPr>
            <a:spLocks noChangeArrowheads="1"/>
          </p:cNvSpPr>
          <p:nvPr/>
        </p:nvSpPr>
        <p:spPr bwMode="auto">
          <a:xfrm>
            <a:off x="838200" y="2648815"/>
            <a:ext cx="1668727" cy="677720"/>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4589" rIns="0" bIns="1745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n-US" altLang="en-US" sz="1500" b="1" i="0" u="none" strike="noStrike" cap="none" normalizeH="0" baseline="0" dirty="0">
                <a:ln>
                  <a:noFill/>
                </a:ln>
                <a:solidFill>
                  <a:srgbClr val="424242"/>
                </a:solidFill>
                <a:effectLst/>
                <a:latin typeface="Segoe Sans"/>
              </a:rPr>
              <a:t>Why It Succeeded:</a:t>
            </a:r>
          </a:p>
          <a:p>
            <a:pPr marL="0" marR="0" lvl="0" indent="0" algn="l"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0EF8A3D6-5408-2BAB-0F88-6F8BE505AC91}"/>
              </a:ext>
            </a:extLst>
          </p:cNvPr>
          <p:cNvGraphicFramePr>
            <a:graphicFrameLocks noGrp="1"/>
          </p:cNvGraphicFramePr>
          <p:nvPr>
            <p:extLst>
              <p:ext uri="{D42A27DB-BD31-4B8C-83A1-F6EECF244321}">
                <p14:modId xmlns:p14="http://schemas.microsoft.com/office/powerpoint/2010/main" val="3871593129"/>
              </p:ext>
            </p:extLst>
          </p:nvPr>
        </p:nvGraphicFramePr>
        <p:xfrm>
          <a:off x="5911532" y="3033449"/>
          <a:ext cx="5150278" cy="2615860"/>
        </p:xfrm>
        <a:graphic>
          <a:graphicData uri="http://schemas.openxmlformats.org/drawingml/2006/table">
            <a:tbl>
              <a:tblPr firstRow="1" bandRow="1">
                <a:solidFill>
                  <a:schemeClr val="bg1">
                    <a:lumMod val="95000"/>
                  </a:schemeClr>
                </a:solidFill>
              </a:tblPr>
              <a:tblGrid>
                <a:gridCol w="1726339">
                  <a:extLst>
                    <a:ext uri="{9D8B030D-6E8A-4147-A177-3AD203B41FA5}">
                      <a16:colId xmlns:a16="http://schemas.microsoft.com/office/drawing/2014/main" val="290105791"/>
                    </a:ext>
                  </a:extLst>
                </a:gridCol>
                <a:gridCol w="3423939">
                  <a:extLst>
                    <a:ext uri="{9D8B030D-6E8A-4147-A177-3AD203B41FA5}">
                      <a16:colId xmlns:a16="http://schemas.microsoft.com/office/drawing/2014/main" val="3154146343"/>
                    </a:ext>
                  </a:extLst>
                </a:gridCol>
              </a:tblGrid>
              <a:tr h="426045">
                <a:tc>
                  <a:txBody>
                    <a:bodyPr/>
                    <a:lstStyle/>
                    <a:p>
                      <a:pPr algn="l" fontAlgn="t">
                        <a:buNone/>
                      </a:pPr>
                      <a:r>
                        <a:rPr lang="en-US" sz="1600" b="1" cap="none" spc="0">
                          <a:solidFill>
                            <a:schemeClr val="tx1"/>
                          </a:solidFill>
                          <a:effectLst/>
                        </a:rPr>
                        <a:t>Factor</a:t>
                      </a:r>
                    </a:p>
                  </a:txBody>
                  <a:tcPr marL="62566" marR="49656" marT="17876" marB="134070"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l" fontAlgn="t">
                        <a:buNone/>
                      </a:pPr>
                      <a:r>
                        <a:rPr lang="en-US" sz="1600" b="1" cap="none" spc="0">
                          <a:solidFill>
                            <a:schemeClr val="tx1"/>
                          </a:solidFill>
                          <a:effectLst/>
                        </a:rPr>
                        <a:t>Description</a:t>
                      </a:r>
                    </a:p>
                  </a:txBody>
                  <a:tcPr marL="62566" marR="49656" marT="17876" marB="134070"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1836418579"/>
                  </a:ext>
                </a:extLst>
              </a:tr>
              <a:tr h="545219">
                <a:tc>
                  <a:txBody>
                    <a:bodyPr/>
                    <a:lstStyle/>
                    <a:p>
                      <a:pPr algn="l" fontAlgn="t">
                        <a:buNone/>
                      </a:pPr>
                      <a:r>
                        <a:rPr lang="en-US" sz="1200" b="1" cap="none" spc="0">
                          <a:solidFill>
                            <a:schemeClr val="tx1"/>
                          </a:solidFill>
                          <a:effectLst/>
                        </a:rPr>
                        <a:t>Clear Vision</a:t>
                      </a:r>
                      <a:endParaRPr lang="en-US" sz="1200" cap="none" spc="0">
                        <a:solidFill>
                          <a:schemeClr val="tx1"/>
                        </a:solidFill>
                        <a:effectLst/>
                      </a:endParaRPr>
                    </a:p>
                  </a:txBody>
                  <a:tcPr marL="62566" marR="49656" marT="17876" marB="134070">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gn="l" fontAlgn="t">
                        <a:buNone/>
                      </a:pPr>
                      <a:r>
                        <a:rPr lang="en-US" sz="1200" cap="none" spc="0">
                          <a:solidFill>
                            <a:schemeClr val="tx1"/>
                          </a:solidFill>
                          <a:effectLst/>
                        </a:rPr>
                        <a:t>Google aimed to improve web browsing speed and security.</a:t>
                      </a:r>
                    </a:p>
                  </a:txBody>
                  <a:tcPr marL="62566" marR="49656" marT="17876" marB="134070">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2993008316"/>
                  </a:ext>
                </a:extLst>
              </a:tr>
              <a:tr h="545219">
                <a:tc>
                  <a:txBody>
                    <a:bodyPr/>
                    <a:lstStyle/>
                    <a:p>
                      <a:pPr algn="l" fontAlgn="t">
                        <a:buNone/>
                      </a:pPr>
                      <a:r>
                        <a:rPr lang="en-US" sz="1200" b="1" cap="none" spc="0">
                          <a:solidFill>
                            <a:schemeClr val="tx1"/>
                          </a:solidFill>
                          <a:effectLst/>
                        </a:rPr>
                        <a:t>Strong Leadership</a:t>
                      </a:r>
                      <a:endParaRPr lang="en-US" sz="1200" cap="none" spc="0">
                        <a:solidFill>
                          <a:schemeClr val="tx1"/>
                        </a:solidFill>
                        <a:effectLst/>
                      </a:endParaRPr>
                    </a:p>
                  </a:txBody>
                  <a:tcPr marL="62566" marR="49656" marT="17876" marB="134070">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l" fontAlgn="t">
                        <a:buNone/>
                      </a:pPr>
                      <a:r>
                        <a:rPr lang="en-US" sz="1200" cap="none" spc="0">
                          <a:solidFill>
                            <a:schemeClr val="tx1"/>
                          </a:solidFill>
                          <a:effectLst/>
                        </a:rPr>
                        <a:t>Led by experienced engineers and product managers.</a:t>
                      </a:r>
                    </a:p>
                  </a:txBody>
                  <a:tcPr marL="62566" marR="49656" marT="17876" marB="134070">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257340884"/>
                  </a:ext>
                </a:extLst>
              </a:tr>
              <a:tr h="366459">
                <a:tc>
                  <a:txBody>
                    <a:bodyPr/>
                    <a:lstStyle/>
                    <a:p>
                      <a:pPr algn="l" fontAlgn="t">
                        <a:buNone/>
                      </a:pPr>
                      <a:r>
                        <a:rPr lang="en-US" sz="1200" b="1" cap="none" spc="0">
                          <a:solidFill>
                            <a:schemeClr val="tx1"/>
                          </a:solidFill>
                          <a:effectLst/>
                        </a:rPr>
                        <a:t>User-Centered Design</a:t>
                      </a:r>
                      <a:endParaRPr lang="en-US" sz="1200" cap="none" spc="0">
                        <a:solidFill>
                          <a:schemeClr val="tx1"/>
                        </a:solidFill>
                        <a:effectLst/>
                      </a:endParaRPr>
                    </a:p>
                  </a:txBody>
                  <a:tcPr marL="62566" marR="49656" marT="17876" marB="134070">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gn="l" fontAlgn="t">
                        <a:buNone/>
                      </a:pPr>
                      <a:r>
                        <a:rPr lang="en-US" sz="1200" cap="none" spc="0">
                          <a:solidFill>
                            <a:schemeClr val="tx1"/>
                          </a:solidFill>
                          <a:effectLst/>
                        </a:rPr>
                        <a:t>Focused on simplicity and performance.</a:t>
                      </a:r>
                    </a:p>
                  </a:txBody>
                  <a:tcPr marL="62566" marR="49656" marT="17876" marB="134070">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990634436"/>
                  </a:ext>
                </a:extLst>
              </a:tr>
              <a:tr h="366459">
                <a:tc>
                  <a:txBody>
                    <a:bodyPr/>
                    <a:lstStyle/>
                    <a:p>
                      <a:pPr algn="l" fontAlgn="t">
                        <a:buNone/>
                      </a:pPr>
                      <a:r>
                        <a:rPr lang="en-US" sz="1200" b="1" cap="none" spc="0">
                          <a:solidFill>
                            <a:schemeClr val="tx1"/>
                          </a:solidFill>
                          <a:effectLst/>
                        </a:rPr>
                        <a:t>Agile Development</a:t>
                      </a:r>
                      <a:endParaRPr lang="en-US" sz="1200" cap="none" spc="0">
                        <a:solidFill>
                          <a:schemeClr val="tx1"/>
                        </a:solidFill>
                        <a:effectLst/>
                      </a:endParaRPr>
                    </a:p>
                  </a:txBody>
                  <a:tcPr marL="62566" marR="49656" marT="17876" marB="134070">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gn="l" fontAlgn="t">
                        <a:buNone/>
                      </a:pPr>
                      <a:r>
                        <a:rPr lang="en-US" sz="1200" cap="none" spc="0">
                          <a:solidFill>
                            <a:schemeClr val="tx1"/>
                          </a:solidFill>
                          <a:effectLst/>
                        </a:rPr>
                        <a:t>Frequent updates and user feedback integration.</a:t>
                      </a:r>
                    </a:p>
                  </a:txBody>
                  <a:tcPr marL="62566" marR="49656" marT="17876" marB="134070">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542451185"/>
                  </a:ext>
                </a:extLst>
              </a:tr>
              <a:tr h="366459">
                <a:tc>
                  <a:txBody>
                    <a:bodyPr/>
                    <a:lstStyle/>
                    <a:p>
                      <a:pPr algn="l" fontAlgn="t">
                        <a:buNone/>
                      </a:pPr>
                      <a:r>
                        <a:rPr lang="en-US" sz="1200" b="1" cap="none" spc="0">
                          <a:solidFill>
                            <a:schemeClr val="tx1"/>
                          </a:solidFill>
                          <a:effectLst/>
                        </a:rPr>
                        <a:t>Resource Availability</a:t>
                      </a:r>
                      <a:endParaRPr lang="en-US" sz="1200" cap="none" spc="0">
                        <a:solidFill>
                          <a:schemeClr val="tx1"/>
                        </a:solidFill>
                        <a:effectLst/>
                      </a:endParaRPr>
                    </a:p>
                  </a:txBody>
                  <a:tcPr marL="62566" marR="49656" marT="17876" marB="134070">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fontAlgn="t">
                        <a:buNone/>
                      </a:pPr>
                      <a:r>
                        <a:rPr lang="en-US" sz="1200" cap="none" spc="0">
                          <a:solidFill>
                            <a:schemeClr val="tx1"/>
                          </a:solidFill>
                          <a:effectLst/>
                        </a:rPr>
                        <a:t>Google had the budget, talent, and infrastructure.</a:t>
                      </a:r>
                    </a:p>
                  </a:txBody>
                  <a:tcPr marL="62566" marR="49656" marT="17876" marB="134070">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719475437"/>
                  </a:ext>
                </a:extLst>
              </a:tr>
            </a:tbl>
          </a:graphicData>
        </a:graphic>
      </p:graphicFrame>
      <p:sp>
        <p:nvSpPr>
          <p:cNvPr id="6" name="TextBox 5">
            <a:extLst>
              <a:ext uri="{FF2B5EF4-FFF2-40B4-BE49-F238E27FC236}">
                <a16:creationId xmlns:a16="http://schemas.microsoft.com/office/drawing/2014/main" id="{87B36911-02BF-A14D-6852-D0E88FF0B319}"/>
              </a:ext>
            </a:extLst>
          </p:cNvPr>
          <p:cNvSpPr txBox="1"/>
          <p:nvPr/>
        </p:nvSpPr>
        <p:spPr>
          <a:xfrm>
            <a:off x="838200" y="5581291"/>
            <a:ext cx="6511506" cy="1200329"/>
          </a:xfrm>
          <a:prstGeom prst="rect">
            <a:avLst/>
          </a:prstGeom>
          <a:noFill/>
        </p:spPr>
        <p:txBody>
          <a:bodyPr wrap="square" rtlCol="0">
            <a:spAutoFit/>
          </a:bodyPr>
          <a:lstStyle/>
          <a:p>
            <a:r>
              <a:rPr lang="en-US" b="1" dirty="0"/>
              <a:t>Outcome:</a:t>
            </a:r>
          </a:p>
          <a:p>
            <a:r>
              <a:rPr lang="en-US" dirty="0"/>
              <a:t>Became the world’s most popular browser.</a:t>
            </a:r>
          </a:p>
          <a:p>
            <a:r>
              <a:rPr lang="en-US" dirty="0"/>
              <a:t>Set new standards for speed and security in web browsing.</a:t>
            </a:r>
          </a:p>
          <a:p>
            <a:endParaRPr lang="en-US" dirty="0"/>
          </a:p>
        </p:txBody>
      </p:sp>
    </p:spTree>
    <p:extLst>
      <p:ext uri="{BB962C8B-B14F-4D97-AF65-F5344CB8AC3E}">
        <p14:creationId xmlns:p14="http://schemas.microsoft.com/office/powerpoint/2010/main" val="18535180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10A64-7ADE-3E89-FF94-8B02F29FCC01}"/>
              </a:ext>
            </a:extLst>
          </p:cNvPr>
          <p:cNvSpPr>
            <a:spLocks noGrp="1"/>
          </p:cNvSpPr>
          <p:nvPr>
            <p:ph type="title"/>
          </p:nvPr>
        </p:nvSpPr>
        <p:spPr/>
        <p:txBody>
          <a:bodyPr>
            <a:normAutofit/>
          </a:bodyPr>
          <a:lstStyle/>
          <a:p>
            <a:r>
              <a:rPr lang="en-US" b="1" dirty="0"/>
              <a:t>Case Study: Successful IT Project – Google Chrome</a:t>
            </a:r>
            <a:endParaRPr lang="en-US" dirty="0"/>
          </a:p>
        </p:txBody>
      </p:sp>
      <p:sp>
        <p:nvSpPr>
          <p:cNvPr id="3" name="Content Placeholder 2">
            <a:extLst>
              <a:ext uri="{FF2B5EF4-FFF2-40B4-BE49-F238E27FC236}">
                <a16:creationId xmlns:a16="http://schemas.microsoft.com/office/drawing/2014/main" id="{39B80839-A9C7-BC0B-F7ED-A6042750558C}"/>
              </a:ext>
            </a:extLst>
          </p:cNvPr>
          <p:cNvSpPr>
            <a:spLocks noGrp="1"/>
          </p:cNvSpPr>
          <p:nvPr>
            <p:ph idx="1"/>
          </p:nvPr>
        </p:nvSpPr>
        <p:spPr/>
        <p:txBody>
          <a:bodyPr>
            <a:normAutofit fontScale="70000" lnSpcReduction="20000"/>
          </a:bodyPr>
          <a:lstStyle/>
          <a:p>
            <a:pPr marL="0" indent="0">
              <a:buNone/>
            </a:pPr>
            <a:r>
              <a:rPr lang="en-US" b="1" dirty="0"/>
              <a:t> Overview</a:t>
            </a:r>
          </a:p>
          <a:p>
            <a:pPr lvl="1"/>
            <a:r>
              <a:rPr lang="en-US" dirty="0"/>
              <a:t>Google Chrome is a web browser developed by Google, first released in 2008. It quickly became one of the most widely used browsers globally due to its speed, simplicity, and security. This case study explores how Chrome became a successful IT project through effective project management.</a:t>
            </a:r>
          </a:p>
          <a:p>
            <a:pPr marL="0" indent="0">
              <a:buNone/>
            </a:pPr>
            <a:r>
              <a:rPr lang="en-US" b="1" dirty="0"/>
              <a:t>Project Goal</a:t>
            </a:r>
          </a:p>
          <a:p>
            <a:pPr lvl="1"/>
            <a:r>
              <a:rPr lang="en-US" dirty="0"/>
              <a:t>To develop a fast, secure, and user-friendly web browser that supports modern web standards and provides a better user experience than existing browsers.</a:t>
            </a:r>
          </a:p>
          <a:p>
            <a:pPr marL="0" indent="0">
              <a:buNone/>
            </a:pPr>
            <a:r>
              <a:rPr lang="en-US" b="1" dirty="0"/>
              <a:t>Project Scope</a:t>
            </a:r>
          </a:p>
          <a:p>
            <a:pPr lvl="1"/>
            <a:r>
              <a:rPr lang="en-US" b="1" dirty="0"/>
              <a:t>Core Features</a:t>
            </a:r>
            <a:r>
              <a:rPr lang="en-US" dirty="0"/>
              <a:t>:</a:t>
            </a:r>
          </a:p>
          <a:p>
            <a:pPr lvl="2"/>
            <a:r>
              <a:rPr lang="en-US" dirty="0"/>
              <a:t>Fast browsing performance</a:t>
            </a:r>
          </a:p>
          <a:p>
            <a:pPr lvl="2"/>
            <a:r>
              <a:rPr lang="en-US" dirty="0"/>
              <a:t>Minimalist user interface</a:t>
            </a:r>
          </a:p>
          <a:p>
            <a:pPr lvl="2"/>
            <a:r>
              <a:rPr lang="en-US" dirty="0"/>
              <a:t>Tabbed browsing</a:t>
            </a:r>
          </a:p>
          <a:p>
            <a:pPr lvl="2"/>
            <a:r>
              <a:rPr lang="en-US" dirty="0"/>
              <a:t>Built-in security features</a:t>
            </a:r>
          </a:p>
          <a:p>
            <a:pPr lvl="2"/>
            <a:r>
              <a:rPr lang="en-US" dirty="0"/>
              <a:t>Support for web standards (HTML5, CSS3, JavaScript)</a:t>
            </a:r>
          </a:p>
          <a:p>
            <a:pPr lvl="1"/>
            <a:r>
              <a:rPr lang="en-US" b="1" dirty="0"/>
              <a:t>Additional Features</a:t>
            </a:r>
            <a:r>
              <a:rPr lang="en-US" dirty="0"/>
              <a:t>:</a:t>
            </a:r>
          </a:p>
          <a:p>
            <a:pPr lvl="2"/>
            <a:r>
              <a:rPr lang="en-US" dirty="0"/>
              <a:t>Extensions and plugins</a:t>
            </a:r>
          </a:p>
          <a:p>
            <a:pPr lvl="2"/>
            <a:r>
              <a:rPr lang="en-US" dirty="0"/>
              <a:t>Developer tools</a:t>
            </a:r>
          </a:p>
          <a:p>
            <a:pPr lvl="2"/>
            <a:r>
              <a:rPr lang="en-US" dirty="0"/>
              <a:t>Sync across devices</a:t>
            </a:r>
          </a:p>
          <a:p>
            <a:endParaRPr lang="en-US" dirty="0"/>
          </a:p>
          <a:p>
            <a:endParaRPr lang="en-US" dirty="0"/>
          </a:p>
        </p:txBody>
      </p:sp>
    </p:spTree>
    <p:extLst>
      <p:ext uri="{BB962C8B-B14F-4D97-AF65-F5344CB8AC3E}">
        <p14:creationId xmlns:p14="http://schemas.microsoft.com/office/powerpoint/2010/main" val="28612386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93150-1397-439D-1E1A-A9B5537162DF}"/>
              </a:ext>
            </a:extLst>
          </p:cNvPr>
          <p:cNvSpPr>
            <a:spLocks noGrp="1"/>
          </p:cNvSpPr>
          <p:nvPr>
            <p:ph type="title"/>
          </p:nvPr>
        </p:nvSpPr>
        <p:spPr/>
        <p:txBody>
          <a:bodyPr/>
          <a:lstStyle/>
          <a:p>
            <a:r>
              <a:rPr lang="en-US" b="1" dirty="0"/>
              <a:t>Case Study: Successful IT Project – Google Chrome</a:t>
            </a:r>
            <a:endParaRPr lang="en-US" dirty="0"/>
          </a:p>
        </p:txBody>
      </p:sp>
      <p:sp>
        <p:nvSpPr>
          <p:cNvPr id="3" name="Content Placeholder 2">
            <a:extLst>
              <a:ext uri="{FF2B5EF4-FFF2-40B4-BE49-F238E27FC236}">
                <a16:creationId xmlns:a16="http://schemas.microsoft.com/office/drawing/2014/main" id="{B18CB688-2FED-243D-DC20-AB3465CCB525}"/>
              </a:ext>
            </a:extLst>
          </p:cNvPr>
          <p:cNvSpPr>
            <a:spLocks noGrp="1"/>
          </p:cNvSpPr>
          <p:nvPr>
            <p:ph idx="1"/>
          </p:nvPr>
        </p:nvSpPr>
        <p:spPr/>
        <p:txBody>
          <a:bodyPr>
            <a:normAutofit fontScale="85000" lnSpcReduction="20000"/>
          </a:bodyPr>
          <a:lstStyle/>
          <a:p>
            <a:pPr marL="0" indent="0">
              <a:buNone/>
            </a:pPr>
            <a:r>
              <a:rPr lang="en-US" b="1" dirty="0"/>
              <a:t>Timeline</a:t>
            </a:r>
          </a:p>
          <a:p>
            <a:pPr lvl="1"/>
            <a:r>
              <a:rPr lang="en-US" b="1" dirty="0"/>
              <a:t>Start</a:t>
            </a:r>
            <a:r>
              <a:rPr lang="en-US" dirty="0"/>
              <a:t>: Early 2006 (internal development)</a:t>
            </a:r>
          </a:p>
          <a:p>
            <a:pPr lvl="1"/>
            <a:r>
              <a:rPr lang="en-US" b="1" dirty="0"/>
              <a:t>Public Release</a:t>
            </a:r>
            <a:r>
              <a:rPr lang="en-US" dirty="0"/>
              <a:t>: September 2008</a:t>
            </a:r>
          </a:p>
          <a:p>
            <a:pPr lvl="1"/>
            <a:r>
              <a:rPr lang="en-US" b="1" dirty="0"/>
              <a:t>Ongoing Updates</a:t>
            </a:r>
            <a:r>
              <a:rPr lang="en-US" dirty="0"/>
              <a:t>: Every 6 weeks (Agile release cycle)</a:t>
            </a:r>
          </a:p>
          <a:p>
            <a:pPr marL="0" indent="0">
              <a:buNone/>
            </a:pPr>
            <a:r>
              <a:rPr lang="en-US" b="1" dirty="0"/>
              <a:t>Cost &amp; Resources</a:t>
            </a:r>
          </a:p>
          <a:p>
            <a:pPr lvl="1"/>
            <a:r>
              <a:rPr lang="en-US" b="1" dirty="0"/>
              <a:t>Budget</a:t>
            </a:r>
            <a:r>
              <a:rPr lang="en-US" dirty="0"/>
              <a:t>: Funded internally by Google</a:t>
            </a:r>
          </a:p>
          <a:p>
            <a:pPr lvl="1"/>
            <a:r>
              <a:rPr lang="en-US" b="1" dirty="0"/>
              <a:t>Team</a:t>
            </a:r>
            <a:r>
              <a:rPr lang="en-US" dirty="0"/>
              <a:t>: Software engineers, UI/UX designers, QA testers, security experts</a:t>
            </a:r>
          </a:p>
          <a:p>
            <a:pPr lvl="1"/>
            <a:r>
              <a:rPr lang="en-US" b="1" dirty="0"/>
              <a:t>Tools</a:t>
            </a:r>
            <a:r>
              <a:rPr lang="en-US" dirty="0"/>
              <a:t>: Open-source Chromium engine, Agile development tools</a:t>
            </a:r>
          </a:p>
          <a:p>
            <a:pPr marL="0" indent="0">
              <a:buNone/>
            </a:pPr>
            <a:r>
              <a:rPr lang="en-US" b="1" dirty="0"/>
              <a:t>Quality Management</a:t>
            </a:r>
          </a:p>
          <a:p>
            <a:pPr lvl="1"/>
            <a:r>
              <a:rPr lang="en-US" dirty="0"/>
              <a:t>Focused on:</a:t>
            </a:r>
          </a:p>
          <a:p>
            <a:pPr lvl="2"/>
            <a:r>
              <a:rPr lang="en-US" dirty="0"/>
              <a:t>Speed and performance benchmarks</a:t>
            </a:r>
          </a:p>
          <a:p>
            <a:pPr lvl="2"/>
            <a:r>
              <a:rPr lang="en-US" dirty="0"/>
              <a:t>Security testing and sandboxing</a:t>
            </a:r>
          </a:p>
          <a:p>
            <a:pPr lvl="2"/>
            <a:r>
              <a:rPr lang="en-US" dirty="0"/>
              <a:t>User feedback and usability testing</a:t>
            </a:r>
          </a:p>
          <a:p>
            <a:pPr lvl="1"/>
            <a:r>
              <a:rPr lang="en-US" dirty="0"/>
              <a:t>Continuous integration and automated testing ensured high standards.</a:t>
            </a:r>
          </a:p>
          <a:p>
            <a:endParaRPr lang="en-US" dirty="0"/>
          </a:p>
        </p:txBody>
      </p:sp>
    </p:spTree>
    <p:extLst>
      <p:ext uri="{BB962C8B-B14F-4D97-AF65-F5344CB8AC3E}">
        <p14:creationId xmlns:p14="http://schemas.microsoft.com/office/powerpoint/2010/main" val="13190033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EFEA6-7260-D6C1-99D7-28CBEB1AC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897A6-E4A8-83D6-7D46-029EAF9BBA4E}"/>
              </a:ext>
            </a:extLst>
          </p:cNvPr>
          <p:cNvSpPr>
            <a:spLocks noGrp="1"/>
          </p:cNvSpPr>
          <p:nvPr>
            <p:ph type="title"/>
          </p:nvPr>
        </p:nvSpPr>
        <p:spPr/>
        <p:txBody>
          <a:bodyPr/>
          <a:lstStyle/>
          <a:p>
            <a:r>
              <a:rPr lang="en-US" b="1" dirty="0"/>
              <a:t>Case Study: Successful IT Project – Google Chrome</a:t>
            </a:r>
            <a:endParaRPr lang="en-US" dirty="0"/>
          </a:p>
        </p:txBody>
      </p:sp>
      <p:sp>
        <p:nvSpPr>
          <p:cNvPr id="3" name="Content Placeholder 2">
            <a:extLst>
              <a:ext uri="{FF2B5EF4-FFF2-40B4-BE49-F238E27FC236}">
                <a16:creationId xmlns:a16="http://schemas.microsoft.com/office/drawing/2014/main" id="{49E1AFD4-AB70-C638-474A-805695B5C1EF}"/>
              </a:ext>
            </a:extLst>
          </p:cNvPr>
          <p:cNvSpPr>
            <a:spLocks noGrp="1"/>
          </p:cNvSpPr>
          <p:nvPr>
            <p:ph idx="1"/>
          </p:nvPr>
        </p:nvSpPr>
        <p:spPr/>
        <p:txBody>
          <a:bodyPr>
            <a:normAutofit fontScale="92500" lnSpcReduction="10000"/>
          </a:bodyPr>
          <a:lstStyle/>
          <a:p>
            <a:pPr marL="0" indent="0">
              <a:buNone/>
            </a:pPr>
            <a:r>
              <a:rPr lang="en-US" b="1" dirty="0"/>
              <a:t>Risk Management</a:t>
            </a:r>
          </a:p>
          <a:p>
            <a:pPr lvl="1"/>
            <a:r>
              <a:rPr lang="en-US" b="1" dirty="0"/>
              <a:t>Risks Identified</a:t>
            </a:r>
            <a:r>
              <a:rPr lang="en-US" dirty="0"/>
              <a:t>:</a:t>
            </a:r>
          </a:p>
          <a:p>
            <a:pPr lvl="2"/>
            <a:r>
              <a:rPr lang="en-US" dirty="0"/>
              <a:t>Competing with established browsers (IE, Firefox)</a:t>
            </a:r>
          </a:p>
          <a:p>
            <a:pPr lvl="2"/>
            <a:r>
              <a:rPr lang="en-US" dirty="0"/>
              <a:t>Performance issues on older devices</a:t>
            </a:r>
          </a:p>
          <a:p>
            <a:pPr lvl="2"/>
            <a:r>
              <a:rPr lang="en-US" dirty="0"/>
              <a:t>Security vulnerabilities</a:t>
            </a:r>
          </a:p>
          <a:p>
            <a:pPr lvl="1"/>
            <a:r>
              <a:rPr lang="en-US" b="1" dirty="0"/>
              <a:t>Mitigation Strategies</a:t>
            </a:r>
            <a:r>
              <a:rPr lang="en-US" dirty="0"/>
              <a:t>:</a:t>
            </a:r>
          </a:p>
          <a:p>
            <a:pPr lvl="2"/>
            <a:r>
              <a:rPr lang="en-US" dirty="0"/>
              <a:t>Open-source development for transparency</a:t>
            </a:r>
          </a:p>
          <a:p>
            <a:pPr lvl="2"/>
            <a:r>
              <a:rPr lang="en-US" dirty="0"/>
              <a:t>Frequent updates and patches</a:t>
            </a:r>
          </a:p>
          <a:p>
            <a:pPr lvl="2"/>
            <a:r>
              <a:rPr lang="en-US" dirty="0"/>
              <a:t>Beta testing with real users</a:t>
            </a:r>
          </a:p>
          <a:p>
            <a:pPr marL="0" indent="0">
              <a:buNone/>
            </a:pPr>
            <a:r>
              <a:rPr lang="en-US" b="1" dirty="0"/>
              <a:t>Customer Satisfaction</a:t>
            </a:r>
          </a:p>
          <a:p>
            <a:pPr lvl="1"/>
            <a:r>
              <a:rPr lang="en-US" dirty="0"/>
              <a:t>Chrome’s clean interface and fast performance led to high user adoption.</a:t>
            </a:r>
          </a:p>
          <a:p>
            <a:pPr lvl="1"/>
            <a:r>
              <a:rPr lang="en-US" dirty="0"/>
              <a:t>Regular updates and community involvement kept users engaged.</a:t>
            </a:r>
          </a:p>
          <a:p>
            <a:pPr lvl="1"/>
            <a:r>
              <a:rPr lang="en-US" dirty="0"/>
              <a:t>Chrome became the most popular browser globally by 2012.</a:t>
            </a:r>
          </a:p>
          <a:p>
            <a:endParaRPr lang="en-US" dirty="0"/>
          </a:p>
        </p:txBody>
      </p:sp>
    </p:spTree>
    <p:extLst>
      <p:ext uri="{BB962C8B-B14F-4D97-AF65-F5344CB8AC3E}">
        <p14:creationId xmlns:p14="http://schemas.microsoft.com/office/powerpoint/2010/main" val="31065788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437BB5-EBF8-C1F9-24B9-F4AEB239C42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16DAD1-FFC2-8A60-33CE-3586E4E6FDEF}"/>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4800" b="1" kern="1200" dirty="0">
                <a:solidFill>
                  <a:schemeClr val="tx1"/>
                </a:solidFill>
                <a:latin typeface="+mj-lt"/>
                <a:ea typeface="+mj-ea"/>
                <a:cs typeface="+mj-cs"/>
              </a:rPr>
              <a:t>Case Study: Successful IT Project – Google Chrome</a:t>
            </a:r>
            <a:endParaRPr lang="en-US" sz="4800" kern="1200" dirty="0">
              <a:solidFill>
                <a:schemeClr val="tx1"/>
              </a:solidFill>
              <a:latin typeface="+mj-lt"/>
              <a:ea typeface="+mj-ea"/>
              <a:cs typeface="+mj-cs"/>
            </a:endParaRPr>
          </a:p>
        </p:txBody>
      </p:sp>
      <p:graphicFrame>
        <p:nvGraphicFramePr>
          <p:cNvPr id="6" name="Content Placeholder 3">
            <a:extLst>
              <a:ext uri="{FF2B5EF4-FFF2-40B4-BE49-F238E27FC236}">
                <a16:creationId xmlns:a16="http://schemas.microsoft.com/office/drawing/2014/main" id="{AE8F7B0E-7C44-5AB3-A0C0-5B647F30825A}"/>
              </a:ext>
            </a:extLst>
          </p:cNvPr>
          <p:cNvGraphicFramePr>
            <a:graphicFrameLocks noGrp="1"/>
          </p:cNvGraphicFramePr>
          <p:nvPr>
            <p:ph idx="1"/>
          </p:nvPr>
        </p:nvGraphicFramePr>
        <p:xfrm>
          <a:off x="838200" y="2085572"/>
          <a:ext cx="10512548" cy="3970014"/>
        </p:xfrm>
        <a:graphic>
          <a:graphicData uri="http://schemas.openxmlformats.org/drawingml/2006/table">
            <a:tbl>
              <a:tblPr firstRow="1" bandRow="1">
                <a:tableStyleId>{8799B23B-EC83-4686-B30A-512413B5E67A}</a:tableStyleId>
              </a:tblPr>
              <a:tblGrid>
                <a:gridCol w="2382658">
                  <a:extLst>
                    <a:ext uri="{9D8B030D-6E8A-4147-A177-3AD203B41FA5}">
                      <a16:colId xmlns:a16="http://schemas.microsoft.com/office/drawing/2014/main" val="2458667463"/>
                    </a:ext>
                  </a:extLst>
                </a:gridCol>
                <a:gridCol w="8129890">
                  <a:extLst>
                    <a:ext uri="{9D8B030D-6E8A-4147-A177-3AD203B41FA5}">
                      <a16:colId xmlns:a16="http://schemas.microsoft.com/office/drawing/2014/main" val="1804092606"/>
                    </a:ext>
                  </a:extLst>
                </a:gridCol>
              </a:tblGrid>
              <a:tr h="744116">
                <a:tc>
                  <a:txBody>
                    <a:bodyPr/>
                    <a:lstStyle/>
                    <a:p>
                      <a:pPr algn="l" fontAlgn="t">
                        <a:buNone/>
                      </a:pPr>
                      <a:r>
                        <a:rPr lang="en-US" sz="3300" b="0">
                          <a:effectLst/>
                        </a:rPr>
                        <a:t>Constraint</a:t>
                      </a:r>
                    </a:p>
                  </a:txBody>
                  <a:tcPr marL="139609" marR="93073" marT="93073" marB="81438"/>
                </a:tc>
                <a:tc>
                  <a:txBody>
                    <a:bodyPr/>
                    <a:lstStyle/>
                    <a:p>
                      <a:pPr algn="l" fontAlgn="t">
                        <a:buNone/>
                      </a:pPr>
                      <a:r>
                        <a:rPr lang="en-US" sz="3300" b="0">
                          <a:effectLst/>
                        </a:rPr>
                        <a:t>Management Strategy</a:t>
                      </a:r>
                    </a:p>
                  </a:txBody>
                  <a:tcPr marL="139609" marR="93073" marT="93073" marB="81438"/>
                </a:tc>
                <a:extLst>
                  <a:ext uri="{0D108BD9-81ED-4DB2-BD59-A6C34878D82A}">
                    <a16:rowId xmlns:a16="http://schemas.microsoft.com/office/drawing/2014/main" val="2124819537"/>
                  </a:ext>
                </a:extLst>
              </a:tr>
              <a:tr h="1246708">
                <a:tc>
                  <a:txBody>
                    <a:bodyPr/>
                    <a:lstStyle/>
                    <a:p>
                      <a:pPr algn="l" fontAlgn="t">
                        <a:buNone/>
                      </a:pPr>
                      <a:r>
                        <a:rPr lang="en-US" sz="3300" b="1">
                          <a:effectLst/>
                        </a:rPr>
                        <a:t>Scope</a:t>
                      </a:r>
                      <a:endParaRPr lang="en-US" sz="3300">
                        <a:effectLst/>
                      </a:endParaRPr>
                    </a:p>
                  </a:txBody>
                  <a:tcPr marL="139609" marR="93073" marT="93073" marB="81438"/>
                </a:tc>
                <a:tc>
                  <a:txBody>
                    <a:bodyPr/>
                    <a:lstStyle/>
                    <a:p>
                      <a:pPr algn="l" fontAlgn="t">
                        <a:buNone/>
                      </a:pPr>
                      <a:r>
                        <a:rPr lang="en-US" sz="3300">
                          <a:effectLst/>
                        </a:rPr>
                        <a:t>Focused on essential features first, added more over time</a:t>
                      </a:r>
                    </a:p>
                  </a:txBody>
                  <a:tcPr marL="139609" marR="93073" marT="93073" marB="81438"/>
                </a:tc>
                <a:extLst>
                  <a:ext uri="{0D108BD9-81ED-4DB2-BD59-A6C34878D82A}">
                    <a16:rowId xmlns:a16="http://schemas.microsoft.com/office/drawing/2014/main" val="4226402081"/>
                  </a:ext>
                </a:extLst>
              </a:tr>
              <a:tr h="744116">
                <a:tc>
                  <a:txBody>
                    <a:bodyPr/>
                    <a:lstStyle/>
                    <a:p>
                      <a:pPr algn="l" fontAlgn="t">
                        <a:buNone/>
                      </a:pPr>
                      <a:r>
                        <a:rPr lang="en-US" sz="3300" b="1">
                          <a:effectLst/>
                        </a:rPr>
                        <a:t>Time</a:t>
                      </a:r>
                      <a:endParaRPr lang="en-US" sz="3300">
                        <a:effectLst/>
                      </a:endParaRPr>
                    </a:p>
                  </a:txBody>
                  <a:tcPr marL="139609" marR="93073" marT="93073" marB="81438"/>
                </a:tc>
                <a:tc>
                  <a:txBody>
                    <a:bodyPr/>
                    <a:lstStyle/>
                    <a:p>
                      <a:pPr algn="l" fontAlgn="t">
                        <a:buNone/>
                      </a:pPr>
                      <a:r>
                        <a:rPr lang="en-US" sz="3300">
                          <a:effectLst/>
                        </a:rPr>
                        <a:t>Agile development with frequent releases</a:t>
                      </a:r>
                    </a:p>
                  </a:txBody>
                  <a:tcPr marL="139609" marR="93073" marT="93073" marB="81438"/>
                </a:tc>
                <a:extLst>
                  <a:ext uri="{0D108BD9-81ED-4DB2-BD59-A6C34878D82A}">
                    <a16:rowId xmlns:a16="http://schemas.microsoft.com/office/drawing/2014/main" val="751052622"/>
                  </a:ext>
                </a:extLst>
              </a:tr>
              <a:tr h="1235074">
                <a:tc>
                  <a:txBody>
                    <a:bodyPr/>
                    <a:lstStyle/>
                    <a:p>
                      <a:pPr algn="l" fontAlgn="t">
                        <a:buNone/>
                      </a:pPr>
                      <a:r>
                        <a:rPr lang="en-US" sz="3300" b="1">
                          <a:effectLst/>
                        </a:rPr>
                        <a:t>Cost</a:t>
                      </a:r>
                      <a:endParaRPr lang="en-US" sz="3300">
                        <a:effectLst/>
                      </a:endParaRPr>
                    </a:p>
                  </a:txBody>
                  <a:tcPr marL="139609" marR="93073" marT="93073" marB="69804"/>
                </a:tc>
                <a:tc>
                  <a:txBody>
                    <a:bodyPr/>
                    <a:lstStyle/>
                    <a:p>
                      <a:pPr algn="l" fontAlgn="t">
                        <a:buNone/>
                      </a:pPr>
                      <a:r>
                        <a:rPr lang="en-US" sz="3300">
                          <a:effectLst/>
                        </a:rPr>
                        <a:t>Efficient use of internal resources and open-source tools</a:t>
                      </a:r>
                    </a:p>
                  </a:txBody>
                  <a:tcPr marL="139609" marR="93073" marT="93073" marB="69804"/>
                </a:tc>
                <a:extLst>
                  <a:ext uri="{0D108BD9-81ED-4DB2-BD59-A6C34878D82A}">
                    <a16:rowId xmlns:a16="http://schemas.microsoft.com/office/drawing/2014/main" val="4207918853"/>
                  </a:ext>
                </a:extLst>
              </a:tr>
            </a:tbl>
          </a:graphicData>
        </a:graphic>
      </p:graphicFrame>
    </p:spTree>
    <p:extLst>
      <p:ext uri="{BB962C8B-B14F-4D97-AF65-F5344CB8AC3E}">
        <p14:creationId xmlns:p14="http://schemas.microsoft.com/office/powerpoint/2010/main" val="28809178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943E8-4BD8-86A2-85CA-73F2EF08201D}"/>
              </a:ext>
            </a:extLst>
          </p:cNvPr>
          <p:cNvSpPr>
            <a:spLocks noGrp="1"/>
          </p:cNvSpPr>
          <p:nvPr>
            <p:ph type="title"/>
          </p:nvPr>
        </p:nvSpPr>
        <p:spPr/>
        <p:txBody>
          <a:bodyPr/>
          <a:lstStyle/>
          <a:p>
            <a:r>
              <a:rPr lang="en-US" b="1" dirty="0"/>
              <a:t>Case Study: Successful IT Project – Google Chrome</a:t>
            </a:r>
            <a:endParaRPr lang="en-US" dirty="0"/>
          </a:p>
        </p:txBody>
      </p:sp>
      <p:sp>
        <p:nvSpPr>
          <p:cNvPr id="3" name="Content Placeholder 2">
            <a:extLst>
              <a:ext uri="{FF2B5EF4-FFF2-40B4-BE49-F238E27FC236}">
                <a16:creationId xmlns:a16="http://schemas.microsoft.com/office/drawing/2014/main" id="{E4EE7989-0F96-01BC-EBA3-84744E67A928}"/>
              </a:ext>
            </a:extLst>
          </p:cNvPr>
          <p:cNvSpPr>
            <a:spLocks noGrp="1"/>
          </p:cNvSpPr>
          <p:nvPr>
            <p:ph idx="1"/>
          </p:nvPr>
        </p:nvSpPr>
        <p:spPr/>
        <p:txBody>
          <a:bodyPr/>
          <a:lstStyle/>
          <a:p>
            <a:pPr marL="0" indent="0">
              <a:buNone/>
            </a:pPr>
            <a:r>
              <a:rPr lang="en-US" b="1" dirty="0"/>
              <a:t>Lessons Learned</a:t>
            </a:r>
          </a:p>
          <a:p>
            <a:r>
              <a:rPr lang="en-US" dirty="0"/>
              <a:t>Start with a clear MVP (Minimum Viable Product)</a:t>
            </a:r>
          </a:p>
          <a:p>
            <a:r>
              <a:rPr lang="en-US" dirty="0"/>
              <a:t>Use Agile for flexibility and speed</a:t>
            </a:r>
          </a:p>
          <a:p>
            <a:r>
              <a:rPr lang="en-US" dirty="0"/>
              <a:t>Prioritize user experience and security</a:t>
            </a:r>
          </a:p>
          <a:p>
            <a:r>
              <a:rPr lang="en-US" dirty="0"/>
              <a:t>Engage the community for feedback and innovation</a:t>
            </a:r>
          </a:p>
          <a:p>
            <a:endParaRPr lang="en-US" dirty="0"/>
          </a:p>
        </p:txBody>
      </p:sp>
    </p:spTree>
    <p:extLst>
      <p:ext uri="{BB962C8B-B14F-4D97-AF65-F5344CB8AC3E}">
        <p14:creationId xmlns:p14="http://schemas.microsoft.com/office/powerpoint/2010/main" val="7800752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3D4ED0-B4A3-F303-BB01-8C754E355F6F}"/>
              </a:ext>
            </a:extLst>
          </p:cNvPr>
          <p:cNvSpPr>
            <a:spLocks noGrp="1"/>
          </p:cNvSpPr>
          <p:nvPr>
            <p:ph type="title"/>
          </p:nvPr>
        </p:nvSpPr>
        <p:spPr>
          <a:xfrm>
            <a:off x="686834" y="1153572"/>
            <a:ext cx="3200400" cy="4461163"/>
          </a:xfrm>
        </p:spPr>
        <p:txBody>
          <a:bodyPr>
            <a:normAutofit/>
          </a:bodyPr>
          <a:lstStyle/>
          <a:p>
            <a:r>
              <a:rPr lang="en-US" b="1" dirty="0">
                <a:solidFill>
                  <a:srgbClr val="FFFFFF"/>
                </a:solidFill>
              </a:rPr>
              <a:t>Case Study: Successful IT Project – Apple iPhone</a:t>
            </a:r>
            <a:endParaRPr lang="en-US" dirty="0">
              <a:solidFill>
                <a:srgbClr val="FFFFFF"/>
              </a:solidFill>
            </a:endParaRP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0F09516-33AB-FE7B-F4F6-D62597A364D8}"/>
              </a:ext>
            </a:extLst>
          </p:cNvPr>
          <p:cNvSpPr>
            <a:spLocks noGrp="1"/>
          </p:cNvSpPr>
          <p:nvPr>
            <p:ph idx="1"/>
          </p:nvPr>
        </p:nvSpPr>
        <p:spPr>
          <a:xfrm>
            <a:off x="4447308" y="591344"/>
            <a:ext cx="6906491" cy="5585619"/>
          </a:xfrm>
        </p:spPr>
        <p:txBody>
          <a:bodyPr anchor="ctr">
            <a:normAutofit/>
          </a:bodyPr>
          <a:lstStyle/>
          <a:p>
            <a:pPr marL="0" indent="0">
              <a:buNone/>
            </a:pPr>
            <a:r>
              <a:rPr lang="en-US" sz="1500" b="1"/>
              <a:t>Overview:</a:t>
            </a:r>
          </a:p>
          <a:p>
            <a:r>
              <a:rPr lang="en-US" sz="1500" b="1"/>
              <a:t>Project</a:t>
            </a:r>
            <a:r>
              <a:rPr lang="en-US" sz="1500"/>
              <a:t>: Development of the first iPhone</a:t>
            </a:r>
          </a:p>
          <a:p>
            <a:r>
              <a:rPr lang="en-US" sz="1500" b="1"/>
              <a:t>Company</a:t>
            </a:r>
            <a:r>
              <a:rPr lang="en-US" sz="1500"/>
              <a:t>: Apple Inc.</a:t>
            </a:r>
          </a:p>
          <a:p>
            <a:r>
              <a:rPr lang="en-US" sz="1500" b="1"/>
              <a:t>Launch Year</a:t>
            </a:r>
            <a:r>
              <a:rPr lang="en-US" sz="1500"/>
              <a:t>: 2007</a:t>
            </a:r>
          </a:p>
          <a:p>
            <a:r>
              <a:rPr lang="en-US" sz="1500" b="1"/>
              <a:t>Goal</a:t>
            </a:r>
            <a:r>
              <a:rPr lang="en-US" sz="1500"/>
              <a:t>: Create a revolutionary smartphone combining phone, music, and internet</a:t>
            </a:r>
          </a:p>
          <a:p>
            <a:pPr marL="0" indent="0">
              <a:buNone/>
            </a:pPr>
            <a:r>
              <a:rPr lang="en-US" sz="1500" b="1"/>
              <a:t>Why It Succeeded:</a:t>
            </a:r>
          </a:p>
          <a:p>
            <a:r>
              <a:rPr lang="en-US" sz="1500" b="1"/>
              <a:t>Clear Vision</a:t>
            </a:r>
            <a:r>
              <a:rPr lang="en-US" sz="1500"/>
              <a:t>: Steve Jobs had a bold vision to redefine mobile phones.</a:t>
            </a:r>
          </a:p>
          <a:p>
            <a:r>
              <a:rPr lang="en-US" sz="1500" b="1"/>
              <a:t>Strong Leadership</a:t>
            </a:r>
            <a:r>
              <a:rPr lang="en-US" sz="1500"/>
              <a:t>: The project was led by experienced teams with clear direction.</a:t>
            </a:r>
          </a:p>
          <a:p>
            <a:r>
              <a:rPr lang="en-US" sz="1500" b="1"/>
              <a:t>Innovation</a:t>
            </a:r>
            <a:r>
              <a:rPr lang="en-US" sz="1500"/>
              <a:t>: Combined multiple technologies into one sleek device.</a:t>
            </a:r>
          </a:p>
          <a:p>
            <a:r>
              <a:rPr lang="en-US" sz="1500" b="1"/>
              <a:t>User-Centered Design</a:t>
            </a:r>
            <a:r>
              <a:rPr lang="en-US" sz="1500"/>
              <a:t>: Focused on simplicity and user experience.</a:t>
            </a:r>
          </a:p>
          <a:p>
            <a:r>
              <a:rPr lang="en-US" sz="1500" b="1"/>
              <a:t>Controlled Secrecy</a:t>
            </a:r>
            <a:r>
              <a:rPr lang="en-US" sz="1500"/>
              <a:t>: Maintained tight control over leaks and development.</a:t>
            </a:r>
          </a:p>
          <a:p>
            <a:pPr marL="0" indent="0">
              <a:buNone/>
            </a:pPr>
            <a:r>
              <a:rPr lang="en-US" sz="1500" b="1"/>
              <a:t>Outcome:</a:t>
            </a:r>
          </a:p>
          <a:p>
            <a:r>
              <a:rPr lang="en-US" sz="1500"/>
              <a:t>The iPhone became a global success, transforming the smartphone industry and making Apple one of the most valuable companies in the world.</a:t>
            </a:r>
          </a:p>
          <a:p>
            <a:endParaRPr lang="en-US" sz="1500"/>
          </a:p>
        </p:txBody>
      </p:sp>
    </p:spTree>
    <p:extLst>
      <p:ext uri="{BB962C8B-B14F-4D97-AF65-F5344CB8AC3E}">
        <p14:creationId xmlns:p14="http://schemas.microsoft.com/office/powerpoint/2010/main" val="5349423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4D2F4-3037-D4FB-7187-02869D263AC1}"/>
              </a:ext>
            </a:extLst>
          </p:cNvPr>
          <p:cNvSpPr>
            <a:spLocks noGrp="1"/>
          </p:cNvSpPr>
          <p:nvPr>
            <p:ph type="title"/>
          </p:nvPr>
        </p:nvSpPr>
        <p:spPr/>
        <p:txBody>
          <a:bodyPr>
            <a:normAutofit/>
          </a:bodyPr>
          <a:lstStyle/>
          <a:p>
            <a:r>
              <a:rPr lang="en-US" b="1" dirty="0"/>
              <a:t>Case Study: Successful IT Project – Apple iPhone</a:t>
            </a:r>
            <a:endParaRPr lang="en-US" dirty="0"/>
          </a:p>
        </p:txBody>
      </p:sp>
      <p:sp>
        <p:nvSpPr>
          <p:cNvPr id="3" name="Content Placeholder 2">
            <a:extLst>
              <a:ext uri="{FF2B5EF4-FFF2-40B4-BE49-F238E27FC236}">
                <a16:creationId xmlns:a16="http://schemas.microsoft.com/office/drawing/2014/main" id="{E32E4F69-ABA5-A735-AA0B-AFCB257A8D12}"/>
              </a:ext>
            </a:extLst>
          </p:cNvPr>
          <p:cNvSpPr>
            <a:spLocks noGrp="1"/>
          </p:cNvSpPr>
          <p:nvPr>
            <p:ph idx="1"/>
          </p:nvPr>
        </p:nvSpPr>
        <p:spPr/>
        <p:txBody>
          <a:bodyPr/>
          <a:lstStyle/>
          <a:p>
            <a:pPr marL="0" indent="0">
              <a:buNone/>
            </a:pPr>
            <a:r>
              <a:rPr lang="en-US" b="1" dirty="0"/>
              <a:t> Overview</a:t>
            </a:r>
          </a:p>
          <a:p>
            <a:pPr lvl="1"/>
            <a:r>
              <a:rPr lang="en-US" dirty="0"/>
              <a:t>The Apple iPhone, launched in 2007, revolutionized the smartphone industry. It combined a phone, iPod, and internet communicator into one device. This case study explores how Apple managed the iPhone project successfully through innovation, strategic planning, and strong project management.</a:t>
            </a:r>
          </a:p>
          <a:p>
            <a:pPr marL="0" indent="0">
              <a:buNone/>
            </a:pPr>
            <a:r>
              <a:rPr lang="en-US" b="1" dirty="0"/>
              <a:t> Project Goal</a:t>
            </a:r>
          </a:p>
          <a:p>
            <a:pPr lvl="1"/>
            <a:r>
              <a:rPr lang="en-US" dirty="0"/>
              <a:t>To create a </a:t>
            </a:r>
            <a:r>
              <a:rPr lang="en-US" b="1" dirty="0"/>
              <a:t>touchscreen-based smartphone</a:t>
            </a:r>
            <a:r>
              <a:rPr lang="en-US" dirty="0"/>
              <a:t> that integrates communication, entertainment, and internet access in a single, user-friendly device.</a:t>
            </a:r>
          </a:p>
          <a:p>
            <a:endParaRPr lang="en-US" dirty="0"/>
          </a:p>
        </p:txBody>
      </p:sp>
    </p:spTree>
    <p:extLst>
      <p:ext uri="{BB962C8B-B14F-4D97-AF65-F5344CB8AC3E}">
        <p14:creationId xmlns:p14="http://schemas.microsoft.com/office/powerpoint/2010/main" val="13415960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9A8AE-8F90-13D1-19BD-BE05610A7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1E6D7-D3D1-90AE-8C70-BE0438FFAC88}"/>
              </a:ext>
            </a:extLst>
          </p:cNvPr>
          <p:cNvSpPr>
            <a:spLocks noGrp="1"/>
          </p:cNvSpPr>
          <p:nvPr>
            <p:ph type="title"/>
          </p:nvPr>
        </p:nvSpPr>
        <p:spPr/>
        <p:txBody>
          <a:bodyPr>
            <a:normAutofit/>
          </a:bodyPr>
          <a:lstStyle/>
          <a:p>
            <a:r>
              <a:rPr lang="en-US" b="1" dirty="0"/>
              <a:t>Case Study: Successful IT Project – Apple iPhone</a:t>
            </a:r>
            <a:endParaRPr lang="en-US" dirty="0"/>
          </a:p>
        </p:txBody>
      </p:sp>
      <p:sp>
        <p:nvSpPr>
          <p:cNvPr id="3" name="Content Placeholder 2">
            <a:extLst>
              <a:ext uri="{FF2B5EF4-FFF2-40B4-BE49-F238E27FC236}">
                <a16:creationId xmlns:a16="http://schemas.microsoft.com/office/drawing/2014/main" id="{A88A420D-D1AC-2E2A-4F3D-9A4D9E04BFC9}"/>
              </a:ext>
            </a:extLst>
          </p:cNvPr>
          <p:cNvSpPr>
            <a:spLocks noGrp="1"/>
          </p:cNvSpPr>
          <p:nvPr>
            <p:ph idx="1"/>
          </p:nvPr>
        </p:nvSpPr>
        <p:spPr/>
        <p:txBody>
          <a:bodyPr>
            <a:normAutofit fontScale="92500" lnSpcReduction="20000"/>
          </a:bodyPr>
          <a:lstStyle/>
          <a:p>
            <a:pPr marL="0" indent="0">
              <a:buNone/>
            </a:pPr>
            <a:r>
              <a:rPr lang="en-US" b="1" dirty="0"/>
              <a:t>Project Scope</a:t>
            </a:r>
          </a:p>
          <a:p>
            <a:r>
              <a:rPr lang="en-US" b="1" dirty="0"/>
              <a:t>Core Features</a:t>
            </a:r>
            <a:r>
              <a:rPr lang="en-US" dirty="0"/>
              <a:t>:</a:t>
            </a:r>
          </a:p>
          <a:p>
            <a:pPr lvl="1"/>
            <a:r>
              <a:rPr lang="en-US" dirty="0"/>
              <a:t>Multi-touch interface</a:t>
            </a:r>
          </a:p>
          <a:p>
            <a:pPr lvl="1"/>
            <a:r>
              <a:rPr lang="en-US" dirty="0"/>
              <a:t>Visual voicemail</a:t>
            </a:r>
          </a:p>
          <a:p>
            <a:pPr lvl="1"/>
            <a:r>
              <a:rPr lang="en-US" dirty="0"/>
              <a:t>Mobile Safari browser</a:t>
            </a:r>
          </a:p>
          <a:p>
            <a:pPr lvl="1"/>
            <a:r>
              <a:rPr lang="en-US" dirty="0"/>
              <a:t>Music and video playback</a:t>
            </a:r>
          </a:p>
          <a:p>
            <a:r>
              <a:rPr lang="en-US" b="1" dirty="0"/>
              <a:t>Extended Features</a:t>
            </a:r>
            <a:r>
              <a:rPr lang="en-US" dirty="0"/>
              <a:t> (added in later versions):</a:t>
            </a:r>
          </a:p>
          <a:p>
            <a:pPr lvl="1"/>
            <a:r>
              <a:rPr lang="en-US" dirty="0"/>
              <a:t>App Store</a:t>
            </a:r>
          </a:p>
          <a:p>
            <a:pPr lvl="1"/>
            <a:r>
              <a:rPr lang="en-US" dirty="0"/>
              <a:t>GPS and maps</a:t>
            </a:r>
          </a:p>
          <a:p>
            <a:pPr lvl="1"/>
            <a:r>
              <a:rPr lang="en-US" dirty="0"/>
              <a:t>Siri (voice assistant)</a:t>
            </a:r>
          </a:p>
          <a:p>
            <a:pPr lvl="1"/>
            <a:r>
              <a:rPr lang="en-US" dirty="0"/>
              <a:t>FaceTime and advanced cameras</a:t>
            </a:r>
          </a:p>
          <a:p>
            <a:r>
              <a:rPr lang="en-US" dirty="0"/>
              <a:t>Apple focused on </a:t>
            </a:r>
            <a:r>
              <a:rPr lang="en-US" b="1" dirty="0"/>
              <a:t>user experience</a:t>
            </a:r>
            <a:r>
              <a:rPr lang="en-US" dirty="0"/>
              <a:t>, </a:t>
            </a:r>
            <a:r>
              <a:rPr lang="en-US" b="1" dirty="0"/>
              <a:t>design</a:t>
            </a:r>
            <a:r>
              <a:rPr lang="en-US" dirty="0"/>
              <a:t>, and </a:t>
            </a:r>
            <a:r>
              <a:rPr lang="en-US" b="1" dirty="0"/>
              <a:t>functionality</a:t>
            </a:r>
            <a:r>
              <a:rPr lang="en-US" dirty="0"/>
              <a:t> as key scope elements.</a:t>
            </a:r>
          </a:p>
          <a:p>
            <a:endParaRPr lang="en-US" dirty="0"/>
          </a:p>
        </p:txBody>
      </p:sp>
    </p:spTree>
    <p:extLst>
      <p:ext uri="{BB962C8B-B14F-4D97-AF65-F5344CB8AC3E}">
        <p14:creationId xmlns:p14="http://schemas.microsoft.com/office/powerpoint/2010/main" val="12245887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6661B-348D-C1EA-294F-E08CB3913D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0F2CF-34A9-3E3B-7F08-32BE7B4EEDCD}"/>
              </a:ext>
            </a:extLst>
          </p:cNvPr>
          <p:cNvSpPr>
            <a:spLocks noGrp="1"/>
          </p:cNvSpPr>
          <p:nvPr>
            <p:ph type="title"/>
          </p:nvPr>
        </p:nvSpPr>
        <p:spPr/>
        <p:txBody>
          <a:bodyPr>
            <a:normAutofit/>
          </a:bodyPr>
          <a:lstStyle/>
          <a:p>
            <a:r>
              <a:rPr lang="en-US" b="1" dirty="0"/>
              <a:t>Case Study: Successful IT Project – Apple iPhone</a:t>
            </a:r>
            <a:endParaRPr lang="en-US" dirty="0"/>
          </a:p>
        </p:txBody>
      </p:sp>
      <p:sp>
        <p:nvSpPr>
          <p:cNvPr id="3" name="Content Placeholder 2">
            <a:extLst>
              <a:ext uri="{FF2B5EF4-FFF2-40B4-BE49-F238E27FC236}">
                <a16:creationId xmlns:a16="http://schemas.microsoft.com/office/drawing/2014/main" id="{7C9B7F46-7B19-A241-89FD-24839B871578}"/>
              </a:ext>
            </a:extLst>
          </p:cNvPr>
          <p:cNvSpPr>
            <a:spLocks noGrp="1"/>
          </p:cNvSpPr>
          <p:nvPr>
            <p:ph idx="1"/>
          </p:nvPr>
        </p:nvSpPr>
        <p:spPr/>
        <p:txBody>
          <a:bodyPr>
            <a:normAutofit lnSpcReduction="10000"/>
          </a:bodyPr>
          <a:lstStyle/>
          <a:p>
            <a:pPr marL="0" indent="0">
              <a:buNone/>
            </a:pPr>
            <a:r>
              <a:rPr lang="en-US" b="1" dirty="0"/>
              <a:t>Timeline</a:t>
            </a:r>
          </a:p>
          <a:p>
            <a:pPr lvl="1"/>
            <a:r>
              <a:rPr lang="en-US" b="1" dirty="0"/>
              <a:t>Start</a:t>
            </a:r>
            <a:r>
              <a:rPr lang="en-US" dirty="0"/>
              <a:t>: 2004 (Project Purple)</a:t>
            </a:r>
          </a:p>
          <a:p>
            <a:pPr lvl="1"/>
            <a:r>
              <a:rPr lang="en-US" b="1" dirty="0"/>
              <a:t>Announcement</a:t>
            </a:r>
            <a:r>
              <a:rPr lang="en-US" dirty="0"/>
              <a:t>: January 2007</a:t>
            </a:r>
          </a:p>
          <a:p>
            <a:pPr lvl="1"/>
            <a:r>
              <a:rPr lang="en-US" b="1" dirty="0"/>
              <a:t>Release</a:t>
            </a:r>
            <a:r>
              <a:rPr lang="en-US" dirty="0"/>
              <a:t>: June 2007</a:t>
            </a:r>
          </a:p>
          <a:p>
            <a:pPr lvl="1"/>
            <a:r>
              <a:rPr lang="en-US" b="1" dirty="0"/>
              <a:t>Ongoing Development</a:t>
            </a:r>
            <a:r>
              <a:rPr lang="en-US" dirty="0"/>
              <a:t>: Annual updates with new models and features</a:t>
            </a:r>
          </a:p>
          <a:p>
            <a:pPr marL="0" indent="0">
              <a:buNone/>
            </a:pPr>
            <a:r>
              <a:rPr lang="en-US" b="1" dirty="0"/>
              <a:t>Cost &amp; Resources</a:t>
            </a:r>
          </a:p>
          <a:p>
            <a:pPr lvl="1"/>
            <a:r>
              <a:rPr lang="en-US" b="1" dirty="0"/>
              <a:t>Budget</a:t>
            </a:r>
            <a:r>
              <a:rPr lang="en-US" dirty="0"/>
              <a:t>: High investment from Apple’s R&amp;D</a:t>
            </a:r>
          </a:p>
          <a:p>
            <a:pPr lvl="1"/>
            <a:r>
              <a:rPr lang="en-US" b="1" dirty="0"/>
              <a:t>Resources</a:t>
            </a:r>
            <a:r>
              <a:rPr lang="en-US" dirty="0"/>
              <a:t>:</a:t>
            </a:r>
          </a:p>
          <a:p>
            <a:pPr lvl="2"/>
            <a:r>
              <a:rPr lang="en-US" dirty="0"/>
              <a:t>Engineers, designers, marketers</a:t>
            </a:r>
          </a:p>
          <a:p>
            <a:pPr lvl="2"/>
            <a:r>
              <a:rPr lang="en-US" dirty="0"/>
              <a:t>Collaboration with suppliers (e.g., Samsung for chips)</a:t>
            </a:r>
          </a:p>
          <a:p>
            <a:pPr lvl="2"/>
            <a:r>
              <a:rPr lang="en-US" dirty="0"/>
              <a:t>Proprietary software and hardware development</a:t>
            </a:r>
          </a:p>
          <a:p>
            <a:endParaRPr lang="en-US" dirty="0"/>
          </a:p>
        </p:txBody>
      </p:sp>
    </p:spTree>
    <p:extLst>
      <p:ext uri="{BB962C8B-B14F-4D97-AF65-F5344CB8AC3E}">
        <p14:creationId xmlns:p14="http://schemas.microsoft.com/office/powerpoint/2010/main" val="3947159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01E3A-62AC-3327-750F-DEBC436C9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23BC2F-21CB-E14F-C7C6-1A87AD151CF7}"/>
              </a:ext>
            </a:extLst>
          </p:cNvPr>
          <p:cNvSpPr>
            <a:spLocks noGrp="1"/>
          </p:cNvSpPr>
          <p:nvPr>
            <p:ph type="title"/>
          </p:nvPr>
        </p:nvSpPr>
        <p:spPr/>
        <p:txBody>
          <a:bodyPr>
            <a:normAutofit/>
          </a:bodyPr>
          <a:lstStyle/>
          <a:p>
            <a:r>
              <a:rPr lang="en-US" b="1" dirty="0"/>
              <a:t>Case Study: Successful IT Project – Apple iPhone</a:t>
            </a:r>
            <a:endParaRPr lang="en-US" dirty="0"/>
          </a:p>
        </p:txBody>
      </p:sp>
      <p:sp>
        <p:nvSpPr>
          <p:cNvPr id="3" name="Content Placeholder 2">
            <a:extLst>
              <a:ext uri="{FF2B5EF4-FFF2-40B4-BE49-F238E27FC236}">
                <a16:creationId xmlns:a16="http://schemas.microsoft.com/office/drawing/2014/main" id="{117681E2-595D-51F6-369A-DA0F7EEE9791}"/>
              </a:ext>
            </a:extLst>
          </p:cNvPr>
          <p:cNvSpPr>
            <a:spLocks noGrp="1"/>
          </p:cNvSpPr>
          <p:nvPr>
            <p:ph idx="1"/>
          </p:nvPr>
        </p:nvSpPr>
        <p:spPr/>
        <p:txBody>
          <a:bodyPr>
            <a:normAutofit fontScale="92500" lnSpcReduction="20000"/>
          </a:bodyPr>
          <a:lstStyle/>
          <a:p>
            <a:pPr marL="0" indent="0">
              <a:buNone/>
            </a:pPr>
            <a:r>
              <a:rPr lang="en-US" b="1" dirty="0"/>
              <a:t>Quality Management</a:t>
            </a:r>
          </a:p>
          <a:p>
            <a:pPr lvl="1"/>
            <a:r>
              <a:rPr lang="en-US" dirty="0"/>
              <a:t>Rigorous </a:t>
            </a:r>
            <a:r>
              <a:rPr lang="en-US" b="1" dirty="0"/>
              <a:t>hardware and software testing</a:t>
            </a:r>
            <a:endParaRPr lang="en-US" dirty="0"/>
          </a:p>
          <a:p>
            <a:pPr lvl="1"/>
            <a:r>
              <a:rPr lang="en-US" dirty="0"/>
              <a:t>Focus on </a:t>
            </a:r>
            <a:r>
              <a:rPr lang="en-US" b="1" dirty="0"/>
              <a:t>design precision</a:t>
            </a:r>
            <a:r>
              <a:rPr lang="en-US" dirty="0"/>
              <a:t> and </a:t>
            </a:r>
            <a:r>
              <a:rPr lang="en-US" b="1" dirty="0"/>
              <a:t>user interface</a:t>
            </a:r>
            <a:endParaRPr lang="en-US" dirty="0"/>
          </a:p>
          <a:p>
            <a:pPr lvl="1"/>
            <a:r>
              <a:rPr lang="en-US" dirty="0"/>
              <a:t>Controlled ecosystem (iOS) ensured consistent quality</a:t>
            </a:r>
          </a:p>
          <a:p>
            <a:pPr lvl="1"/>
            <a:r>
              <a:rPr lang="en-US" dirty="0"/>
              <a:t>Frequent updates and bug fixes post-launch</a:t>
            </a:r>
          </a:p>
          <a:p>
            <a:pPr marL="0" indent="0">
              <a:buNone/>
            </a:pPr>
            <a:r>
              <a:rPr lang="en-US" b="1" dirty="0"/>
              <a:t>Risk Management</a:t>
            </a:r>
          </a:p>
          <a:p>
            <a:pPr lvl="1"/>
            <a:r>
              <a:rPr lang="en-US" b="1" dirty="0"/>
              <a:t>Risks</a:t>
            </a:r>
            <a:r>
              <a:rPr lang="en-US" dirty="0"/>
              <a:t>:</a:t>
            </a:r>
          </a:p>
          <a:p>
            <a:pPr lvl="2"/>
            <a:r>
              <a:rPr lang="en-US" dirty="0"/>
              <a:t>Market skepticism about touchscreen phones</a:t>
            </a:r>
          </a:p>
          <a:p>
            <a:pPr lvl="2"/>
            <a:r>
              <a:rPr lang="en-US" dirty="0"/>
              <a:t>High development costs</a:t>
            </a:r>
          </a:p>
          <a:p>
            <a:pPr lvl="2"/>
            <a:r>
              <a:rPr lang="en-US" dirty="0"/>
              <a:t>Supply chain complexity</a:t>
            </a:r>
          </a:p>
          <a:p>
            <a:pPr lvl="1"/>
            <a:r>
              <a:rPr lang="en-US" b="1" dirty="0"/>
              <a:t>Mitigation</a:t>
            </a:r>
            <a:r>
              <a:rPr lang="en-US" dirty="0"/>
              <a:t>:</a:t>
            </a:r>
          </a:p>
          <a:p>
            <a:pPr lvl="2"/>
            <a:r>
              <a:rPr lang="en-US" dirty="0"/>
              <a:t>Strong marketing and brand positioning</a:t>
            </a:r>
          </a:p>
          <a:p>
            <a:pPr lvl="2"/>
            <a:r>
              <a:rPr lang="en-US" dirty="0"/>
              <a:t>Strategic partnerships with carriers (e.g., AT&amp;T)</a:t>
            </a:r>
          </a:p>
          <a:p>
            <a:pPr lvl="2"/>
            <a:r>
              <a:rPr lang="en-US" dirty="0"/>
              <a:t>Controlled product launch and limited initial availability</a:t>
            </a:r>
          </a:p>
          <a:p>
            <a:endParaRPr lang="en-US" dirty="0"/>
          </a:p>
        </p:txBody>
      </p:sp>
    </p:spTree>
    <p:extLst>
      <p:ext uri="{BB962C8B-B14F-4D97-AF65-F5344CB8AC3E}">
        <p14:creationId xmlns:p14="http://schemas.microsoft.com/office/powerpoint/2010/main" val="30150056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5DF6EF-FC1D-8B9F-3595-2F20B031B949}"/>
            </a:ext>
          </a:extLst>
        </p:cNvPr>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952653-86EE-A9F5-D1F0-A4C5F083024D}"/>
              </a:ext>
            </a:extLst>
          </p:cNvPr>
          <p:cNvSpPr>
            <a:spLocks noGrp="1"/>
          </p:cNvSpPr>
          <p:nvPr>
            <p:ph type="title"/>
          </p:nvPr>
        </p:nvSpPr>
        <p:spPr>
          <a:xfrm>
            <a:off x="761995" y="307447"/>
            <a:ext cx="10693884" cy="1109932"/>
          </a:xfrm>
        </p:spPr>
        <p:txBody>
          <a:bodyPr>
            <a:normAutofit/>
          </a:bodyPr>
          <a:lstStyle/>
          <a:p>
            <a:r>
              <a:rPr lang="en-US" sz="4000" b="1" dirty="0"/>
              <a:t>Case Study: Successful IT Project – Apple iPhone</a:t>
            </a:r>
            <a:endParaRPr lang="en-US" sz="4000" dirty="0"/>
          </a:p>
        </p:txBody>
      </p:sp>
      <p:sp>
        <p:nvSpPr>
          <p:cNvPr id="3" name="Content Placeholder 2">
            <a:extLst>
              <a:ext uri="{FF2B5EF4-FFF2-40B4-BE49-F238E27FC236}">
                <a16:creationId xmlns:a16="http://schemas.microsoft.com/office/drawing/2014/main" id="{9D796BF3-B39F-9BB6-7915-66DDE07E5BA8}"/>
              </a:ext>
            </a:extLst>
          </p:cNvPr>
          <p:cNvSpPr>
            <a:spLocks noGrp="1"/>
          </p:cNvSpPr>
          <p:nvPr>
            <p:ph idx="1"/>
          </p:nvPr>
        </p:nvSpPr>
        <p:spPr>
          <a:xfrm>
            <a:off x="7190509" y="2357888"/>
            <a:ext cx="4265370" cy="3902635"/>
          </a:xfrm>
        </p:spPr>
        <p:txBody>
          <a:bodyPr anchor="ctr">
            <a:normAutofit/>
          </a:bodyPr>
          <a:lstStyle/>
          <a:p>
            <a:pPr marL="0" indent="0">
              <a:buNone/>
            </a:pPr>
            <a:r>
              <a:rPr lang="en-US" sz="2000" b="1"/>
              <a:t>Customer Satisfaction</a:t>
            </a:r>
          </a:p>
          <a:p>
            <a:r>
              <a:rPr lang="en-US" sz="2000"/>
              <a:t>High satisfaction due to:</a:t>
            </a:r>
          </a:p>
          <a:p>
            <a:pPr lvl="1"/>
            <a:r>
              <a:rPr lang="en-US" sz="2000"/>
              <a:t>Intuitive design</a:t>
            </a:r>
          </a:p>
          <a:p>
            <a:pPr lvl="1"/>
            <a:r>
              <a:rPr lang="en-US" sz="2000"/>
              <a:t>Seamless integration of features</a:t>
            </a:r>
          </a:p>
          <a:p>
            <a:pPr lvl="1"/>
            <a:r>
              <a:rPr lang="en-US" sz="2000"/>
              <a:t>Regular updates and support</a:t>
            </a:r>
          </a:p>
          <a:p>
            <a:r>
              <a:rPr lang="en-US" sz="2000"/>
              <a:t>Created a loyal customer base and strong brand identity</a:t>
            </a:r>
          </a:p>
          <a:p>
            <a:endParaRPr lang="en-US" sz="2000"/>
          </a:p>
        </p:txBody>
      </p:sp>
      <p:sp>
        <p:nvSpPr>
          <p:cNvPr id="5" name="Rectangle 1">
            <a:extLst>
              <a:ext uri="{FF2B5EF4-FFF2-40B4-BE49-F238E27FC236}">
                <a16:creationId xmlns:a16="http://schemas.microsoft.com/office/drawing/2014/main" id="{05BF61AE-74A4-1A80-D118-E7B3A8DFF318}"/>
              </a:ext>
            </a:extLst>
          </p:cNvPr>
          <p:cNvSpPr>
            <a:spLocks noChangeArrowheads="1"/>
          </p:cNvSpPr>
          <p:nvPr/>
        </p:nvSpPr>
        <p:spPr bwMode="auto">
          <a:xfrm>
            <a:off x="838200" y="3018703"/>
            <a:ext cx="2607189" cy="677720"/>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4589" rIns="0" bIns="1745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n-US" altLang="en-US" sz="1500" b="1" i="0" u="none" strike="noStrike" cap="none" normalizeH="0" baseline="0">
                <a:ln>
                  <a:noFill/>
                </a:ln>
                <a:solidFill>
                  <a:srgbClr val="424242"/>
                </a:solidFill>
                <a:effectLst/>
                <a:latin typeface="Segoe Sans"/>
              </a:rPr>
              <a:t>📊 Triple Constraint Analysis</a:t>
            </a:r>
          </a:p>
          <a:p>
            <a:pPr marL="0" marR="0" lvl="0" indent="0" algn="l"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D5402B37-0886-D106-055F-BCDE7D5A879B}"/>
              </a:ext>
            </a:extLst>
          </p:cNvPr>
          <p:cNvGraphicFramePr>
            <a:graphicFrameLocks noGrp="1"/>
          </p:cNvGraphicFramePr>
          <p:nvPr>
            <p:extLst>
              <p:ext uri="{D42A27DB-BD31-4B8C-83A1-F6EECF244321}">
                <p14:modId xmlns:p14="http://schemas.microsoft.com/office/powerpoint/2010/main" val="2124618343"/>
              </p:ext>
            </p:extLst>
          </p:nvPr>
        </p:nvGraphicFramePr>
        <p:xfrm>
          <a:off x="736122" y="2680525"/>
          <a:ext cx="5804956" cy="3130221"/>
        </p:xfrm>
        <a:graphic>
          <a:graphicData uri="http://schemas.openxmlformats.org/drawingml/2006/table">
            <a:tbl>
              <a:tblPr firstRow="1" bandRow="1">
                <a:solidFill>
                  <a:schemeClr val="bg1"/>
                </a:solidFill>
              </a:tblPr>
              <a:tblGrid>
                <a:gridCol w="1446084">
                  <a:extLst>
                    <a:ext uri="{9D8B030D-6E8A-4147-A177-3AD203B41FA5}">
                      <a16:colId xmlns:a16="http://schemas.microsoft.com/office/drawing/2014/main" val="2531397144"/>
                    </a:ext>
                  </a:extLst>
                </a:gridCol>
                <a:gridCol w="4358872">
                  <a:extLst>
                    <a:ext uri="{9D8B030D-6E8A-4147-A177-3AD203B41FA5}">
                      <a16:colId xmlns:a16="http://schemas.microsoft.com/office/drawing/2014/main" val="1295630298"/>
                    </a:ext>
                  </a:extLst>
                </a:gridCol>
              </a:tblGrid>
              <a:tr h="571326">
                <a:tc>
                  <a:txBody>
                    <a:bodyPr/>
                    <a:lstStyle/>
                    <a:p>
                      <a:pPr algn="l" fontAlgn="t">
                        <a:buNone/>
                      </a:pPr>
                      <a:r>
                        <a:rPr lang="en-US" sz="1800" b="0" cap="none" spc="0">
                          <a:solidFill>
                            <a:schemeClr val="bg1"/>
                          </a:solidFill>
                          <a:effectLst/>
                        </a:rPr>
                        <a:t>Constraint</a:t>
                      </a:r>
                    </a:p>
                  </a:txBody>
                  <a:tcPr marL="156913" marR="67057" marT="120703" marB="1207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fontAlgn="t">
                        <a:buNone/>
                      </a:pPr>
                      <a:r>
                        <a:rPr lang="en-US" sz="1800" b="0" cap="none" spc="0">
                          <a:solidFill>
                            <a:schemeClr val="bg1"/>
                          </a:solidFill>
                          <a:effectLst/>
                        </a:rPr>
                        <a:t>Management Strategy</a:t>
                      </a:r>
                    </a:p>
                  </a:txBody>
                  <a:tcPr marL="156913" marR="67057" marT="120703" marB="120703"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3515743730"/>
                  </a:ext>
                </a:extLst>
              </a:tr>
              <a:tr h="852965">
                <a:tc>
                  <a:txBody>
                    <a:bodyPr/>
                    <a:lstStyle/>
                    <a:p>
                      <a:pPr algn="l" fontAlgn="t">
                        <a:buNone/>
                      </a:pPr>
                      <a:r>
                        <a:rPr lang="en-US" sz="1800" b="1" cap="none" spc="0">
                          <a:solidFill>
                            <a:schemeClr val="tx1"/>
                          </a:solidFill>
                          <a:effectLst/>
                        </a:rPr>
                        <a:t>Scope</a:t>
                      </a:r>
                      <a:endParaRPr lang="en-US" sz="1800" cap="none" spc="0">
                        <a:solidFill>
                          <a:schemeClr val="tx1"/>
                        </a:solidFill>
                        <a:effectLst/>
                      </a:endParaRPr>
                    </a:p>
                  </a:txBody>
                  <a:tcPr marL="156913" marR="67057" marT="120703" marB="120703">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gn="l" fontAlgn="t">
                        <a:buNone/>
                      </a:pPr>
                      <a:r>
                        <a:rPr lang="en-US" sz="1800" cap="none" spc="0">
                          <a:solidFill>
                            <a:schemeClr val="tx1"/>
                          </a:solidFill>
                          <a:effectLst/>
                        </a:rPr>
                        <a:t>Focused on innovation and user experience</a:t>
                      </a:r>
                    </a:p>
                  </a:txBody>
                  <a:tcPr marL="156913" marR="67057" marT="120703" marB="120703">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3701546066"/>
                  </a:ext>
                </a:extLst>
              </a:tr>
              <a:tr h="852965">
                <a:tc>
                  <a:txBody>
                    <a:bodyPr/>
                    <a:lstStyle/>
                    <a:p>
                      <a:pPr algn="l" fontAlgn="t">
                        <a:buNone/>
                      </a:pPr>
                      <a:r>
                        <a:rPr lang="en-US" sz="1800" b="1" cap="none" spc="0">
                          <a:solidFill>
                            <a:schemeClr val="tx1"/>
                          </a:solidFill>
                          <a:effectLst/>
                        </a:rPr>
                        <a:t>Time</a:t>
                      </a:r>
                      <a:endParaRPr lang="en-US" sz="1800" cap="none" spc="0">
                        <a:solidFill>
                          <a:schemeClr val="tx1"/>
                        </a:solidFill>
                        <a:effectLst/>
                      </a:endParaRPr>
                    </a:p>
                  </a:txBody>
                  <a:tcPr marL="156913" marR="67057" marT="120703" marB="120703">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fontAlgn="t">
                        <a:buNone/>
                      </a:pPr>
                      <a:r>
                        <a:rPr lang="en-US" sz="1800" cap="none" spc="0">
                          <a:solidFill>
                            <a:schemeClr val="tx1"/>
                          </a:solidFill>
                          <a:effectLst/>
                        </a:rPr>
                        <a:t>Secretive development with a clear launch deadline</a:t>
                      </a:r>
                    </a:p>
                  </a:txBody>
                  <a:tcPr marL="156913" marR="67057" marT="120703" marB="120703">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509933874"/>
                  </a:ext>
                </a:extLst>
              </a:tr>
              <a:tr h="852965">
                <a:tc>
                  <a:txBody>
                    <a:bodyPr/>
                    <a:lstStyle/>
                    <a:p>
                      <a:pPr algn="l" fontAlgn="t">
                        <a:buNone/>
                      </a:pPr>
                      <a:r>
                        <a:rPr lang="en-US" sz="1800" b="1" cap="none" spc="0">
                          <a:solidFill>
                            <a:schemeClr val="tx1"/>
                          </a:solidFill>
                          <a:effectLst/>
                        </a:rPr>
                        <a:t>Cost</a:t>
                      </a:r>
                      <a:endParaRPr lang="en-US" sz="1800" cap="none" spc="0">
                        <a:solidFill>
                          <a:schemeClr val="tx1"/>
                        </a:solidFill>
                        <a:effectLst/>
                      </a:endParaRPr>
                    </a:p>
                  </a:txBody>
                  <a:tcPr marL="156913" marR="67057" marT="120703" marB="120703">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fontAlgn="t">
                        <a:buNone/>
                      </a:pPr>
                      <a:r>
                        <a:rPr lang="en-US" sz="1800" cap="none" spc="0">
                          <a:solidFill>
                            <a:schemeClr val="tx1"/>
                          </a:solidFill>
                          <a:effectLst/>
                        </a:rPr>
                        <a:t>High investment balanced by premium pricing and market success</a:t>
                      </a:r>
                    </a:p>
                  </a:txBody>
                  <a:tcPr marL="156913" marR="67057" marT="120703" marB="120703">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746026259"/>
                  </a:ext>
                </a:extLst>
              </a:tr>
            </a:tbl>
          </a:graphicData>
        </a:graphic>
      </p:graphicFrame>
    </p:spTree>
    <p:extLst>
      <p:ext uri="{BB962C8B-B14F-4D97-AF65-F5344CB8AC3E}">
        <p14:creationId xmlns:p14="http://schemas.microsoft.com/office/powerpoint/2010/main" val="32346012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2CD95-939F-4160-781F-2C989DF64113}"/>
              </a:ext>
            </a:extLst>
          </p:cNvPr>
          <p:cNvSpPr>
            <a:spLocks noGrp="1"/>
          </p:cNvSpPr>
          <p:nvPr>
            <p:ph type="title"/>
          </p:nvPr>
        </p:nvSpPr>
        <p:spPr/>
        <p:txBody>
          <a:bodyPr/>
          <a:lstStyle/>
          <a:p>
            <a:r>
              <a:rPr lang="en-US" b="1" dirty="0"/>
              <a:t>Case Study: Successful IT Project – Apple iPhone</a:t>
            </a:r>
            <a:endParaRPr lang="en-US" dirty="0"/>
          </a:p>
        </p:txBody>
      </p:sp>
      <p:sp>
        <p:nvSpPr>
          <p:cNvPr id="3" name="Content Placeholder 2">
            <a:extLst>
              <a:ext uri="{FF2B5EF4-FFF2-40B4-BE49-F238E27FC236}">
                <a16:creationId xmlns:a16="http://schemas.microsoft.com/office/drawing/2014/main" id="{2C65F99D-3CEC-E0EA-9352-C3B0CB8D6106}"/>
              </a:ext>
            </a:extLst>
          </p:cNvPr>
          <p:cNvSpPr>
            <a:spLocks noGrp="1"/>
          </p:cNvSpPr>
          <p:nvPr>
            <p:ph idx="1"/>
          </p:nvPr>
        </p:nvSpPr>
        <p:spPr/>
        <p:txBody>
          <a:bodyPr/>
          <a:lstStyle/>
          <a:p>
            <a:pPr marL="0" indent="0">
              <a:buNone/>
            </a:pPr>
            <a:r>
              <a:rPr lang="en-US" b="1" dirty="0"/>
              <a:t>Lessons Learned</a:t>
            </a:r>
          </a:p>
          <a:p>
            <a:r>
              <a:rPr lang="en-US" dirty="0"/>
              <a:t>Innovation requires bold decisions and investment</a:t>
            </a:r>
          </a:p>
          <a:p>
            <a:r>
              <a:rPr lang="en-US" dirty="0"/>
              <a:t>User experience is key to product success</a:t>
            </a:r>
          </a:p>
          <a:p>
            <a:r>
              <a:rPr lang="en-US" dirty="0"/>
              <a:t>Secrecy and control can help manage risks</a:t>
            </a:r>
          </a:p>
          <a:p>
            <a:r>
              <a:rPr lang="en-US" dirty="0"/>
              <a:t>Strategic partnerships enhance market entry</a:t>
            </a:r>
          </a:p>
          <a:p>
            <a:endParaRPr lang="en-US" dirty="0"/>
          </a:p>
        </p:txBody>
      </p:sp>
    </p:spTree>
    <p:extLst>
      <p:ext uri="{BB962C8B-B14F-4D97-AF65-F5344CB8AC3E}">
        <p14:creationId xmlns:p14="http://schemas.microsoft.com/office/powerpoint/2010/main" val="27759256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DC18E7-7A11-AFCE-FC2B-D1D9FDD7F3BA}"/>
              </a:ext>
            </a:extLst>
          </p:cNvPr>
          <p:cNvSpPr>
            <a:spLocks noGrp="1"/>
          </p:cNvSpPr>
          <p:nvPr>
            <p:ph type="title"/>
          </p:nvPr>
        </p:nvSpPr>
        <p:spPr>
          <a:xfrm>
            <a:off x="686834" y="1153572"/>
            <a:ext cx="3200400" cy="4461163"/>
          </a:xfrm>
        </p:spPr>
        <p:txBody>
          <a:bodyPr>
            <a:normAutofit/>
          </a:bodyPr>
          <a:lstStyle/>
          <a:p>
            <a:r>
              <a:rPr lang="en-US" b="1" dirty="0">
                <a:solidFill>
                  <a:srgbClr val="FFFFFF"/>
                </a:solidFill>
              </a:rPr>
              <a:t>Case Study: Nokia’s Failed Mobile Phone Business</a:t>
            </a:r>
            <a:endParaRPr lang="en-US"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CB4F4DF-2A84-AFC5-C607-42A431B54AD3}"/>
              </a:ext>
            </a:extLst>
          </p:cNvPr>
          <p:cNvSpPr>
            <a:spLocks noGrp="1"/>
          </p:cNvSpPr>
          <p:nvPr>
            <p:ph idx="1"/>
          </p:nvPr>
        </p:nvSpPr>
        <p:spPr>
          <a:xfrm>
            <a:off x="4315522" y="591344"/>
            <a:ext cx="7318313" cy="5585619"/>
          </a:xfrm>
        </p:spPr>
        <p:txBody>
          <a:bodyPr anchor="ctr">
            <a:normAutofit/>
          </a:bodyPr>
          <a:lstStyle/>
          <a:p>
            <a:pPr marL="0" indent="0">
              <a:buNone/>
            </a:pPr>
            <a:r>
              <a:rPr lang="en-US" sz="1500" b="1" dirty="0"/>
              <a:t>Background:</a:t>
            </a:r>
          </a:p>
          <a:p>
            <a:r>
              <a:rPr lang="en-US" sz="1500" b="1" dirty="0"/>
              <a:t>Company</a:t>
            </a:r>
            <a:r>
              <a:rPr lang="en-US" sz="1500" dirty="0"/>
              <a:t>: Nokia (Finland)</a:t>
            </a:r>
          </a:p>
          <a:p>
            <a:r>
              <a:rPr lang="en-US" sz="1500" b="1" dirty="0"/>
              <a:t>Industry</a:t>
            </a:r>
            <a:r>
              <a:rPr lang="en-US" sz="1500" dirty="0"/>
              <a:t>: Mobile Phones / Telecommunications</a:t>
            </a:r>
          </a:p>
          <a:p>
            <a:r>
              <a:rPr lang="en-US" sz="1500" b="1" dirty="0"/>
              <a:t>Peak</a:t>
            </a:r>
            <a:r>
              <a:rPr lang="en-US" sz="1500" dirty="0"/>
              <a:t>: Early 2000s – Nokia was the global leader in mobile phone sales</a:t>
            </a:r>
          </a:p>
          <a:p>
            <a:r>
              <a:rPr lang="en-US" sz="1500" b="1" dirty="0"/>
              <a:t>Decline Period</a:t>
            </a:r>
            <a:r>
              <a:rPr lang="en-US" sz="1500" dirty="0"/>
              <a:t>: 2007–2015</a:t>
            </a:r>
          </a:p>
          <a:p>
            <a:pPr marL="0" indent="0">
              <a:buNone/>
            </a:pPr>
            <a:r>
              <a:rPr lang="en-US" sz="1500" b="1" dirty="0"/>
              <a:t>Reasons for Failure:</a:t>
            </a:r>
          </a:p>
          <a:p>
            <a:r>
              <a:rPr lang="en-US" sz="1500" b="1" dirty="0"/>
              <a:t> Resistance to Smartphone Evolution</a:t>
            </a:r>
          </a:p>
          <a:p>
            <a:r>
              <a:rPr lang="en-US" sz="1500" dirty="0"/>
              <a:t>Nokia underestimated the shift toward smartphones and touchscreens.</a:t>
            </a:r>
          </a:p>
          <a:p>
            <a:r>
              <a:rPr lang="en-US" sz="1500" dirty="0"/>
              <a:t>Believed users would prefer physical keypads over touch interfaces.</a:t>
            </a:r>
          </a:p>
          <a:p>
            <a:r>
              <a:rPr lang="en-US" sz="1500" b="1" dirty="0"/>
              <a:t>Result</a:t>
            </a:r>
            <a:r>
              <a:rPr lang="en-US" sz="1500" dirty="0"/>
              <a:t>: Lost ground to Apple’s iPhone and Android-based phones </a:t>
            </a:r>
            <a:r>
              <a:rPr lang="en-US" sz="1500" b="1" dirty="0"/>
              <a:t>1</a:t>
            </a:r>
            <a:endParaRPr lang="en-US" sz="1500" dirty="0"/>
          </a:p>
          <a:p>
            <a:pPr marL="0" indent="0">
              <a:buNone/>
            </a:pPr>
            <a:endParaRPr lang="en-US" sz="1500" dirty="0"/>
          </a:p>
          <a:p>
            <a:r>
              <a:rPr lang="en-US" sz="1500" b="1" dirty="0"/>
              <a:t>Poor Strategic Decisions</a:t>
            </a:r>
          </a:p>
          <a:p>
            <a:r>
              <a:rPr lang="en-US" sz="1500" dirty="0"/>
              <a:t>Chose to stick with the outdated </a:t>
            </a:r>
            <a:r>
              <a:rPr lang="en-US" sz="1500" b="1" dirty="0"/>
              <a:t>Symbian OS</a:t>
            </a:r>
            <a:r>
              <a:rPr lang="en-US" sz="1500" dirty="0"/>
              <a:t> instead of adopting Android.</a:t>
            </a:r>
          </a:p>
          <a:p>
            <a:r>
              <a:rPr lang="en-US" sz="1500" dirty="0"/>
              <a:t>Later partnered with Microsoft to use Windows Phone OS, which failed to gain traction</a:t>
            </a:r>
          </a:p>
          <a:p>
            <a:endParaRPr lang="en-US" sz="1500" dirty="0"/>
          </a:p>
        </p:txBody>
      </p:sp>
    </p:spTree>
    <p:extLst>
      <p:ext uri="{BB962C8B-B14F-4D97-AF65-F5344CB8AC3E}">
        <p14:creationId xmlns:p14="http://schemas.microsoft.com/office/powerpoint/2010/main" val="18982419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E4FCF0-0D96-C0C3-B56F-A1E0FA46140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21A465-D47E-AFB1-B483-08EBE180038C}"/>
              </a:ext>
            </a:extLst>
          </p:cNvPr>
          <p:cNvSpPr>
            <a:spLocks noGrp="1"/>
          </p:cNvSpPr>
          <p:nvPr>
            <p:ph type="title"/>
          </p:nvPr>
        </p:nvSpPr>
        <p:spPr>
          <a:xfrm>
            <a:off x="686834" y="1153572"/>
            <a:ext cx="3200400" cy="4461163"/>
          </a:xfrm>
        </p:spPr>
        <p:txBody>
          <a:bodyPr>
            <a:normAutofit/>
          </a:bodyPr>
          <a:lstStyle/>
          <a:p>
            <a:r>
              <a:rPr lang="en-US" b="1">
                <a:solidFill>
                  <a:srgbClr val="FFFFFF"/>
                </a:solidFill>
              </a:rPr>
              <a:t>Case Study: Nokia’s Failed Mobile Phone Business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6865034-F4DD-D01B-642F-3199F5CE047E}"/>
              </a:ext>
            </a:extLst>
          </p:cNvPr>
          <p:cNvSpPr>
            <a:spLocks noGrp="1"/>
          </p:cNvSpPr>
          <p:nvPr>
            <p:ph idx="1"/>
          </p:nvPr>
        </p:nvSpPr>
        <p:spPr>
          <a:xfrm>
            <a:off x="4447308" y="591344"/>
            <a:ext cx="6906491" cy="5585619"/>
          </a:xfrm>
        </p:spPr>
        <p:txBody>
          <a:bodyPr anchor="ctr">
            <a:normAutofit/>
          </a:bodyPr>
          <a:lstStyle/>
          <a:p>
            <a:pPr marL="0" indent="0">
              <a:buNone/>
            </a:pPr>
            <a:r>
              <a:rPr lang="en-US" sz="2000" b="1" dirty="0"/>
              <a:t>Lack of Innovation</a:t>
            </a:r>
          </a:p>
          <a:p>
            <a:r>
              <a:rPr lang="en-US" sz="2000" dirty="0"/>
              <a:t>Failed to keep up with competitors in terms of app ecosystems, user experience, and design.</a:t>
            </a:r>
          </a:p>
          <a:p>
            <a:r>
              <a:rPr lang="en-US" sz="2000" dirty="0"/>
              <a:t>Released phones that were technologically behind market leaders.</a:t>
            </a:r>
          </a:p>
          <a:p>
            <a:pPr marL="0" indent="0">
              <a:buNone/>
            </a:pPr>
            <a:r>
              <a:rPr lang="en-US" sz="2000" b="1" dirty="0"/>
              <a:t>Internal Management Issues</a:t>
            </a:r>
          </a:p>
          <a:p>
            <a:r>
              <a:rPr lang="en-US" sz="2000" dirty="0"/>
              <a:t>Slow decision-making and organizational restructuring weakened execution.</a:t>
            </a:r>
          </a:p>
          <a:p>
            <a:r>
              <a:rPr lang="en-US" sz="2000" dirty="0"/>
              <a:t>Leadership conflicts and unclear vision led to missed opportunities .</a:t>
            </a:r>
          </a:p>
          <a:p>
            <a:pPr marL="0" indent="0">
              <a:buNone/>
            </a:pPr>
            <a:r>
              <a:rPr lang="en-US" sz="2000" b="1" dirty="0"/>
              <a:t>Marketing Missteps</a:t>
            </a:r>
          </a:p>
          <a:p>
            <a:r>
              <a:rPr lang="en-US" sz="2000" dirty="0"/>
              <a:t>Nokia’s branding and messaging didn’t resonate with the new generation of smartphone users.</a:t>
            </a:r>
          </a:p>
          <a:p>
            <a:r>
              <a:rPr lang="en-US" sz="2000" dirty="0"/>
              <a:t>Failed to build developer support for its platforms.</a:t>
            </a:r>
          </a:p>
        </p:txBody>
      </p:sp>
    </p:spTree>
    <p:extLst>
      <p:ext uri="{BB962C8B-B14F-4D97-AF65-F5344CB8AC3E}">
        <p14:creationId xmlns:p14="http://schemas.microsoft.com/office/powerpoint/2010/main" val="24888627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A86028-2A4D-0C63-B3D8-62FD4C6B0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4EC8A-2DD0-A830-3FB6-284C464191BB}"/>
              </a:ext>
            </a:extLst>
          </p:cNvPr>
          <p:cNvSpPr>
            <a:spLocks noGrp="1"/>
          </p:cNvSpPr>
          <p:nvPr>
            <p:ph type="title"/>
          </p:nvPr>
        </p:nvSpPr>
        <p:spPr>
          <a:xfrm>
            <a:off x="761840" y="1138265"/>
            <a:ext cx="4544762" cy="1401183"/>
          </a:xfrm>
        </p:spPr>
        <p:txBody>
          <a:bodyPr anchor="t">
            <a:normAutofit/>
          </a:bodyPr>
          <a:lstStyle/>
          <a:p>
            <a:r>
              <a:rPr lang="en-US" sz="3200" b="1"/>
              <a:t>Case Study: Nokia’s Failed Mobile Phone Business</a:t>
            </a:r>
            <a:endParaRPr lang="en-US" sz="3200"/>
          </a:p>
        </p:txBody>
      </p:sp>
      <p:cxnSp>
        <p:nvCxnSpPr>
          <p:cNvPr id="10" name="Straight Connector 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EBE1461-BA7D-C253-9439-B8DE9458CF52}"/>
              </a:ext>
            </a:extLst>
          </p:cNvPr>
          <p:cNvSpPr>
            <a:spLocks noGrp="1"/>
          </p:cNvSpPr>
          <p:nvPr>
            <p:ph idx="1"/>
          </p:nvPr>
        </p:nvSpPr>
        <p:spPr>
          <a:xfrm>
            <a:off x="761840" y="2551176"/>
            <a:ext cx="4544762" cy="3602935"/>
          </a:xfrm>
        </p:spPr>
        <p:txBody>
          <a:bodyPr>
            <a:normAutofit/>
          </a:bodyPr>
          <a:lstStyle/>
          <a:p>
            <a:r>
              <a:rPr lang="en-US" sz="2000" b="1" dirty="0"/>
              <a:t>Outcome:</a:t>
            </a:r>
          </a:p>
          <a:p>
            <a:r>
              <a:rPr lang="en-US" sz="2000" dirty="0"/>
              <a:t>Nokia’s mobile division was sold to Microsoft in 2014.</a:t>
            </a:r>
          </a:p>
          <a:p>
            <a:r>
              <a:rPr lang="en-US" sz="2000" dirty="0"/>
              <a:t>Microsoft eventually shut down the Nokia phone business due to continued losses.</a:t>
            </a:r>
          </a:p>
          <a:p>
            <a:r>
              <a:rPr lang="en-US" sz="2000" dirty="0"/>
              <a:t>Nokia shifted focus to telecommunications infrastructure (e.g., 5G networks).</a:t>
            </a:r>
          </a:p>
          <a:p>
            <a:endParaRPr lang="en-US" sz="2000" dirty="0"/>
          </a:p>
        </p:txBody>
      </p:sp>
      <p:sp>
        <p:nvSpPr>
          <p:cNvPr id="5" name="Rectangle 1">
            <a:extLst>
              <a:ext uri="{FF2B5EF4-FFF2-40B4-BE49-F238E27FC236}">
                <a16:creationId xmlns:a16="http://schemas.microsoft.com/office/drawing/2014/main" id="{8ED0C2A6-29CC-FCC1-6A53-43B429A08C8E}"/>
              </a:ext>
            </a:extLst>
          </p:cNvPr>
          <p:cNvSpPr>
            <a:spLocks noChangeArrowheads="1"/>
          </p:cNvSpPr>
          <p:nvPr/>
        </p:nvSpPr>
        <p:spPr bwMode="auto">
          <a:xfrm>
            <a:off x="5990064" y="1138265"/>
            <a:ext cx="1820114" cy="722284"/>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8241" rIns="0" bIns="2221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n-US" altLang="en-US" b="1" i="0" u="none" strike="noStrike" cap="none" normalizeH="0" baseline="0" dirty="0">
                <a:ln>
                  <a:noFill/>
                </a:ln>
                <a:solidFill>
                  <a:srgbClr val="424242"/>
                </a:solidFill>
                <a:effectLst/>
                <a:latin typeface="Segoe Sans"/>
              </a:rPr>
              <a:t>Lessons Learned:</a:t>
            </a:r>
          </a:p>
          <a:p>
            <a:pPr marL="0" marR="0" lvl="0" indent="0" algn="l" defTabSz="914400" rtl="0" eaLnBrk="0" fontAlgn="base" latinLnBrk="0" hangingPunct="0">
              <a:spcBef>
                <a:spcPct val="0"/>
              </a:spcBef>
              <a:spcAft>
                <a:spcPts val="60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5A3768CB-E3E2-97BF-88BC-7A77C914A436}"/>
              </a:ext>
            </a:extLst>
          </p:cNvPr>
          <p:cNvGraphicFramePr>
            <a:graphicFrameLocks noGrp="1"/>
          </p:cNvGraphicFramePr>
          <p:nvPr>
            <p:extLst>
              <p:ext uri="{D42A27DB-BD31-4B8C-83A1-F6EECF244321}">
                <p14:modId xmlns:p14="http://schemas.microsoft.com/office/powerpoint/2010/main" val="1018855401"/>
              </p:ext>
            </p:extLst>
          </p:nvPr>
        </p:nvGraphicFramePr>
        <p:xfrm>
          <a:off x="6082748" y="1837843"/>
          <a:ext cx="5334161" cy="3183917"/>
        </p:xfrm>
        <a:graphic>
          <a:graphicData uri="http://schemas.openxmlformats.org/drawingml/2006/table">
            <a:tbl>
              <a:tblPr firstRow="1" bandRow="1"/>
              <a:tblGrid>
                <a:gridCol w="1999987">
                  <a:extLst>
                    <a:ext uri="{9D8B030D-6E8A-4147-A177-3AD203B41FA5}">
                      <a16:colId xmlns:a16="http://schemas.microsoft.com/office/drawing/2014/main" val="3296736189"/>
                    </a:ext>
                  </a:extLst>
                </a:gridCol>
                <a:gridCol w="3334174">
                  <a:extLst>
                    <a:ext uri="{9D8B030D-6E8A-4147-A177-3AD203B41FA5}">
                      <a16:colId xmlns:a16="http://schemas.microsoft.com/office/drawing/2014/main" val="674147224"/>
                    </a:ext>
                  </a:extLst>
                </a:gridCol>
              </a:tblGrid>
              <a:tr h="414246">
                <a:tc>
                  <a:txBody>
                    <a:bodyPr/>
                    <a:lstStyle/>
                    <a:p>
                      <a:pPr algn="l" fontAlgn="t">
                        <a:buNone/>
                      </a:pPr>
                      <a:r>
                        <a:rPr lang="en-US" sz="1800" b="1">
                          <a:effectLst/>
                        </a:rPr>
                        <a:t>Mistake</a:t>
                      </a:r>
                      <a:endParaRPr lang="en-US" sz="1800" b="0">
                        <a:effectLst/>
                      </a:endParaRPr>
                    </a:p>
                  </a:txBody>
                  <a:tcPr marL="77720" marR="51813" marT="51813" marB="4533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en-US" sz="1800" b="1">
                          <a:effectLst/>
                        </a:rPr>
                        <a:t>Lesson</a:t>
                      </a:r>
                      <a:endParaRPr lang="en-US" sz="1800" b="0">
                        <a:effectLst/>
                      </a:endParaRPr>
                    </a:p>
                  </a:txBody>
                  <a:tcPr marL="77720" marR="51813" marT="51813" marB="4533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4265294151"/>
                  </a:ext>
                </a:extLst>
              </a:tr>
              <a:tr h="694037">
                <a:tc>
                  <a:txBody>
                    <a:bodyPr/>
                    <a:lstStyle/>
                    <a:p>
                      <a:pPr algn="l" fontAlgn="t">
                        <a:buNone/>
                      </a:pPr>
                      <a:r>
                        <a:rPr lang="en-US" sz="1800">
                          <a:effectLst/>
                        </a:rPr>
                        <a:t>Ignoring market trends</a:t>
                      </a:r>
                    </a:p>
                  </a:txBody>
                  <a:tcPr marL="77720" marR="51813" marT="51813" marB="4533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800">
                          <a:effectLst/>
                        </a:rPr>
                        <a:t>Always adapt to technological shifts</a:t>
                      </a:r>
                    </a:p>
                  </a:txBody>
                  <a:tcPr marL="77720" marR="51813" marT="51813" marB="4533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076533362"/>
                  </a:ext>
                </a:extLst>
              </a:tr>
              <a:tr h="694037">
                <a:tc>
                  <a:txBody>
                    <a:bodyPr/>
                    <a:lstStyle/>
                    <a:p>
                      <a:pPr algn="l" fontAlgn="t">
                        <a:buNone/>
                      </a:pPr>
                      <a:r>
                        <a:rPr lang="en-US" sz="1800">
                          <a:effectLst/>
                        </a:rPr>
                        <a:t>Poor platform choice</a:t>
                      </a:r>
                    </a:p>
                  </a:txBody>
                  <a:tcPr marL="77720" marR="51813" marT="51813" marB="4533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800">
                          <a:effectLst/>
                        </a:rPr>
                        <a:t>Choose scalable and developer-friendly ecosystems</a:t>
                      </a:r>
                    </a:p>
                  </a:txBody>
                  <a:tcPr marL="77720" marR="51813" marT="51813" marB="4533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288556710"/>
                  </a:ext>
                </a:extLst>
              </a:tr>
              <a:tr h="694037">
                <a:tc>
                  <a:txBody>
                    <a:bodyPr/>
                    <a:lstStyle/>
                    <a:p>
                      <a:pPr algn="l" fontAlgn="t">
                        <a:buNone/>
                      </a:pPr>
                      <a:r>
                        <a:rPr lang="en-US" sz="1800">
                          <a:effectLst/>
                        </a:rPr>
                        <a:t>Slow innovation</a:t>
                      </a:r>
                    </a:p>
                  </a:txBody>
                  <a:tcPr marL="77720" marR="51813" marT="51813" marB="4533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800">
                          <a:effectLst/>
                        </a:rPr>
                        <a:t>Stay ahead with user-focused design and features</a:t>
                      </a:r>
                    </a:p>
                  </a:txBody>
                  <a:tcPr marL="77720" marR="51813" marT="51813" marB="4533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852879744"/>
                  </a:ext>
                </a:extLst>
              </a:tr>
              <a:tr h="687560">
                <a:tc>
                  <a:txBody>
                    <a:bodyPr/>
                    <a:lstStyle/>
                    <a:p>
                      <a:pPr algn="l" fontAlgn="t">
                        <a:buNone/>
                      </a:pPr>
                      <a:r>
                        <a:rPr lang="en-US" sz="1800">
                          <a:effectLst/>
                        </a:rPr>
                        <a:t>Weak leadership</a:t>
                      </a:r>
                    </a:p>
                  </a:txBody>
                  <a:tcPr marL="77720" marR="51813" marT="51813" marB="38860">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800">
                          <a:effectLst/>
                        </a:rPr>
                        <a:t>Strong, visionary leadership is critical</a:t>
                      </a:r>
                    </a:p>
                  </a:txBody>
                  <a:tcPr marL="77720" marR="51813" marT="51813" marB="38860">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4228191343"/>
                  </a:ext>
                </a:extLst>
              </a:tr>
            </a:tbl>
          </a:graphicData>
        </a:graphic>
      </p:graphicFrame>
    </p:spTree>
    <p:extLst>
      <p:ext uri="{BB962C8B-B14F-4D97-AF65-F5344CB8AC3E}">
        <p14:creationId xmlns:p14="http://schemas.microsoft.com/office/powerpoint/2010/main" val="21155319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940AC-EB47-CEE9-1E63-3ED5A8422815}"/>
              </a:ext>
            </a:extLst>
          </p:cNvPr>
          <p:cNvSpPr>
            <a:spLocks noGrp="1"/>
          </p:cNvSpPr>
          <p:nvPr>
            <p:ph type="title"/>
          </p:nvPr>
        </p:nvSpPr>
        <p:spPr/>
        <p:txBody>
          <a:bodyPr>
            <a:normAutofit/>
          </a:bodyPr>
          <a:lstStyle/>
          <a:p>
            <a:r>
              <a:rPr lang="en-US" b="1" dirty="0"/>
              <a:t>Case Study: Nokia’s Failed Mobile Phone Business</a:t>
            </a:r>
            <a:endParaRPr lang="en-US" dirty="0"/>
          </a:p>
        </p:txBody>
      </p:sp>
      <p:sp>
        <p:nvSpPr>
          <p:cNvPr id="3" name="Content Placeholder 2">
            <a:extLst>
              <a:ext uri="{FF2B5EF4-FFF2-40B4-BE49-F238E27FC236}">
                <a16:creationId xmlns:a16="http://schemas.microsoft.com/office/drawing/2014/main" id="{D0DD4ED0-1368-3E8A-C063-14E20C883CC1}"/>
              </a:ext>
            </a:extLst>
          </p:cNvPr>
          <p:cNvSpPr>
            <a:spLocks noGrp="1"/>
          </p:cNvSpPr>
          <p:nvPr>
            <p:ph idx="1"/>
          </p:nvPr>
        </p:nvSpPr>
        <p:spPr/>
        <p:txBody>
          <a:bodyPr>
            <a:normAutofit fontScale="62500" lnSpcReduction="20000"/>
          </a:bodyPr>
          <a:lstStyle/>
          <a:p>
            <a:pPr marL="0" indent="0">
              <a:buNone/>
            </a:pPr>
            <a:r>
              <a:rPr lang="en-US" b="1" dirty="0"/>
              <a:t> Overview</a:t>
            </a:r>
          </a:p>
          <a:p>
            <a:r>
              <a:rPr lang="en-US" dirty="0"/>
              <a:t>Nokia was once the global leader in mobile phones, dominating the market in the early 2000s. However, by the mid-2010s, it had lost its position to competitors like Apple and Samsung. This case study explores the reasons behind Nokia’s decline and the lessons that can be learned from its failed IT strategy.</a:t>
            </a:r>
          </a:p>
          <a:p>
            <a:pPr marL="0" indent="0">
              <a:buNone/>
            </a:pPr>
            <a:r>
              <a:rPr lang="en-US" b="1" dirty="0"/>
              <a:t>Project Goal</a:t>
            </a:r>
          </a:p>
          <a:p>
            <a:r>
              <a:rPr lang="en-US" dirty="0"/>
              <a:t>To maintain global leadership in mobile phone technology by continuing to innovate and deliver high-quality, user-friendly devices.</a:t>
            </a:r>
          </a:p>
          <a:p>
            <a:pPr marL="0" indent="0">
              <a:buNone/>
            </a:pPr>
            <a:r>
              <a:rPr lang="en-US" b="1" dirty="0"/>
              <a:t>Scope and Strategy</a:t>
            </a:r>
          </a:p>
          <a:p>
            <a:r>
              <a:rPr lang="en-US" b="1" dirty="0"/>
              <a:t>Early Success</a:t>
            </a:r>
            <a:r>
              <a:rPr lang="en-US" dirty="0"/>
              <a:t>:</a:t>
            </a:r>
          </a:p>
          <a:p>
            <a:pPr lvl="1"/>
            <a:r>
              <a:rPr lang="en-US" dirty="0"/>
              <a:t>Strong brand recognition</a:t>
            </a:r>
          </a:p>
          <a:p>
            <a:pPr lvl="1"/>
            <a:r>
              <a:rPr lang="en-US" dirty="0"/>
              <a:t>Durable hardware and long battery life</a:t>
            </a:r>
          </a:p>
          <a:p>
            <a:pPr lvl="1"/>
            <a:r>
              <a:rPr lang="en-US" dirty="0"/>
              <a:t>Global distribution and market penetration</a:t>
            </a:r>
          </a:p>
          <a:p>
            <a:r>
              <a:rPr lang="en-US" b="1" dirty="0"/>
              <a:t>Strategic Focus</a:t>
            </a:r>
            <a:r>
              <a:rPr lang="en-US" dirty="0"/>
              <a:t>:</a:t>
            </a:r>
          </a:p>
          <a:p>
            <a:pPr lvl="1"/>
            <a:r>
              <a:rPr lang="en-US" dirty="0"/>
              <a:t>Symbian OS as the core platform</a:t>
            </a:r>
          </a:p>
          <a:p>
            <a:pPr lvl="1"/>
            <a:r>
              <a:rPr lang="en-US" dirty="0"/>
              <a:t>Feature phones with limited internet capabilities</a:t>
            </a:r>
          </a:p>
          <a:p>
            <a:pPr lvl="1"/>
            <a:r>
              <a:rPr lang="en-US" dirty="0"/>
              <a:t>Focus on hardware over software innovation</a:t>
            </a:r>
          </a:p>
          <a:p>
            <a:endParaRPr lang="en-US" dirty="0"/>
          </a:p>
        </p:txBody>
      </p:sp>
    </p:spTree>
    <p:extLst>
      <p:ext uri="{BB962C8B-B14F-4D97-AF65-F5344CB8AC3E}">
        <p14:creationId xmlns:p14="http://schemas.microsoft.com/office/powerpoint/2010/main" val="6586330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7483B-C204-E6B0-80E4-98229018A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82CDB-A5FF-1D5E-3C03-9420E954A303}"/>
              </a:ext>
            </a:extLst>
          </p:cNvPr>
          <p:cNvSpPr>
            <a:spLocks noGrp="1"/>
          </p:cNvSpPr>
          <p:nvPr>
            <p:ph type="title"/>
          </p:nvPr>
        </p:nvSpPr>
        <p:spPr/>
        <p:txBody>
          <a:bodyPr>
            <a:normAutofit/>
          </a:bodyPr>
          <a:lstStyle/>
          <a:p>
            <a:r>
              <a:rPr lang="en-US" b="1" dirty="0"/>
              <a:t>Case Study: Nokia’s Failed Mobile Phone Business</a:t>
            </a:r>
            <a:endParaRPr lang="en-US" dirty="0"/>
          </a:p>
        </p:txBody>
      </p:sp>
      <p:sp>
        <p:nvSpPr>
          <p:cNvPr id="3" name="Content Placeholder 2">
            <a:extLst>
              <a:ext uri="{FF2B5EF4-FFF2-40B4-BE49-F238E27FC236}">
                <a16:creationId xmlns:a16="http://schemas.microsoft.com/office/drawing/2014/main" id="{834CDA30-A078-CBAE-3656-A92BCBE80FBC}"/>
              </a:ext>
            </a:extLst>
          </p:cNvPr>
          <p:cNvSpPr>
            <a:spLocks noGrp="1"/>
          </p:cNvSpPr>
          <p:nvPr>
            <p:ph idx="1"/>
          </p:nvPr>
        </p:nvSpPr>
        <p:spPr/>
        <p:txBody>
          <a:bodyPr>
            <a:normAutofit fontScale="85000" lnSpcReduction="10000"/>
          </a:bodyPr>
          <a:lstStyle/>
          <a:p>
            <a:pPr marL="0" indent="0">
              <a:buNone/>
            </a:pPr>
            <a:r>
              <a:rPr lang="en-US" b="1" dirty="0"/>
              <a:t>Timeline</a:t>
            </a:r>
          </a:p>
          <a:p>
            <a:pPr lvl="1"/>
            <a:r>
              <a:rPr lang="en-US" b="1" dirty="0"/>
              <a:t>Peak</a:t>
            </a:r>
            <a:r>
              <a:rPr lang="en-US" dirty="0"/>
              <a:t>: Early 2000s (market share over 40%)</a:t>
            </a:r>
          </a:p>
          <a:p>
            <a:pPr lvl="1"/>
            <a:r>
              <a:rPr lang="en-US" b="1" dirty="0"/>
              <a:t>Decline Begins</a:t>
            </a:r>
            <a:r>
              <a:rPr lang="en-US" dirty="0"/>
              <a:t>: 2007 (iPhone launch)</a:t>
            </a:r>
          </a:p>
          <a:p>
            <a:pPr lvl="1"/>
            <a:r>
              <a:rPr lang="en-US" b="1" dirty="0"/>
              <a:t>Critical Years</a:t>
            </a:r>
            <a:r>
              <a:rPr lang="en-US" dirty="0"/>
              <a:t>: 2008–2013 (failure to adapt)</a:t>
            </a:r>
          </a:p>
          <a:p>
            <a:pPr lvl="1"/>
            <a:r>
              <a:rPr lang="en-US" b="1" dirty="0"/>
              <a:t>Exit</a:t>
            </a:r>
            <a:r>
              <a:rPr lang="en-US" dirty="0"/>
              <a:t>: 2014 (sold mobile division to Microsoft)</a:t>
            </a:r>
          </a:p>
          <a:p>
            <a:pPr marL="0" indent="0">
              <a:buNone/>
            </a:pPr>
            <a:r>
              <a:rPr lang="en-US" b="1" dirty="0"/>
              <a:t>Cost &amp; Resource Management</a:t>
            </a:r>
          </a:p>
          <a:p>
            <a:pPr lvl="1"/>
            <a:r>
              <a:rPr lang="en-US" dirty="0"/>
              <a:t>Nokia had significant R&amp;D investment but failed to pivot effectively.</a:t>
            </a:r>
          </a:p>
          <a:p>
            <a:pPr lvl="1"/>
            <a:r>
              <a:rPr lang="en-US" dirty="0"/>
              <a:t>Resources were heavily tied to </a:t>
            </a:r>
            <a:r>
              <a:rPr lang="en-US" b="1" dirty="0"/>
              <a:t>Symbian OS</a:t>
            </a:r>
            <a:r>
              <a:rPr lang="en-US" dirty="0"/>
              <a:t>, which became outdated.</a:t>
            </a:r>
          </a:p>
          <a:p>
            <a:pPr lvl="1"/>
            <a:r>
              <a:rPr lang="en-US" dirty="0"/>
              <a:t>Internal conflicts and slow decision-making hindered innovation.</a:t>
            </a:r>
          </a:p>
          <a:p>
            <a:pPr marL="0" indent="0">
              <a:buNone/>
            </a:pPr>
            <a:r>
              <a:rPr lang="en-US" b="1" dirty="0"/>
              <a:t>Quality Management</a:t>
            </a:r>
          </a:p>
          <a:p>
            <a:pPr lvl="1"/>
            <a:r>
              <a:rPr lang="en-US" dirty="0"/>
              <a:t>Nokia phones were known for </a:t>
            </a:r>
            <a:r>
              <a:rPr lang="en-US" b="1" dirty="0"/>
              <a:t>hardware quality</a:t>
            </a:r>
            <a:r>
              <a:rPr lang="en-US" dirty="0"/>
              <a:t>.</a:t>
            </a:r>
          </a:p>
          <a:p>
            <a:pPr lvl="1"/>
            <a:r>
              <a:rPr lang="en-US" dirty="0"/>
              <a:t>However, </a:t>
            </a:r>
            <a:r>
              <a:rPr lang="en-US" b="1" dirty="0"/>
              <a:t>software experience lagged</a:t>
            </a:r>
            <a:r>
              <a:rPr lang="en-US" dirty="0"/>
              <a:t> behind competitors.</a:t>
            </a:r>
          </a:p>
          <a:p>
            <a:pPr lvl="1"/>
            <a:r>
              <a:rPr lang="en-US" dirty="0"/>
              <a:t>Lack of app ecosystem and poor user interface contributed to customer dissatisfaction.</a:t>
            </a:r>
          </a:p>
          <a:p>
            <a:endParaRPr lang="en-US" dirty="0"/>
          </a:p>
        </p:txBody>
      </p:sp>
    </p:spTree>
    <p:extLst>
      <p:ext uri="{BB962C8B-B14F-4D97-AF65-F5344CB8AC3E}">
        <p14:creationId xmlns:p14="http://schemas.microsoft.com/office/powerpoint/2010/main" val="622045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221FB1EF-0759-AC6F-DE5D-AEFC496AE31F}"/>
              </a:ext>
            </a:extLst>
          </p:cNvPr>
          <p:cNvSpPr>
            <a:spLocks noGrp="1"/>
          </p:cNvSpPr>
          <p:nvPr>
            <p:ph type="title"/>
          </p:nvPr>
        </p:nvSpPr>
        <p:spPr>
          <a:xfrm>
            <a:off x="838200" y="365125"/>
            <a:ext cx="10515599" cy="1325563"/>
          </a:xfrm>
        </p:spPr>
        <p:txBody>
          <a:bodyPr>
            <a:normAutofit/>
          </a:bodyPr>
          <a:lstStyle/>
          <a:p>
            <a:r>
              <a:rPr lang="en-US" b="1" dirty="0"/>
              <a:t>Case Study: Nokia’s Failed Mobile Phone Business</a:t>
            </a:r>
            <a:endParaRPr lang="en-US" dirty="0"/>
          </a:p>
        </p:txBody>
      </p:sp>
      <p:sp>
        <p:nvSpPr>
          <p:cNvPr id="3" name="Content Placeholder 2">
            <a:extLst>
              <a:ext uri="{FF2B5EF4-FFF2-40B4-BE49-F238E27FC236}">
                <a16:creationId xmlns:a16="http://schemas.microsoft.com/office/drawing/2014/main" id="{5A33BF20-74AF-7C02-3B5A-D6A481411B87}"/>
              </a:ext>
            </a:extLst>
          </p:cNvPr>
          <p:cNvSpPr>
            <a:spLocks noGrp="1"/>
          </p:cNvSpPr>
          <p:nvPr>
            <p:ph idx="1"/>
          </p:nvPr>
        </p:nvSpPr>
        <p:spPr>
          <a:xfrm>
            <a:off x="133815" y="1825624"/>
            <a:ext cx="6602263" cy="4865107"/>
          </a:xfrm>
        </p:spPr>
        <p:txBody>
          <a:bodyPr>
            <a:normAutofit/>
          </a:bodyPr>
          <a:lstStyle/>
          <a:p>
            <a:pPr marL="0" indent="0">
              <a:buNone/>
            </a:pPr>
            <a:r>
              <a:rPr lang="en-US" sz="1800" b="1" dirty="0"/>
              <a:t>Risk Management</a:t>
            </a:r>
          </a:p>
          <a:p>
            <a:r>
              <a:rPr lang="en-US" sz="1800" b="1" dirty="0"/>
              <a:t>Risks Ignored</a:t>
            </a:r>
            <a:r>
              <a:rPr lang="en-US" sz="1800" dirty="0"/>
              <a:t>:</a:t>
            </a:r>
          </a:p>
          <a:p>
            <a:pPr lvl="1"/>
            <a:r>
              <a:rPr lang="en-US" sz="1800" dirty="0"/>
              <a:t>Rise of smartphones and touchscreens</a:t>
            </a:r>
          </a:p>
          <a:p>
            <a:pPr lvl="1"/>
            <a:r>
              <a:rPr lang="en-US" sz="1800" dirty="0"/>
              <a:t>Shift toward app-based ecosystems</a:t>
            </a:r>
          </a:p>
          <a:p>
            <a:r>
              <a:rPr lang="en-US" sz="1800" b="1" dirty="0"/>
              <a:t>Failed Mitigation</a:t>
            </a:r>
            <a:r>
              <a:rPr lang="en-US" sz="1800" dirty="0"/>
              <a:t>:</a:t>
            </a:r>
          </a:p>
          <a:p>
            <a:pPr lvl="1"/>
            <a:r>
              <a:rPr lang="en-US" sz="1800" dirty="0"/>
              <a:t>Late adoption of Windows Phone OS</a:t>
            </a:r>
          </a:p>
          <a:p>
            <a:pPr lvl="1"/>
            <a:r>
              <a:rPr lang="en-US" sz="1800" dirty="0"/>
              <a:t>Poor partnership execution with Microsoft</a:t>
            </a:r>
          </a:p>
          <a:p>
            <a:pPr lvl="1"/>
            <a:r>
              <a:rPr lang="en-US" sz="1800" dirty="0"/>
              <a:t>Resistance to Android adoption</a:t>
            </a:r>
          </a:p>
          <a:p>
            <a:pPr marL="0" indent="0">
              <a:buNone/>
            </a:pPr>
            <a:r>
              <a:rPr lang="en-US" sz="1800" b="1" dirty="0"/>
              <a:t>Customer Satisfaction</a:t>
            </a:r>
          </a:p>
          <a:p>
            <a:r>
              <a:rPr lang="en-US" sz="1800" dirty="0"/>
              <a:t>Initially high due to reliability and brand trust.</a:t>
            </a:r>
          </a:p>
          <a:p>
            <a:r>
              <a:rPr lang="en-US" sz="1800" dirty="0"/>
              <a:t>Declined rapidly as users shifted to smartphones with better UX and app support.</a:t>
            </a:r>
          </a:p>
          <a:p>
            <a:r>
              <a:rPr lang="en-US" sz="1800" dirty="0"/>
              <a:t>Nokia failed to meet evolving customer expectations.</a:t>
            </a:r>
          </a:p>
          <a:p>
            <a:endParaRPr lang="en-US" sz="1800" dirty="0"/>
          </a:p>
        </p:txBody>
      </p:sp>
      <p:sp>
        <p:nvSpPr>
          <p:cNvPr id="14" name="Oval 13">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Rectangle 1">
            <a:extLst>
              <a:ext uri="{FF2B5EF4-FFF2-40B4-BE49-F238E27FC236}">
                <a16:creationId xmlns:a16="http://schemas.microsoft.com/office/drawing/2014/main" id="{9ACE7176-2F13-439E-EE4B-6E5AA144AA9F}"/>
              </a:ext>
            </a:extLst>
          </p:cNvPr>
          <p:cNvSpPr>
            <a:spLocks noChangeArrowheads="1"/>
          </p:cNvSpPr>
          <p:nvPr/>
        </p:nvSpPr>
        <p:spPr bwMode="auto">
          <a:xfrm>
            <a:off x="7143829" y="1901569"/>
            <a:ext cx="2294603" cy="677720"/>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4589" rIns="0" bIns="1745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n-US" altLang="en-US" sz="1500" b="1" i="0" u="none" strike="noStrike" cap="none" normalizeH="0" baseline="0" dirty="0">
                <a:ln>
                  <a:noFill/>
                </a:ln>
                <a:solidFill>
                  <a:srgbClr val="424242"/>
                </a:solidFill>
                <a:effectLst/>
                <a:latin typeface="Segoe Sans"/>
              </a:rPr>
              <a:t>Triple Constraint Analysis</a:t>
            </a:r>
          </a:p>
          <a:p>
            <a:pPr marL="0" marR="0" lvl="0" indent="0" algn="l"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92523EDA-0137-6F1B-2BAE-CF7EBE61087E}"/>
              </a:ext>
            </a:extLst>
          </p:cNvPr>
          <p:cNvGraphicFramePr>
            <a:graphicFrameLocks noGrp="1"/>
          </p:cNvGraphicFramePr>
          <p:nvPr>
            <p:extLst>
              <p:ext uri="{D42A27DB-BD31-4B8C-83A1-F6EECF244321}">
                <p14:modId xmlns:p14="http://schemas.microsoft.com/office/powerpoint/2010/main" val="837787794"/>
              </p:ext>
            </p:extLst>
          </p:nvPr>
        </p:nvGraphicFramePr>
        <p:xfrm>
          <a:off x="7109962" y="2579290"/>
          <a:ext cx="4835365" cy="2678321"/>
        </p:xfrm>
        <a:graphic>
          <a:graphicData uri="http://schemas.openxmlformats.org/drawingml/2006/table">
            <a:tbl>
              <a:tblPr firstRow="1" bandRow="1"/>
              <a:tblGrid>
                <a:gridCol w="1558028">
                  <a:extLst>
                    <a:ext uri="{9D8B030D-6E8A-4147-A177-3AD203B41FA5}">
                      <a16:colId xmlns:a16="http://schemas.microsoft.com/office/drawing/2014/main" val="1711788503"/>
                    </a:ext>
                  </a:extLst>
                </a:gridCol>
                <a:gridCol w="3277337">
                  <a:extLst>
                    <a:ext uri="{9D8B030D-6E8A-4147-A177-3AD203B41FA5}">
                      <a16:colId xmlns:a16="http://schemas.microsoft.com/office/drawing/2014/main" val="2111306964"/>
                    </a:ext>
                  </a:extLst>
                </a:gridCol>
              </a:tblGrid>
              <a:tr h="396159">
                <a:tc>
                  <a:txBody>
                    <a:bodyPr/>
                    <a:lstStyle/>
                    <a:p>
                      <a:pPr algn="l" fontAlgn="t">
                        <a:buNone/>
                      </a:pPr>
                      <a:r>
                        <a:rPr lang="en-US" sz="1900" b="0">
                          <a:effectLst/>
                        </a:rPr>
                        <a:t>Constraint</a:t>
                      </a:r>
                    </a:p>
                  </a:txBody>
                  <a:tcPr marL="79703" marR="53135" marT="53135" marB="4649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en-US" sz="1900" b="0">
                          <a:effectLst/>
                        </a:rPr>
                        <a:t>Management Outcome</a:t>
                      </a:r>
                    </a:p>
                  </a:txBody>
                  <a:tcPr marL="79703" marR="53135" marT="53135" marB="4649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434527109"/>
                  </a:ext>
                </a:extLst>
              </a:tr>
              <a:tr h="931308">
                <a:tc>
                  <a:txBody>
                    <a:bodyPr/>
                    <a:lstStyle/>
                    <a:p>
                      <a:pPr algn="l" fontAlgn="t">
                        <a:buNone/>
                      </a:pPr>
                      <a:r>
                        <a:rPr lang="en-US" sz="1900" b="1">
                          <a:effectLst/>
                        </a:rPr>
                        <a:t>Scope</a:t>
                      </a:r>
                      <a:endParaRPr lang="en-US" sz="1900">
                        <a:effectLst/>
                      </a:endParaRPr>
                    </a:p>
                  </a:txBody>
                  <a:tcPr marL="79703" marR="53135" marT="53135" marB="4649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900" dirty="0">
                          <a:effectLst/>
                        </a:rPr>
                        <a:t>Focused too long on feature phones and Symbian OS</a:t>
                      </a:r>
                    </a:p>
                  </a:txBody>
                  <a:tcPr marL="79703" marR="53135" marT="53135" marB="4649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305738186"/>
                  </a:ext>
                </a:extLst>
              </a:tr>
              <a:tr h="663733">
                <a:tc>
                  <a:txBody>
                    <a:bodyPr/>
                    <a:lstStyle/>
                    <a:p>
                      <a:pPr algn="l" fontAlgn="t">
                        <a:buNone/>
                      </a:pPr>
                      <a:r>
                        <a:rPr lang="en-US" sz="1900" b="1">
                          <a:effectLst/>
                        </a:rPr>
                        <a:t>Time</a:t>
                      </a:r>
                      <a:endParaRPr lang="en-US" sz="1900">
                        <a:effectLst/>
                      </a:endParaRPr>
                    </a:p>
                  </a:txBody>
                  <a:tcPr marL="79703" marR="53135" marT="53135" marB="4649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900">
                          <a:effectLst/>
                        </a:rPr>
                        <a:t>Delayed response to market changes</a:t>
                      </a:r>
                    </a:p>
                  </a:txBody>
                  <a:tcPr marL="79703" marR="53135" marT="53135" marB="46493">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777783979"/>
                  </a:ext>
                </a:extLst>
              </a:tr>
              <a:tr h="657539">
                <a:tc>
                  <a:txBody>
                    <a:bodyPr/>
                    <a:lstStyle/>
                    <a:p>
                      <a:pPr algn="l" fontAlgn="t">
                        <a:buNone/>
                      </a:pPr>
                      <a:r>
                        <a:rPr lang="en-US" sz="1900" b="1">
                          <a:effectLst/>
                        </a:rPr>
                        <a:t>Cost</a:t>
                      </a:r>
                      <a:endParaRPr lang="en-US" sz="1900">
                        <a:effectLst/>
                      </a:endParaRPr>
                    </a:p>
                  </a:txBody>
                  <a:tcPr marL="79703" marR="53135" marT="53135" marB="39851">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l" fontAlgn="t">
                        <a:buNone/>
                      </a:pPr>
                      <a:r>
                        <a:rPr lang="en-US" sz="1900" dirty="0">
                          <a:effectLst/>
                        </a:rPr>
                        <a:t>High R&amp;D spending with low strategic return</a:t>
                      </a:r>
                    </a:p>
                  </a:txBody>
                  <a:tcPr marL="79703" marR="53135" marT="53135" marB="39851">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202924213"/>
                  </a:ext>
                </a:extLst>
              </a:tr>
            </a:tbl>
          </a:graphicData>
        </a:graphic>
      </p:graphicFrame>
    </p:spTree>
    <p:extLst>
      <p:ext uri="{BB962C8B-B14F-4D97-AF65-F5344CB8AC3E}">
        <p14:creationId xmlns:p14="http://schemas.microsoft.com/office/powerpoint/2010/main" val="152714014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7C8C-6BE0-3C03-E0E2-BDB2CAA8518C}"/>
              </a:ext>
            </a:extLst>
          </p:cNvPr>
          <p:cNvSpPr>
            <a:spLocks noGrp="1"/>
          </p:cNvSpPr>
          <p:nvPr>
            <p:ph type="title"/>
          </p:nvPr>
        </p:nvSpPr>
        <p:spPr/>
        <p:txBody>
          <a:bodyPr/>
          <a:lstStyle/>
          <a:p>
            <a:r>
              <a:rPr lang="en-US" b="1" dirty="0"/>
              <a:t>Case Study: Nokia’s Failed Mobile Phone Business</a:t>
            </a:r>
            <a:endParaRPr lang="en-US" dirty="0"/>
          </a:p>
        </p:txBody>
      </p:sp>
      <p:sp>
        <p:nvSpPr>
          <p:cNvPr id="3" name="Content Placeholder 2">
            <a:extLst>
              <a:ext uri="{FF2B5EF4-FFF2-40B4-BE49-F238E27FC236}">
                <a16:creationId xmlns:a16="http://schemas.microsoft.com/office/drawing/2014/main" id="{58324554-C95B-CB76-2CEF-D5677688831F}"/>
              </a:ext>
            </a:extLst>
          </p:cNvPr>
          <p:cNvSpPr>
            <a:spLocks noGrp="1"/>
          </p:cNvSpPr>
          <p:nvPr>
            <p:ph idx="1"/>
          </p:nvPr>
        </p:nvSpPr>
        <p:spPr/>
        <p:txBody>
          <a:bodyPr/>
          <a:lstStyle/>
          <a:p>
            <a:pPr marL="0" indent="0">
              <a:buNone/>
            </a:pPr>
            <a:r>
              <a:rPr lang="en-US" b="1" dirty="0"/>
              <a:t>Lessons Learned</a:t>
            </a:r>
          </a:p>
          <a:p>
            <a:pPr lvl="1"/>
            <a:r>
              <a:rPr lang="en-US" b="1" dirty="0"/>
              <a:t>Adaptability is key</a:t>
            </a:r>
            <a:r>
              <a:rPr lang="en-US" dirty="0"/>
              <a:t> in tech industries.</a:t>
            </a:r>
          </a:p>
          <a:p>
            <a:pPr lvl="1"/>
            <a:r>
              <a:rPr lang="en-US" b="1" dirty="0"/>
              <a:t>Software and ecosystem</a:t>
            </a:r>
            <a:r>
              <a:rPr lang="en-US" dirty="0"/>
              <a:t> matter as much as hardware.</a:t>
            </a:r>
          </a:p>
          <a:p>
            <a:pPr lvl="1"/>
            <a:r>
              <a:rPr lang="en-US" b="1" dirty="0"/>
              <a:t>Ignoring market trends</a:t>
            </a:r>
            <a:r>
              <a:rPr lang="en-US" dirty="0"/>
              <a:t> can be fatal.</a:t>
            </a:r>
          </a:p>
          <a:p>
            <a:pPr lvl="1"/>
            <a:r>
              <a:rPr lang="en-US" b="1" dirty="0"/>
              <a:t>Strategic partnerships</a:t>
            </a:r>
            <a:r>
              <a:rPr lang="en-US" dirty="0"/>
              <a:t> must be well-executed and timely.</a:t>
            </a:r>
          </a:p>
          <a:p>
            <a:endParaRPr lang="en-US" dirty="0"/>
          </a:p>
        </p:txBody>
      </p:sp>
    </p:spTree>
    <p:extLst>
      <p:ext uri="{BB962C8B-B14F-4D97-AF65-F5344CB8AC3E}">
        <p14:creationId xmlns:p14="http://schemas.microsoft.com/office/powerpoint/2010/main" val="1826486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D4D376-3773-8EAC-0AFB-DCD927B83ED3}"/>
              </a:ext>
            </a:extLst>
          </p:cNvPr>
          <p:cNvSpPr>
            <a:spLocks noGrp="1"/>
          </p:cNvSpPr>
          <p:nvPr>
            <p:ph type="title"/>
          </p:nvPr>
        </p:nvSpPr>
        <p:spPr>
          <a:xfrm>
            <a:off x="686834" y="1153572"/>
            <a:ext cx="3200400" cy="4461163"/>
          </a:xfrm>
        </p:spPr>
        <p:txBody>
          <a:bodyPr>
            <a:normAutofit/>
          </a:bodyPr>
          <a:lstStyle/>
          <a:p>
            <a:r>
              <a:rPr lang="en-US" b="1">
                <a:solidFill>
                  <a:srgbClr val="FFFFFF"/>
                </a:solidFill>
              </a:rPr>
              <a:t>Successful IT Project: Amazon Web Services (AWS)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E79450E-7201-1B96-6EFE-76858F1936C1}"/>
              </a:ext>
            </a:extLst>
          </p:cNvPr>
          <p:cNvSpPr>
            <a:spLocks noGrp="1"/>
          </p:cNvSpPr>
          <p:nvPr>
            <p:ph idx="1"/>
          </p:nvPr>
        </p:nvSpPr>
        <p:spPr>
          <a:xfrm>
            <a:off x="4447308" y="591344"/>
            <a:ext cx="6906491" cy="5585619"/>
          </a:xfrm>
        </p:spPr>
        <p:txBody>
          <a:bodyPr anchor="ctr">
            <a:normAutofit/>
          </a:bodyPr>
          <a:lstStyle/>
          <a:p>
            <a:pPr marL="0" indent="0">
              <a:buNone/>
            </a:pPr>
            <a:r>
              <a:rPr lang="en-US" sz="1500" b="1"/>
              <a:t>Overview:</a:t>
            </a:r>
          </a:p>
          <a:p>
            <a:r>
              <a:rPr lang="en-US" sz="1500" b="1"/>
              <a:t>Company</a:t>
            </a:r>
            <a:r>
              <a:rPr lang="en-US" sz="1500"/>
              <a:t>: Amazon</a:t>
            </a:r>
          </a:p>
          <a:p>
            <a:r>
              <a:rPr lang="en-US" sz="1500" b="1"/>
              <a:t>Project</a:t>
            </a:r>
            <a:r>
              <a:rPr lang="en-US" sz="1500"/>
              <a:t>: Launch of Amazon Web Services (AWS)</a:t>
            </a:r>
          </a:p>
          <a:p>
            <a:r>
              <a:rPr lang="en-US" sz="1500" b="1"/>
              <a:t>Year</a:t>
            </a:r>
            <a:r>
              <a:rPr lang="en-US" sz="1500"/>
              <a:t>: 2006</a:t>
            </a:r>
          </a:p>
          <a:p>
            <a:r>
              <a:rPr lang="en-US" sz="1500" b="1"/>
              <a:t>Goal</a:t>
            </a:r>
            <a:r>
              <a:rPr lang="en-US" sz="1500"/>
              <a:t>: Provide scalable cloud computing services to businesses and developers</a:t>
            </a:r>
          </a:p>
          <a:p>
            <a:pPr marL="0" indent="0">
              <a:buNone/>
            </a:pPr>
            <a:r>
              <a:rPr lang="en-US" sz="1500" b="1"/>
              <a:t>Why It Succeeded:</a:t>
            </a:r>
          </a:p>
          <a:p>
            <a:r>
              <a:rPr lang="en-US" sz="1500" b="1"/>
              <a:t>Clear Market Need</a:t>
            </a:r>
            <a:r>
              <a:rPr lang="en-US" sz="1500"/>
              <a:t>: Businesses needed scalable, affordable cloud infrastructure.</a:t>
            </a:r>
          </a:p>
          <a:p>
            <a:r>
              <a:rPr lang="en-US" sz="1500" b="1"/>
              <a:t>Strong Execution</a:t>
            </a:r>
            <a:r>
              <a:rPr lang="en-US" sz="1500"/>
              <a:t>: Amazon leveraged its existing infrastructure and expertise.</a:t>
            </a:r>
          </a:p>
          <a:p>
            <a:r>
              <a:rPr lang="en-US" sz="1500" b="1"/>
              <a:t>Innovation</a:t>
            </a:r>
            <a:r>
              <a:rPr lang="en-US" sz="1500"/>
              <a:t>: Introduced pay-as-you-go cloud services, transforming IT operations.</a:t>
            </a:r>
          </a:p>
          <a:p>
            <a:r>
              <a:rPr lang="en-US" sz="1500" b="1"/>
              <a:t>Scalability</a:t>
            </a:r>
            <a:r>
              <a:rPr lang="en-US" sz="1500"/>
              <a:t>: AWS grew rapidly, adding services like storage, databases, and AI tools.</a:t>
            </a:r>
          </a:p>
          <a:p>
            <a:pPr marL="0" indent="0">
              <a:buNone/>
            </a:pPr>
            <a:r>
              <a:rPr lang="en-US" sz="1500" b="1"/>
              <a:t>Outcome:</a:t>
            </a:r>
          </a:p>
          <a:p>
            <a:r>
              <a:rPr lang="en-US" sz="1500"/>
              <a:t>AWS became the </a:t>
            </a:r>
            <a:r>
              <a:rPr lang="en-US" sz="1500" b="1"/>
              <a:t>world’s leading cloud platform</a:t>
            </a:r>
            <a:r>
              <a:rPr lang="en-US" sz="1500"/>
              <a:t>, generating billions in revenue and powering companies like Netflix, Airbnb, and NASA.</a:t>
            </a:r>
          </a:p>
          <a:p>
            <a:endParaRPr lang="en-US" sz="1500"/>
          </a:p>
        </p:txBody>
      </p:sp>
    </p:spTree>
    <p:extLst>
      <p:ext uri="{BB962C8B-B14F-4D97-AF65-F5344CB8AC3E}">
        <p14:creationId xmlns:p14="http://schemas.microsoft.com/office/powerpoint/2010/main" val="386793816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09D3A7-9A96-4DE9-2E38-6F94DD1D0295}"/>
              </a:ext>
            </a:extLst>
          </p:cNvPr>
          <p:cNvSpPr>
            <a:spLocks noGrp="1"/>
          </p:cNvSpPr>
          <p:nvPr>
            <p:ph type="title"/>
          </p:nvPr>
        </p:nvSpPr>
        <p:spPr>
          <a:xfrm>
            <a:off x="686834" y="1153572"/>
            <a:ext cx="3200400" cy="4461163"/>
          </a:xfrm>
        </p:spPr>
        <p:txBody>
          <a:bodyPr>
            <a:normAutofit/>
          </a:bodyPr>
          <a:lstStyle/>
          <a:p>
            <a:r>
              <a:rPr lang="en-US" b="1">
                <a:solidFill>
                  <a:srgbClr val="FFFFFF"/>
                </a:solidFill>
              </a:rPr>
              <a:t>Failed IT Project: Windows Vista</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BDF5364-B131-2AF1-EB70-FC995FEE3EBB}"/>
              </a:ext>
            </a:extLst>
          </p:cNvPr>
          <p:cNvSpPr>
            <a:spLocks noGrp="1"/>
          </p:cNvSpPr>
          <p:nvPr>
            <p:ph idx="1"/>
          </p:nvPr>
        </p:nvSpPr>
        <p:spPr>
          <a:xfrm>
            <a:off x="4447308" y="591344"/>
            <a:ext cx="6906491" cy="5585619"/>
          </a:xfrm>
        </p:spPr>
        <p:txBody>
          <a:bodyPr anchor="ctr">
            <a:normAutofit/>
          </a:bodyPr>
          <a:lstStyle/>
          <a:p>
            <a:pPr marL="0" indent="0">
              <a:buNone/>
            </a:pPr>
            <a:r>
              <a:rPr lang="en-US" sz="1500" b="1"/>
              <a:t>Overview:</a:t>
            </a:r>
          </a:p>
          <a:p>
            <a:r>
              <a:rPr lang="en-US" sz="1500" b="1"/>
              <a:t>Company</a:t>
            </a:r>
            <a:r>
              <a:rPr lang="en-US" sz="1500"/>
              <a:t>: Microsoft</a:t>
            </a:r>
          </a:p>
          <a:p>
            <a:r>
              <a:rPr lang="en-US" sz="1500" b="1"/>
              <a:t>Project</a:t>
            </a:r>
            <a:r>
              <a:rPr lang="en-US" sz="1500"/>
              <a:t>: Windows Vista Operating System</a:t>
            </a:r>
          </a:p>
          <a:p>
            <a:r>
              <a:rPr lang="en-US" sz="1500" b="1"/>
              <a:t>Year</a:t>
            </a:r>
            <a:r>
              <a:rPr lang="en-US" sz="1500"/>
              <a:t>: Released in 2007</a:t>
            </a:r>
          </a:p>
          <a:p>
            <a:r>
              <a:rPr lang="en-US" sz="1500" b="1"/>
              <a:t>Goal</a:t>
            </a:r>
            <a:r>
              <a:rPr lang="en-US" sz="1500"/>
              <a:t>: Replace Windows XP with a more secure and modern OS</a:t>
            </a:r>
          </a:p>
          <a:p>
            <a:pPr marL="0" indent="0">
              <a:buNone/>
            </a:pPr>
            <a:r>
              <a:rPr lang="en-US" sz="1500" b="1"/>
              <a:t>Why It Failed:</a:t>
            </a:r>
          </a:p>
          <a:p>
            <a:r>
              <a:rPr lang="en-US" sz="1500" b="1"/>
              <a:t>Performance Issues</a:t>
            </a:r>
            <a:r>
              <a:rPr lang="en-US" sz="1500"/>
              <a:t>: Vista was slow and resource-heavy.</a:t>
            </a:r>
          </a:p>
          <a:p>
            <a:r>
              <a:rPr lang="en-US" sz="1500" b="1"/>
              <a:t>Compatibility Problems</a:t>
            </a:r>
            <a:r>
              <a:rPr lang="en-US" sz="1500"/>
              <a:t>: Many existing applications and drivers didn’t work.</a:t>
            </a:r>
          </a:p>
          <a:p>
            <a:r>
              <a:rPr lang="en-US" sz="1500" b="1"/>
              <a:t>Poor User Experience</a:t>
            </a:r>
            <a:r>
              <a:rPr lang="en-US" sz="1500"/>
              <a:t>: Frequent security prompts frustrated users.</a:t>
            </a:r>
          </a:p>
          <a:p>
            <a:r>
              <a:rPr lang="en-US" sz="1500" b="1"/>
              <a:t>Delayed Launch</a:t>
            </a:r>
            <a:r>
              <a:rPr lang="en-US" sz="1500"/>
              <a:t>: The project faced multiple delays and missed expectations.</a:t>
            </a:r>
          </a:p>
          <a:p>
            <a:pPr marL="0" indent="0">
              <a:buNone/>
            </a:pPr>
            <a:r>
              <a:rPr lang="en-US" sz="1500" b="1"/>
              <a:t>Outcome:</a:t>
            </a:r>
          </a:p>
          <a:p>
            <a:r>
              <a:rPr lang="en-US" sz="1500"/>
              <a:t>Vista was widely criticized and quickly replaced by Windows 7 in 2009.</a:t>
            </a:r>
          </a:p>
          <a:p>
            <a:r>
              <a:rPr lang="en-US" sz="1500"/>
              <a:t>It damaged Microsoft’s reputation temporarily and led to a major internal overhaul.</a:t>
            </a:r>
          </a:p>
          <a:p>
            <a:endParaRPr lang="en-US" sz="1500"/>
          </a:p>
        </p:txBody>
      </p:sp>
    </p:spTree>
    <p:extLst>
      <p:ext uri="{BB962C8B-B14F-4D97-AF65-F5344CB8AC3E}">
        <p14:creationId xmlns:p14="http://schemas.microsoft.com/office/powerpoint/2010/main" val="209990482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10DB0A-2ACC-ECC9-383B-9F54BD6A0EC0}"/>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Roles of IT Project Manager</a:t>
            </a:r>
          </a:p>
        </p:txBody>
      </p:sp>
      <p:graphicFrame>
        <p:nvGraphicFramePr>
          <p:cNvPr id="5" name="Content Placeholder 2">
            <a:extLst>
              <a:ext uri="{FF2B5EF4-FFF2-40B4-BE49-F238E27FC236}">
                <a16:creationId xmlns:a16="http://schemas.microsoft.com/office/drawing/2014/main" id="{05D03765-143B-7448-5862-F2DAB32F3CCA}"/>
              </a:ext>
            </a:extLst>
          </p:cNvPr>
          <p:cNvGraphicFramePr>
            <a:graphicFrameLocks noGrp="1"/>
          </p:cNvGraphicFramePr>
          <p:nvPr>
            <p:ph idx="1"/>
            <p:extLst>
              <p:ext uri="{D42A27DB-BD31-4B8C-83A1-F6EECF244321}">
                <p14:modId xmlns:p14="http://schemas.microsoft.com/office/powerpoint/2010/main" val="92158275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39556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448399-ECFF-0BF5-F332-B681354719C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9172CF-8E2C-DAD9-724E-966A8A04CB33}"/>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Roles of IT Project Manager</a:t>
            </a:r>
          </a:p>
        </p:txBody>
      </p:sp>
      <p:graphicFrame>
        <p:nvGraphicFramePr>
          <p:cNvPr id="5" name="Content Placeholder 2">
            <a:extLst>
              <a:ext uri="{FF2B5EF4-FFF2-40B4-BE49-F238E27FC236}">
                <a16:creationId xmlns:a16="http://schemas.microsoft.com/office/drawing/2014/main" id="{C5E7F299-C3CA-3DAC-C4C4-8F1E667F50D2}"/>
              </a:ext>
            </a:extLst>
          </p:cNvPr>
          <p:cNvGraphicFramePr>
            <a:graphicFrameLocks noGrp="1"/>
          </p:cNvGraphicFramePr>
          <p:nvPr>
            <p:ph idx="1"/>
            <p:extLst>
              <p:ext uri="{D42A27DB-BD31-4B8C-83A1-F6EECF244321}">
                <p14:modId xmlns:p14="http://schemas.microsoft.com/office/powerpoint/2010/main" val="111053920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45165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person in a suit and tie pointing at a chart&#10;&#10;AI-generated content may be incorrect.">
            <a:extLst>
              <a:ext uri="{FF2B5EF4-FFF2-40B4-BE49-F238E27FC236}">
                <a16:creationId xmlns:a16="http://schemas.microsoft.com/office/drawing/2014/main" id="{04DC1632-9A74-083A-F89D-01743BE44855}"/>
              </a:ext>
            </a:extLst>
          </p:cNvPr>
          <p:cNvPicPr>
            <a:picLocks noGrp="1" noChangeAspect="1"/>
          </p:cNvPicPr>
          <p:nvPr>
            <p:ph idx="1"/>
          </p:nvPr>
        </p:nvPicPr>
        <p:blipFill>
          <a:blip r:embed="rId2"/>
          <a:stretch>
            <a:fillRect/>
          </a:stretch>
        </p:blipFill>
        <p:spPr>
          <a:xfrm>
            <a:off x="2875730" y="643466"/>
            <a:ext cx="6440540" cy="5571067"/>
          </a:xfrm>
          <a:prstGeom prst="rect">
            <a:avLst/>
          </a:prstGeom>
        </p:spPr>
      </p:pic>
    </p:spTree>
    <p:extLst>
      <p:ext uri="{BB962C8B-B14F-4D97-AF65-F5344CB8AC3E}">
        <p14:creationId xmlns:p14="http://schemas.microsoft.com/office/powerpoint/2010/main" val="4166009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CA55EB28-35F1-0C7C-D721-DB5646627327}"/>
              </a:ext>
            </a:extLst>
          </p:cNvPr>
          <p:cNvPicPr>
            <a:picLocks noGrp="1" noChangeAspect="1"/>
          </p:cNvPicPr>
          <p:nvPr>
            <p:ph idx="1"/>
          </p:nvPr>
        </p:nvPicPr>
        <p:blipFill>
          <a:blip r:embed="rId2"/>
          <a:stretch>
            <a:fillRect/>
          </a:stretch>
        </p:blipFill>
        <p:spPr>
          <a:xfrm>
            <a:off x="1293355" y="643466"/>
            <a:ext cx="9605290" cy="5571067"/>
          </a:xfrm>
          <a:prstGeom prst="rect">
            <a:avLst/>
          </a:prstGeom>
        </p:spPr>
      </p:pic>
    </p:spTree>
    <p:extLst>
      <p:ext uri="{BB962C8B-B14F-4D97-AF65-F5344CB8AC3E}">
        <p14:creationId xmlns:p14="http://schemas.microsoft.com/office/powerpoint/2010/main" val="474811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781794_win32_fixed.potx" id="{FFA6945E-0D2E-49A3-B8AE-0157B47B7617}" vid="{3D53E5D5-FE42-40E3-89B4-70F55FAC32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608FC1AF54D449872153F805ACE6EF" ma:contentTypeVersion="11" ma:contentTypeDescription="Create a new document." ma:contentTypeScope="" ma:versionID="d877b52c9f40aa90e97123a47eb58593">
  <xsd:schema xmlns:xsd="http://www.w3.org/2001/XMLSchema" xmlns:xs="http://www.w3.org/2001/XMLSchema" xmlns:p="http://schemas.microsoft.com/office/2006/metadata/properties" xmlns:ns2="d455814b-bc0f-46b4-9b45-b7042d3eb635" xmlns:ns3="3591e1ee-7812-4bc1-a200-9f1e494ef9b0" targetNamespace="http://schemas.microsoft.com/office/2006/metadata/properties" ma:root="true" ma:fieldsID="b2b74201e39b65d5e10ec3376f92449d" ns2:_="" ns3:_="">
    <xsd:import namespace="d455814b-bc0f-46b4-9b45-b7042d3eb635"/>
    <xsd:import namespace="3591e1ee-7812-4bc1-a200-9f1e494ef9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55814b-bc0f-46b4-9b45-b7042d3eb6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9d814c0-9b3f-4c78-9577-1f6435586df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591e1ee-7812-4bc1-a200-9f1e494ef9b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1d0e2c59-f838-4528-9851-39e21eca7d68}" ma:internalName="TaxCatchAll" ma:showField="CatchAllData" ma:web="3591e1ee-7812-4bc1-a200-9f1e494ef9b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591e1ee-7812-4bc1-a200-9f1e494ef9b0" xsi:nil="true"/>
    <lcf76f155ced4ddcb4097134ff3c332f xmlns="d455814b-bc0f-46b4-9b45-b7042d3eb63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393782C-54B0-48C2-802A-FE8B039DB6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55814b-bc0f-46b4-9b45-b7042d3eb635"/>
    <ds:schemaRef ds:uri="3591e1ee-7812-4bc1-a200-9f1e494ef9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87EF91-87FB-42D2-80AC-559EBD6494BF}">
  <ds:schemaRefs>
    <ds:schemaRef ds:uri="http://schemas.microsoft.com/sharepoint/v3/contenttype/forms"/>
  </ds:schemaRefs>
</ds:datastoreItem>
</file>

<file path=customXml/itemProps3.xml><?xml version="1.0" encoding="utf-8"?>
<ds:datastoreItem xmlns:ds="http://schemas.openxmlformats.org/officeDocument/2006/customXml" ds:itemID="{924ECA12-0B5B-416A-B4FD-E1CBAD0702D1}">
  <ds:schemaRefs>
    <ds:schemaRef ds:uri="d455814b-bc0f-46b4-9b45-b7042d3eb635"/>
    <ds:schemaRef ds:uri="http://purl.org/dc/elements/1.1/"/>
    <ds:schemaRef ds:uri="http://schemas.openxmlformats.org/package/2006/metadata/core-properties"/>
    <ds:schemaRef ds:uri="http://purl.org/dc/terms/"/>
    <ds:schemaRef ds:uri="http://www.w3.org/XML/1998/namespace"/>
    <ds:schemaRef ds:uri="3591e1ee-7812-4bc1-a200-9f1e494ef9b0"/>
    <ds:schemaRef ds:uri="http://schemas.microsoft.com/office/infopath/2007/PartnerControls"/>
    <ds:schemaRef ds:uri="http://schemas.microsoft.com/office/2006/documentManagement/typ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Research presentation</Template>
  <TotalTime>8665</TotalTime>
  <Words>6343</Words>
  <Application>Microsoft Office PowerPoint</Application>
  <PresentationFormat>Widescreen</PresentationFormat>
  <Paragraphs>757</Paragraphs>
  <Slides>101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101</vt:i4>
      </vt:variant>
    </vt:vector>
  </HeadingPairs>
  <TitlesOfParts>
    <vt:vector size="106" baseType="lpstr">
      <vt:lpstr>Arial</vt:lpstr>
      <vt:lpstr>Calibri</vt:lpstr>
      <vt:lpstr>Calibri Light</vt:lpstr>
      <vt:lpstr>Segoe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MCQ</vt:lpstr>
      <vt:lpstr>MCQ</vt:lpstr>
      <vt:lpstr>Project Management</vt:lpstr>
      <vt:lpstr>PowerPoint Presentation</vt:lpstr>
      <vt:lpstr>Project Management</vt:lpstr>
      <vt:lpstr>Project Management</vt:lpstr>
      <vt:lpstr>Project Management</vt:lpstr>
      <vt:lpstr>Project Management</vt:lpstr>
      <vt:lpstr>MCQ</vt:lpstr>
      <vt:lpstr>MCQ</vt:lpstr>
      <vt:lpstr>MCQ</vt:lpstr>
      <vt:lpstr>PowerPoint Presentation</vt:lpstr>
      <vt:lpstr>PowerPoint Presentation</vt:lpstr>
      <vt:lpstr>Temporary Endeavor - Uniqueness</vt:lpstr>
      <vt:lpstr>PowerPoint Presentation</vt:lpstr>
      <vt:lpstr>Project Cost</vt:lpstr>
      <vt:lpstr>MCQ</vt:lpstr>
      <vt:lpstr>MCQ</vt:lpstr>
      <vt:lpstr>Why Is Cost Important in Project Management?</vt:lpstr>
      <vt:lpstr>PowerPoint Presentation</vt:lpstr>
      <vt:lpstr>PowerPoint Presentation</vt:lpstr>
      <vt:lpstr>PowerPoint Presentation</vt:lpstr>
      <vt:lpstr>PowerPoint Presentation</vt:lpstr>
      <vt:lpstr>Project Triple Constraints</vt:lpstr>
      <vt:lpstr>Project Triple Constraints</vt:lpstr>
      <vt:lpstr>MCQ</vt:lpstr>
      <vt:lpstr>MCQ</vt:lpstr>
      <vt:lpstr>PowerPoint Presentation</vt:lpstr>
      <vt:lpstr>Project Constraints</vt:lpstr>
      <vt:lpstr>Project Constraints</vt:lpstr>
      <vt:lpstr>PowerPoint Presentation</vt:lpstr>
      <vt:lpstr>PowerPoint Presentation</vt:lpstr>
      <vt:lpstr>PowerPoint Presentation</vt:lpstr>
      <vt:lpstr>MCQ</vt:lpstr>
      <vt:lpstr>MCQ</vt:lpstr>
      <vt:lpstr>Why Are Constraints Important for a Project Manager?</vt:lpstr>
      <vt:lpstr>Example</vt:lpstr>
      <vt:lpstr>As a Project Manager, What will you do</vt:lpstr>
      <vt:lpstr>As a Project Manager, What will you do</vt:lpstr>
      <vt:lpstr>As a Project Manager, What will you do</vt:lpstr>
      <vt:lpstr>IT Projects</vt:lpstr>
      <vt:lpstr>IT Projects</vt:lpstr>
      <vt:lpstr>IT Projects</vt:lpstr>
      <vt:lpstr>Traditional Projects</vt:lpstr>
      <vt:lpstr>IT Projects vs Traditional Projects</vt:lpstr>
      <vt:lpstr>Why IT Project Management Is Important?</vt:lpstr>
      <vt:lpstr>Why IT Project Management Is Important?</vt:lpstr>
      <vt:lpstr>Role of IT Project Manager</vt:lpstr>
      <vt:lpstr>Role of IT Project Manager</vt:lpstr>
      <vt:lpstr>Skills of Project Manager</vt:lpstr>
      <vt:lpstr>PowerPoint Presentation</vt:lpstr>
      <vt:lpstr>PowerPoint Presentation</vt:lpstr>
      <vt:lpstr>Essential Skills of a Project Manager</vt:lpstr>
      <vt:lpstr>Essential Skills of a Project Manager</vt:lpstr>
      <vt:lpstr>Essential Skills of a Project Manager</vt:lpstr>
      <vt:lpstr>Skills of IT Project Manager</vt:lpstr>
      <vt:lpstr>Skills of IT Project Manager</vt:lpstr>
      <vt:lpstr>Skills of IT Project Manager</vt:lpstr>
      <vt:lpstr>Case Study: Successful IT Project – Google Chrome</vt:lpstr>
      <vt:lpstr>Case Study: Successful IT Project – Google Chrome</vt:lpstr>
      <vt:lpstr>Case Study: Successful IT Project – Google Chrome</vt:lpstr>
      <vt:lpstr>Case Study: Successful IT Project – Google Chrome</vt:lpstr>
      <vt:lpstr>Case Study: Successful IT Project – Google Chrome</vt:lpstr>
      <vt:lpstr>Case Study: Successful IT Project – Google Chrome</vt:lpstr>
      <vt:lpstr>Case Study: Successful IT Project – Apple iPhone</vt:lpstr>
      <vt:lpstr>Case Study: Successful IT Project – Apple iPhone</vt:lpstr>
      <vt:lpstr>Case Study: Successful IT Project – Apple iPhone</vt:lpstr>
      <vt:lpstr>Case Study: Successful IT Project – Apple iPhone</vt:lpstr>
      <vt:lpstr>Case Study: Successful IT Project – Apple iPhone</vt:lpstr>
      <vt:lpstr>Case Study: Successful IT Project – Apple iPhone</vt:lpstr>
      <vt:lpstr>Case Study: Successful IT Project – Apple iPhone</vt:lpstr>
      <vt:lpstr>Case Study: Nokia’s Failed Mobile Phone Business</vt:lpstr>
      <vt:lpstr>Case Study: Nokia’s Failed Mobile Phone Business</vt:lpstr>
      <vt:lpstr>Case Study: Nokia’s Failed Mobile Phone Business</vt:lpstr>
      <vt:lpstr>Case Study: Nokia’s Failed Mobile Phone Business</vt:lpstr>
      <vt:lpstr>Case Study: Nokia’s Failed Mobile Phone Business</vt:lpstr>
      <vt:lpstr>Case Study: Nokia’s Failed Mobile Phone Business</vt:lpstr>
      <vt:lpstr>Case Study: Nokia’s Failed Mobile Phone Business</vt:lpstr>
      <vt:lpstr>Successful IT Project: Amazon Web Services (AWS)</vt:lpstr>
      <vt:lpstr>Failed IT Project: Windows Vista</vt:lpstr>
      <vt:lpstr>Roles of IT Project Manager</vt:lpstr>
      <vt:lpstr>Roles of IT Project Manager</vt:lpstr>
      <vt:lpstr>PowerPoint Presentation</vt:lpstr>
      <vt:lpstr>PowerPoint Presentation</vt:lpstr>
    </vt:vector>
  </TitlesOfParts>
  <Company>Cotiviti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Project Management</dc:title>
  <dc:creator>KC, Surendra</dc:creator>
  <cp:lastModifiedBy>Surendra Kc</cp:lastModifiedBy>
  <cp:revision>2</cp:revision>
  <dcterms:created xsi:type="dcterms:W3CDTF">2023-11-23T13:29:39Z</dcterms:created>
  <dcterms:modified xsi:type="dcterms:W3CDTF">2025-07-16T12:13:21Z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0x01010025608FC1AF54D449872153F805ACE6EF</vt:lpwstr>
  </property>
  <property fmtid="{D5CDD505-2E9C-101B-9397-08002B2CF9AE}" pid="3" name="MediaServiceImageTags">
    <vt:lpwstr/>
  </property>
</Properties>
</file>