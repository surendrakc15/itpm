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8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33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7" r:id="rId62"/>
    <p:sldId id="318" r:id="rId63"/>
    <p:sldId id="316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4" r:id="rId79"/>
    <p:sldId id="335" r:id="rId80"/>
    <p:sldId id="336" r:id="rId81"/>
    <p:sldId id="337" r:id="rId82"/>
    <p:sldId id="338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ndra Kc" userId="S::surendrakc@infinite.com::880eb05b-cc72-4250-920b-6630e35cf82c" providerId="AD" clId="Web-{5C7F71E1-F6A8-ABEE-2FC0-13307A818E54}"/>
    <pc:docChg chg="addSld modSld">
      <pc:chgData name="Surendra Kc" userId="S::surendrakc@infinite.com::880eb05b-cc72-4250-920b-6630e35cf82c" providerId="AD" clId="Web-{5C7F71E1-F6A8-ABEE-2FC0-13307A818E54}" dt="2025-11-11T14:19:51.856" v="19" actId="20577"/>
      <pc:docMkLst>
        <pc:docMk/>
      </pc:docMkLst>
      <pc:sldChg chg="addSp delSp modSp new mod setBg">
        <pc:chgData name="Surendra Kc" userId="S::surendrakc@infinite.com::880eb05b-cc72-4250-920b-6630e35cf82c" providerId="AD" clId="Web-{5C7F71E1-F6A8-ABEE-2FC0-13307A818E54}" dt="2025-11-11T14:18:24.528" v="2"/>
        <pc:sldMkLst>
          <pc:docMk/>
          <pc:sldMk cId="3236605724" sldId="334"/>
        </pc:sldMkLst>
        <pc:picChg chg="add mod ord">
          <ac:chgData name="Surendra Kc" userId="S::surendrakc@infinite.com::880eb05b-cc72-4250-920b-6630e35cf82c" providerId="AD" clId="Web-{5C7F71E1-F6A8-ABEE-2FC0-13307A818E54}" dt="2025-11-11T14:18:24.528" v="2"/>
          <ac:picMkLst>
            <pc:docMk/>
            <pc:sldMk cId="3236605724" sldId="334"/>
            <ac:picMk id="4" creationId="{BE326905-974E-8F77-F641-5D0A08BE8659}"/>
          </ac:picMkLst>
        </pc:picChg>
      </pc:sldChg>
      <pc:sldChg chg="addSp delSp modSp new mod setBg">
        <pc:chgData name="Surendra Kc" userId="S::surendrakc@infinite.com::880eb05b-cc72-4250-920b-6630e35cf82c" providerId="AD" clId="Web-{5C7F71E1-F6A8-ABEE-2FC0-13307A818E54}" dt="2025-11-11T14:18:48.981" v="5"/>
        <pc:sldMkLst>
          <pc:docMk/>
          <pc:sldMk cId="3840030452" sldId="335"/>
        </pc:sldMkLst>
        <pc:spChg chg="mod">
          <ac:chgData name="Surendra Kc" userId="S::surendrakc@infinite.com::880eb05b-cc72-4250-920b-6630e35cf82c" providerId="AD" clId="Web-{5C7F71E1-F6A8-ABEE-2FC0-13307A818E54}" dt="2025-11-11T14:18:48.981" v="5"/>
          <ac:spMkLst>
            <pc:docMk/>
            <pc:sldMk cId="3840030452" sldId="335"/>
            <ac:spMk id="2" creationId="{5DDD4DF4-4597-9C76-92BC-04D978671623}"/>
          </ac:spMkLst>
        </pc:spChg>
        <pc:spChg chg="add">
          <ac:chgData name="Surendra Kc" userId="S::surendrakc@infinite.com::880eb05b-cc72-4250-920b-6630e35cf82c" providerId="AD" clId="Web-{5C7F71E1-F6A8-ABEE-2FC0-13307A818E54}" dt="2025-11-11T14:18:48.981" v="5"/>
          <ac:spMkLst>
            <pc:docMk/>
            <pc:sldMk cId="3840030452" sldId="335"/>
            <ac:spMk id="9" creationId="{D4771268-CB57-404A-9271-370EB28F6090}"/>
          </ac:spMkLst>
        </pc:spChg>
        <pc:picChg chg="add mod ord">
          <ac:chgData name="Surendra Kc" userId="S::surendrakc@infinite.com::880eb05b-cc72-4250-920b-6630e35cf82c" providerId="AD" clId="Web-{5C7F71E1-F6A8-ABEE-2FC0-13307A818E54}" dt="2025-11-11T14:18:48.981" v="5"/>
          <ac:picMkLst>
            <pc:docMk/>
            <pc:sldMk cId="3840030452" sldId="335"/>
            <ac:picMk id="4" creationId="{A347AC3E-B33C-169F-CA8C-DC78E00D0EA1}"/>
          </ac:picMkLst>
        </pc:picChg>
      </pc:sldChg>
      <pc:sldChg chg="modSp new">
        <pc:chgData name="Surendra Kc" userId="S::surendrakc@infinite.com::880eb05b-cc72-4250-920b-6630e35cf82c" providerId="AD" clId="Web-{5C7F71E1-F6A8-ABEE-2FC0-13307A818E54}" dt="2025-11-11T14:19:22.294" v="10" actId="20577"/>
        <pc:sldMkLst>
          <pc:docMk/>
          <pc:sldMk cId="3063130218" sldId="336"/>
        </pc:sldMkLst>
        <pc:spChg chg="mod">
          <ac:chgData name="Surendra Kc" userId="S::surendrakc@infinite.com::880eb05b-cc72-4250-920b-6630e35cf82c" providerId="AD" clId="Web-{5C7F71E1-F6A8-ABEE-2FC0-13307A818E54}" dt="2025-11-11T14:19:16.528" v="7" actId="20577"/>
          <ac:spMkLst>
            <pc:docMk/>
            <pc:sldMk cId="3063130218" sldId="336"/>
            <ac:spMk id="2" creationId="{7889E688-EC3A-6909-5DA2-13E3D067757A}"/>
          </ac:spMkLst>
        </pc:spChg>
        <pc:spChg chg="mod">
          <ac:chgData name="Surendra Kc" userId="S::surendrakc@infinite.com::880eb05b-cc72-4250-920b-6630e35cf82c" providerId="AD" clId="Web-{5C7F71E1-F6A8-ABEE-2FC0-13307A818E54}" dt="2025-11-11T14:19:22.294" v="10" actId="20577"/>
          <ac:spMkLst>
            <pc:docMk/>
            <pc:sldMk cId="3063130218" sldId="336"/>
            <ac:spMk id="3" creationId="{7FB0075C-0E65-DEA6-4E40-D47B701A473B}"/>
          </ac:spMkLst>
        </pc:spChg>
      </pc:sldChg>
      <pc:sldChg chg="modSp new">
        <pc:chgData name="Surendra Kc" userId="S::surendrakc@infinite.com::880eb05b-cc72-4250-920b-6630e35cf82c" providerId="AD" clId="Web-{5C7F71E1-F6A8-ABEE-2FC0-13307A818E54}" dt="2025-11-11T14:19:38.856" v="15" actId="20577"/>
        <pc:sldMkLst>
          <pc:docMk/>
          <pc:sldMk cId="818536728" sldId="337"/>
        </pc:sldMkLst>
        <pc:spChg chg="mod">
          <ac:chgData name="Surendra Kc" userId="S::surendrakc@infinite.com::880eb05b-cc72-4250-920b-6630e35cf82c" providerId="AD" clId="Web-{5C7F71E1-F6A8-ABEE-2FC0-13307A818E54}" dt="2025-11-11T14:19:28.606" v="12" actId="20577"/>
          <ac:spMkLst>
            <pc:docMk/>
            <pc:sldMk cId="818536728" sldId="337"/>
            <ac:spMk id="2" creationId="{D1921BE9-8172-6070-6218-5369FE1B9CC4}"/>
          </ac:spMkLst>
        </pc:spChg>
        <pc:spChg chg="mod">
          <ac:chgData name="Surendra Kc" userId="S::surendrakc@infinite.com::880eb05b-cc72-4250-920b-6630e35cf82c" providerId="AD" clId="Web-{5C7F71E1-F6A8-ABEE-2FC0-13307A818E54}" dt="2025-11-11T14:19:38.856" v="15" actId="20577"/>
          <ac:spMkLst>
            <pc:docMk/>
            <pc:sldMk cId="818536728" sldId="337"/>
            <ac:spMk id="3" creationId="{0C438379-0667-A970-B7CE-F3A83F4889AA}"/>
          </ac:spMkLst>
        </pc:spChg>
      </pc:sldChg>
      <pc:sldChg chg="modSp new">
        <pc:chgData name="Surendra Kc" userId="S::surendrakc@infinite.com::880eb05b-cc72-4250-920b-6630e35cf82c" providerId="AD" clId="Web-{5C7F71E1-F6A8-ABEE-2FC0-13307A818E54}" dt="2025-11-11T14:19:51.856" v="19" actId="20577"/>
        <pc:sldMkLst>
          <pc:docMk/>
          <pc:sldMk cId="3543184104" sldId="338"/>
        </pc:sldMkLst>
        <pc:spChg chg="mod">
          <ac:chgData name="Surendra Kc" userId="S::surendrakc@infinite.com::880eb05b-cc72-4250-920b-6630e35cf82c" providerId="AD" clId="Web-{5C7F71E1-F6A8-ABEE-2FC0-13307A818E54}" dt="2025-11-11T14:19:43.247" v="17" actId="20577"/>
          <ac:spMkLst>
            <pc:docMk/>
            <pc:sldMk cId="3543184104" sldId="338"/>
            <ac:spMk id="2" creationId="{6A76A66B-247A-6534-63E9-927B86A26C00}"/>
          </ac:spMkLst>
        </pc:spChg>
        <pc:spChg chg="mod">
          <ac:chgData name="Surendra Kc" userId="S::surendrakc@infinite.com::880eb05b-cc72-4250-920b-6630e35cf82c" providerId="AD" clId="Web-{5C7F71E1-F6A8-ABEE-2FC0-13307A818E54}" dt="2025-11-11T14:19:51.856" v="19" actId="20577"/>
          <ac:spMkLst>
            <pc:docMk/>
            <pc:sldMk cId="3543184104" sldId="338"/>
            <ac:spMk id="3" creationId="{C991AFD5-C9EE-FBC8-A0D5-DAA5BAA6D16F}"/>
          </ac:spMkLst>
        </pc:spChg>
      </pc:sldChg>
    </pc:docChg>
  </pc:docChgLst>
  <pc:docChgLst>
    <pc:chgData name="Surendra Kc" userId="880eb05b-cc72-4250-920b-6630e35cf82c" providerId="ADAL" clId="{24AD5AE8-DB5A-48FB-98BA-46C6300F1F75}"/>
    <pc:docChg chg="modSld">
      <pc:chgData name="Surendra Kc" userId="880eb05b-cc72-4250-920b-6630e35cf82c" providerId="ADAL" clId="{24AD5AE8-DB5A-48FB-98BA-46C6300F1F75}" dt="2025-11-16T06:04:47.412" v="3" actId="1035"/>
      <pc:docMkLst>
        <pc:docMk/>
      </pc:docMkLst>
      <pc:sldChg chg="modSp mod">
        <pc:chgData name="Surendra Kc" userId="880eb05b-cc72-4250-920b-6630e35cf82c" providerId="ADAL" clId="{24AD5AE8-DB5A-48FB-98BA-46C6300F1F75}" dt="2025-11-16T06:04:47.412" v="3" actId="1035"/>
        <pc:sldMkLst>
          <pc:docMk/>
          <pc:sldMk cId="1926650598" sldId="279"/>
        </pc:sldMkLst>
        <pc:spChg chg="mod">
          <ac:chgData name="Surendra Kc" userId="880eb05b-cc72-4250-920b-6630e35cf82c" providerId="ADAL" clId="{24AD5AE8-DB5A-48FB-98BA-46C6300F1F75}" dt="2025-11-16T06:04:47.412" v="3" actId="1035"/>
          <ac:spMkLst>
            <pc:docMk/>
            <pc:sldMk cId="1926650598" sldId="279"/>
            <ac:spMk id="2" creationId="{3EE0D268-3E40-D7BD-6669-3997407C3870}"/>
          </ac:spMkLst>
        </pc:spChg>
      </pc:sldChg>
    </pc:docChg>
  </pc:docChgLst>
  <pc:docChgLst>
    <pc:chgData name="Surendra Kc" userId="S::surendrakc@infinite.com::880eb05b-cc72-4250-920b-6630e35cf82c" providerId="AD" clId="Web-{0A78E21C-560F-85A9-4925-DC11F70EA173}"/>
    <pc:docChg chg="addSld delSld modSld">
      <pc:chgData name="Surendra Kc" userId="S::surendrakc@infinite.com::880eb05b-cc72-4250-920b-6630e35cf82c" providerId="AD" clId="Web-{0A78E21C-560F-85A9-4925-DC11F70EA173}" dt="2025-11-11T14:15:24.841" v="1071" actId="20577"/>
      <pc:docMkLst>
        <pc:docMk/>
      </pc:docMkLst>
      <pc:sldChg chg="modSp">
        <pc:chgData name="Surendra Kc" userId="S::surendrakc@infinite.com::880eb05b-cc72-4250-920b-6630e35cf82c" providerId="AD" clId="Web-{0A78E21C-560F-85A9-4925-DC11F70EA173}" dt="2025-11-11T12:28:20.312" v="5" actId="20577"/>
        <pc:sldMkLst>
          <pc:docMk/>
          <pc:sldMk cId="109857222" sldId="256"/>
        </pc:sldMkLst>
        <pc:spChg chg="mod">
          <ac:chgData name="Surendra Kc" userId="S::surendrakc@infinite.com::880eb05b-cc72-4250-920b-6630e35cf82c" providerId="AD" clId="Web-{0A78E21C-560F-85A9-4925-DC11F70EA173}" dt="2025-11-11T12:28:17.874" v="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urendra Kc" userId="S::surendrakc@infinite.com::880eb05b-cc72-4250-920b-6630e35cf82c" providerId="AD" clId="Web-{0A78E21C-560F-85A9-4925-DC11F70EA173}" dt="2025-11-11T12:28:20.312" v="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setBg">
        <pc:chgData name="Surendra Kc" userId="S::surendrakc@infinite.com::880eb05b-cc72-4250-920b-6630e35cf82c" providerId="AD" clId="Web-{0A78E21C-560F-85A9-4925-DC11F70EA173}" dt="2025-11-11T12:30:32.581" v="12"/>
        <pc:sldMkLst>
          <pc:docMk/>
          <pc:sldMk cId="4177972842" sldId="257"/>
        </pc:sldMkLst>
        <pc:spChg chg="mod ord">
          <ac:chgData name="Surendra Kc" userId="S::surendrakc@infinite.com::880eb05b-cc72-4250-920b-6630e35cf82c" providerId="AD" clId="Web-{0A78E21C-560F-85A9-4925-DC11F70EA173}" dt="2025-11-11T12:30:32.581" v="12"/>
          <ac:spMkLst>
            <pc:docMk/>
            <pc:sldMk cId="4177972842" sldId="257"/>
            <ac:spMk id="2" creationId="{17254434-4F1E-2737-053C-CD35E8F649D2}"/>
          </ac:spMkLst>
        </pc:spChg>
        <pc:spChg chg="add">
          <ac:chgData name="Surendra Kc" userId="S::surendrakc@infinite.com::880eb05b-cc72-4250-920b-6630e35cf82c" providerId="AD" clId="Web-{0A78E21C-560F-85A9-4925-DC11F70EA173}" dt="2025-11-11T12:30:32.581" v="12"/>
          <ac:spMkLst>
            <pc:docMk/>
            <pc:sldMk cId="4177972842" sldId="257"/>
            <ac:spMk id="9" creationId="{37C89E4B-3C9F-44B9-8B86-D9E3D112D8EC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2:30:32.581" v="12"/>
          <ac:picMkLst>
            <pc:docMk/>
            <pc:sldMk cId="4177972842" sldId="257"/>
            <ac:picMk id="4" creationId="{B01F2D55-E93E-2CAB-8358-7E30BCAF5C7D}"/>
          </ac:picMkLst>
        </pc:picChg>
        <pc:cxnChg chg="add">
          <ac:chgData name="Surendra Kc" userId="S::surendrakc@infinite.com::880eb05b-cc72-4250-920b-6630e35cf82c" providerId="AD" clId="Web-{0A78E21C-560F-85A9-4925-DC11F70EA173}" dt="2025-11-11T12:30:32.581" v="12"/>
          <ac:cxnSpMkLst>
            <pc:docMk/>
            <pc:sldMk cId="4177972842" sldId="257"/>
            <ac:cxnSpMk id="11" creationId="{AA2EAA10-076F-46BD-8F0F-B9A2FB77A85C}"/>
          </ac:cxnSpMkLst>
        </pc:cxnChg>
        <pc:cxnChg chg="add">
          <ac:chgData name="Surendra Kc" userId="S::surendrakc@infinite.com::880eb05b-cc72-4250-920b-6630e35cf82c" providerId="AD" clId="Web-{0A78E21C-560F-85A9-4925-DC11F70EA173}" dt="2025-11-11T12:30:32.581" v="12"/>
          <ac:cxnSpMkLst>
            <pc:docMk/>
            <pc:sldMk cId="4177972842" sldId="257"/>
            <ac:cxnSpMk id="13" creationId="{D891E407-403B-4764-86C9-33A56D3BCAA3}"/>
          </ac:cxnSpMkLst>
        </pc:cxnChg>
      </pc:sldChg>
      <pc:sldChg chg="modSp new">
        <pc:chgData name="Surendra Kc" userId="S::surendrakc@infinite.com::880eb05b-cc72-4250-920b-6630e35cf82c" providerId="AD" clId="Web-{0A78E21C-560F-85A9-4925-DC11F70EA173}" dt="2025-11-11T12:33:20.771" v="62" actId="20577"/>
        <pc:sldMkLst>
          <pc:docMk/>
          <pc:sldMk cId="2273472421" sldId="258"/>
        </pc:sldMkLst>
        <pc:spChg chg="mod">
          <ac:chgData name="Surendra Kc" userId="S::surendrakc@infinite.com::880eb05b-cc72-4250-920b-6630e35cf82c" providerId="AD" clId="Web-{0A78E21C-560F-85A9-4925-DC11F70EA173}" dt="2025-11-11T12:32:19.208" v="35" actId="20577"/>
          <ac:spMkLst>
            <pc:docMk/>
            <pc:sldMk cId="2273472421" sldId="258"/>
            <ac:spMk id="2" creationId="{4A822C2F-B3A3-3379-990F-CD3182F1154C}"/>
          </ac:spMkLst>
        </pc:spChg>
        <pc:spChg chg="mod">
          <ac:chgData name="Surendra Kc" userId="S::surendrakc@infinite.com::880eb05b-cc72-4250-920b-6630e35cf82c" providerId="AD" clId="Web-{0A78E21C-560F-85A9-4925-DC11F70EA173}" dt="2025-11-11T12:33:20.771" v="62" actId="20577"/>
          <ac:spMkLst>
            <pc:docMk/>
            <pc:sldMk cId="2273472421" sldId="258"/>
            <ac:spMk id="3" creationId="{619267DE-D97E-BA3E-CA46-33243456564A}"/>
          </ac:spMkLst>
        </pc:spChg>
      </pc:sldChg>
      <pc:sldChg chg="addSp delSp modSp new mod setBg">
        <pc:chgData name="Surendra Kc" userId="S::surendrakc@infinite.com::880eb05b-cc72-4250-920b-6630e35cf82c" providerId="AD" clId="Web-{0A78E21C-560F-85A9-4925-DC11F70EA173}" dt="2025-11-11T12:35:12.585" v="81"/>
        <pc:sldMkLst>
          <pc:docMk/>
          <pc:sldMk cId="4219686793" sldId="259"/>
        </pc:sldMkLst>
        <pc:spChg chg="mod">
          <ac:chgData name="Surendra Kc" userId="S::surendrakc@infinite.com::880eb05b-cc72-4250-920b-6630e35cf82c" providerId="AD" clId="Web-{0A78E21C-560F-85A9-4925-DC11F70EA173}" dt="2025-11-11T12:35:12.585" v="81"/>
          <ac:spMkLst>
            <pc:docMk/>
            <pc:sldMk cId="4219686793" sldId="259"/>
            <ac:spMk id="2" creationId="{9BD76690-F1D1-8574-5515-180F9C8CEC09}"/>
          </ac:spMkLst>
        </pc:spChg>
        <pc:spChg chg="add">
          <ac:chgData name="Surendra Kc" userId="S::surendrakc@infinite.com::880eb05b-cc72-4250-920b-6630e35cf82c" providerId="AD" clId="Web-{0A78E21C-560F-85A9-4925-DC11F70EA173}" dt="2025-11-11T12:35:12.585" v="81"/>
          <ac:spMkLst>
            <pc:docMk/>
            <pc:sldMk cId="4219686793" sldId="259"/>
            <ac:spMk id="9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2:35:12.585" v="81"/>
          <ac:picMkLst>
            <pc:docMk/>
            <pc:sldMk cId="4219686793" sldId="259"/>
            <ac:picMk id="4" creationId="{3FC04E48-2237-3C02-D1FC-BC98D5B647B2}"/>
          </ac:picMkLst>
        </pc:picChg>
      </pc:sldChg>
      <pc:sldChg chg="modSp new">
        <pc:chgData name="Surendra Kc" userId="S::surendrakc@infinite.com::880eb05b-cc72-4250-920b-6630e35cf82c" providerId="AD" clId="Web-{0A78E21C-560F-85A9-4925-DC11F70EA173}" dt="2025-11-11T12:47:04.514" v="105" actId="20577"/>
        <pc:sldMkLst>
          <pc:docMk/>
          <pc:sldMk cId="974387187" sldId="260"/>
        </pc:sldMkLst>
        <pc:spChg chg="mod">
          <ac:chgData name="Surendra Kc" userId="S::surendrakc@infinite.com::880eb05b-cc72-4250-920b-6630e35cf82c" providerId="AD" clId="Web-{0A78E21C-560F-85A9-4925-DC11F70EA173}" dt="2025-11-11T12:46:18.591" v="92" actId="20577"/>
          <ac:spMkLst>
            <pc:docMk/>
            <pc:sldMk cId="974387187" sldId="260"/>
            <ac:spMk id="2" creationId="{E45DF977-CF9A-0AE4-3CF4-45A9024BE915}"/>
          </ac:spMkLst>
        </pc:spChg>
        <pc:spChg chg="mod">
          <ac:chgData name="Surendra Kc" userId="S::surendrakc@infinite.com::880eb05b-cc72-4250-920b-6630e35cf82c" providerId="AD" clId="Web-{0A78E21C-560F-85A9-4925-DC11F70EA173}" dt="2025-11-11T12:47:04.514" v="105" actId="20577"/>
          <ac:spMkLst>
            <pc:docMk/>
            <pc:sldMk cId="974387187" sldId="260"/>
            <ac:spMk id="3" creationId="{F6B44D97-4DEF-C6DB-A0BE-C00AFA2C83D3}"/>
          </ac:spMkLst>
        </pc:spChg>
      </pc:sldChg>
      <pc:sldChg chg="addSp delSp modSp new">
        <pc:chgData name="Surendra Kc" userId="S::surendrakc@infinite.com::880eb05b-cc72-4250-920b-6630e35cf82c" providerId="AD" clId="Web-{0A78E21C-560F-85A9-4925-DC11F70EA173}" dt="2025-11-11T12:52:43.613" v="233" actId="20577"/>
        <pc:sldMkLst>
          <pc:docMk/>
          <pc:sldMk cId="1552498517" sldId="261"/>
        </pc:sldMkLst>
        <pc:spChg chg="mod">
          <ac:chgData name="Surendra Kc" userId="S::surendrakc@infinite.com::880eb05b-cc72-4250-920b-6630e35cf82c" providerId="AD" clId="Web-{0A78E21C-560F-85A9-4925-DC11F70EA173}" dt="2025-11-11T12:48:09.594" v="120" actId="20577"/>
          <ac:spMkLst>
            <pc:docMk/>
            <pc:sldMk cId="1552498517" sldId="261"/>
            <ac:spMk id="2" creationId="{F63867D6-7744-5EE6-BC87-6DB7B38C0FC7}"/>
          </ac:spMkLst>
        </pc:spChg>
        <pc:spChg chg="add del mod">
          <ac:chgData name="Surendra Kc" userId="S::surendrakc@infinite.com::880eb05b-cc72-4250-920b-6630e35cf82c" providerId="AD" clId="Web-{0A78E21C-560F-85A9-4925-DC11F70EA173}" dt="2025-11-11T12:52:43.613" v="233" actId="20577"/>
          <ac:spMkLst>
            <pc:docMk/>
            <pc:sldMk cId="1552498517" sldId="261"/>
            <ac:spMk id="3" creationId="{5A4BA93F-8C5E-3E31-8D83-C9070C4B7F97}"/>
          </ac:spMkLst>
        </pc:spChg>
      </pc:sldChg>
      <pc:sldChg chg="modSp new">
        <pc:chgData name="Surendra Kc" userId="S::surendrakc@infinite.com::880eb05b-cc72-4250-920b-6630e35cf82c" providerId="AD" clId="Web-{0A78E21C-560F-85A9-4925-DC11F70EA173}" dt="2025-11-11T12:58:06.864" v="322" actId="20577"/>
        <pc:sldMkLst>
          <pc:docMk/>
          <pc:sldMk cId="2739752626" sldId="262"/>
        </pc:sldMkLst>
        <pc:spChg chg="mod">
          <ac:chgData name="Surendra Kc" userId="S::surendrakc@infinite.com::880eb05b-cc72-4250-920b-6630e35cf82c" providerId="AD" clId="Web-{0A78E21C-560F-85A9-4925-DC11F70EA173}" dt="2025-11-11T12:54:12.551" v="244" actId="20577"/>
          <ac:spMkLst>
            <pc:docMk/>
            <pc:sldMk cId="2739752626" sldId="262"/>
            <ac:spMk id="2" creationId="{9E98ABD6-7CF4-5BF7-AA9E-6C6678631EC9}"/>
          </ac:spMkLst>
        </pc:spChg>
        <pc:spChg chg="mod">
          <ac:chgData name="Surendra Kc" userId="S::surendrakc@infinite.com::880eb05b-cc72-4250-920b-6630e35cf82c" providerId="AD" clId="Web-{0A78E21C-560F-85A9-4925-DC11F70EA173}" dt="2025-11-11T12:58:06.864" v="322" actId="20577"/>
          <ac:spMkLst>
            <pc:docMk/>
            <pc:sldMk cId="2739752626" sldId="262"/>
            <ac:spMk id="3" creationId="{F1538617-7F86-A7FA-D887-E7CDFC391F5B}"/>
          </ac:spMkLst>
        </pc:spChg>
      </pc:sldChg>
      <pc:sldChg chg="addSp delSp modSp new mod setBg">
        <pc:chgData name="Surendra Kc" userId="S::surendrakc@infinite.com::880eb05b-cc72-4250-920b-6630e35cf82c" providerId="AD" clId="Web-{0A78E21C-560F-85A9-4925-DC11F70EA173}" dt="2025-11-11T13:00:09.037" v="334"/>
        <pc:sldMkLst>
          <pc:docMk/>
          <pc:sldMk cId="977845418" sldId="264"/>
        </pc:sldMkLst>
        <pc:spChg chg="add">
          <ac:chgData name="Surendra Kc" userId="S::surendrakc@infinite.com::880eb05b-cc72-4250-920b-6630e35cf82c" providerId="AD" clId="Web-{0A78E21C-560F-85A9-4925-DC11F70EA173}" dt="2025-11-11T13:00:09.037" v="334"/>
          <ac:spMkLst>
            <pc:docMk/>
            <pc:sldMk cId="977845418" sldId="264"/>
            <ac:spMk id="9" creationId="{2D2B266D-3625-4584-A5C3-7D3F672CFF30}"/>
          </ac:spMkLst>
        </pc:spChg>
        <pc:spChg chg="add">
          <ac:chgData name="Surendra Kc" userId="S::surendrakc@infinite.com::880eb05b-cc72-4250-920b-6630e35cf82c" providerId="AD" clId="Web-{0A78E21C-560F-85A9-4925-DC11F70EA173}" dt="2025-11-11T13:00:09.037" v="334"/>
          <ac:spMkLst>
            <pc:docMk/>
            <pc:sldMk cId="977845418" sldId="264"/>
            <ac:spMk id="11" creationId="{C463B99A-73EE-4FBB-B7C4-F9F9BCC25C65}"/>
          </ac:spMkLst>
        </pc:spChg>
        <pc:spChg chg="add">
          <ac:chgData name="Surendra Kc" userId="S::surendrakc@infinite.com::880eb05b-cc72-4250-920b-6630e35cf82c" providerId="AD" clId="Web-{0A78E21C-560F-85A9-4925-DC11F70EA173}" dt="2025-11-11T13:00:09.037" v="334"/>
          <ac:spMkLst>
            <pc:docMk/>
            <pc:sldMk cId="977845418" sldId="264"/>
            <ac:spMk id="13" creationId="{A5D2A5D1-BA0D-47D3-B051-DA7743C46E28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00:09.037" v="334"/>
          <ac:picMkLst>
            <pc:docMk/>
            <pc:sldMk cId="977845418" sldId="264"/>
            <ac:picMk id="4" creationId="{30DCF1B0-C398-050C-C9B5-E343A07969B4}"/>
          </ac:picMkLst>
        </pc:picChg>
      </pc:sldChg>
      <pc:sldChg chg="modSp add replId">
        <pc:chgData name="Surendra Kc" userId="S::surendrakc@infinite.com::880eb05b-cc72-4250-920b-6630e35cf82c" providerId="AD" clId="Web-{0A78E21C-560F-85A9-4925-DC11F70EA173}" dt="2025-11-11T13:05:39.465" v="394" actId="20577"/>
        <pc:sldMkLst>
          <pc:docMk/>
          <pc:sldMk cId="85422685" sldId="265"/>
        </pc:sldMkLst>
        <pc:spChg chg="mod">
          <ac:chgData name="Surendra Kc" userId="S::surendrakc@infinite.com::880eb05b-cc72-4250-920b-6630e35cf82c" providerId="AD" clId="Web-{0A78E21C-560F-85A9-4925-DC11F70EA173}" dt="2025-11-11T13:05:39.465" v="394" actId="20577"/>
          <ac:spMkLst>
            <pc:docMk/>
            <pc:sldMk cId="85422685" sldId="265"/>
            <ac:spMk id="2" creationId="{C9E9F665-08C3-4B4C-5E47-A40A3BEF22FD}"/>
          </ac:spMkLst>
        </pc:spChg>
        <pc:spChg chg="mod">
          <ac:chgData name="Surendra Kc" userId="S::surendrakc@infinite.com::880eb05b-cc72-4250-920b-6630e35cf82c" providerId="AD" clId="Web-{0A78E21C-560F-85A9-4925-DC11F70EA173}" dt="2025-11-11T13:05:22.168" v="384" actId="20577"/>
          <ac:spMkLst>
            <pc:docMk/>
            <pc:sldMk cId="85422685" sldId="265"/>
            <ac:spMk id="3" creationId="{4C45D7DE-DD76-2CDC-9C9D-BF0E0032AB12}"/>
          </ac:spMkLst>
        </pc:spChg>
      </pc:sldChg>
      <pc:sldChg chg="modSp new">
        <pc:chgData name="Surendra Kc" userId="S::surendrakc@infinite.com::880eb05b-cc72-4250-920b-6630e35cf82c" providerId="AD" clId="Web-{0A78E21C-560F-85A9-4925-DC11F70EA173}" dt="2025-11-11T13:09:07.171" v="415" actId="20577"/>
        <pc:sldMkLst>
          <pc:docMk/>
          <pc:sldMk cId="3517535220" sldId="266"/>
        </pc:sldMkLst>
        <pc:spChg chg="mod">
          <ac:chgData name="Surendra Kc" userId="S::surendrakc@infinite.com::880eb05b-cc72-4250-920b-6630e35cf82c" providerId="AD" clId="Web-{0A78E21C-560F-85A9-4925-DC11F70EA173}" dt="2025-11-11T13:05:57.684" v="399" actId="20577"/>
          <ac:spMkLst>
            <pc:docMk/>
            <pc:sldMk cId="3517535220" sldId="266"/>
            <ac:spMk id="2" creationId="{13EF7D79-DF69-DAC2-0B1A-6F8292B0A55E}"/>
          </ac:spMkLst>
        </pc:spChg>
        <pc:spChg chg="mod">
          <ac:chgData name="Surendra Kc" userId="S::surendrakc@infinite.com::880eb05b-cc72-4250-920b-6630e35cf82c" providerId="AD" clId="Web-{0A78E21C-560F-85A9-4925-DC11F70EA173}" dt="2025-11-11T13:09:07.171" v="415" actId="20577"/>
          <ac:spMkLst>
            <pc:docMk/>
            <pc:sldMk cId="3517535220" sldId="266"/>
            <ac:spMk id="3" creationId="{788535D9-D915-3703-DC46-8C3368DA2543}"/>
          </ac:spMkLst>
        </pc:spChg>
      </pc:sldChg>
      <pc:sldChg chg="addSp delSp modSp new mod setBg">
        <pc:chgData name="Surendra Kc" userId="S::surendrakc@infinite.com::880eb05b-cc72-4250-920b-6630e35cf82c" providerId="AD" clId="Web-{0A78E21C-560F-85A9-4925-DC11F70EA173}" dt="2025-11-11T13:14:44.095" v="441"/>
        <pc:sldMkLst>
          <pc:docMk/>
          <pc:sldMk cId="1876439113" sldId="267"/>
        </pc:sldMkLst>
        <pc:spChg chg="mod">
          <ac:chgData name="Surendra Kc" userId="S::surendrakc@infinite.com::880eb05b-cc72-4250-920b-6630e35cf82c" providerId="AD" clId="Web-{0A78E21C-560F-85A9-4925-DC11F70EA173}" dt="2025-11-11T13:14:44.095" v="441"/>
          <ac:spMkLst>
            <pc:docMk/>
            <pc:sldMk cId="1876439113" sldId="267"/>
            <ac:spMk id="2" creationId="{21117983-1E12-7ED5-64BD-542511E52BC0}"/>
          </ac:spMkLst>
        </pc:spChg>
        <pc:spChg chg="add">
          <ac:chgData name="Surendra Kc" userId="S::surendrakc@infinite.com::880eb05b-cc72-4250-920b-6630e35cf82c" providerId="AD" clId="Web-{0A78E21C-560F-85A9-4925-DC11F70EA173}" dt="2025-11-11T13:14:44.095" v="441"/>
          <ac:spMkLst>
            <pc:docMk/>
            <pc:sldMk cId="1876439113" sldId="267"/>
            <ac:spMk id="9" creationId="{D4771268-CB57-404A-9271-370EB28F6090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14:44.095" v="441"/>
          <ac:picMkLst>
            <pc:docMk/>
            <pc:sldMk cId="1876439113" sldId="267"/>
            <ac:picMk id="4" creationId="{F7AC20A6-DDD2-2B1E-0A3D-26910EC302E0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16:04.955" v="444"/>
        <pc:sldMkLst>
          <pc:docMk/>
          <pc:sldMk cId="461130325" sldId="268"/>
        </pc:sldMkLst>
        <pc:picChg chg="add mod ord">
          <ac:chgData name="Surendra Kc" userId="S::surendrakc@infinite.com::880eb05b-cc72-4250-920b-6630e35cf82c" providerId="AD" clId="Web-{0A78E21C-560F-85A9-4925-DC11F70EA173}" dt="2025-11-11T13:16:04.955" v="444"/>
          <ac:picMkLst>
            <pc:docMk/>
            <pc:sldMk cId="461130325" sldId="268"/>
            <ac:picMk id="4" creationId="{16BE1552-97C1-A2D8-29CC-F77F6555473D}"/>
          </ac:picMkLst>
        </pc:picChg>
      </pc:sldChg>
      <pc:sldChg chg="addSp modSp new mod setBg">
        <pc:chgData name="Surendra Kc" userId="S::surendrakc@infinite.com::880eb05b-cc72-4250-920b-6630e35cf82c" providerId="AD" clId="Web-{0A78E21C-560F-85A9-4925-DC11F70EA173}" dt="2025-11-11T13:19:45.895" v="471"/>
        <pc:sldMkLst>
          <pc:docMk/>
          <pc:sldMk cId="2322165301" sldId="269"/>
        </pc:sldMkLst>
        <pc:spChg chg="mod">
          <ac:chgData name="Surendra Kc" userId="S::surendrakc@infinite.com::880eb05b-cc72-4250-920b-6630e35cf82c" providerId="AD" clId="Web-{0A78E21C-560F-85A9-4925-DC11F70EA173}" dt="2025-11-11T13:19:45.895" v="471"/>
          <ac:spMkLst>
            <pc:docMk/>
            <pc:sldMk cId="2322165301" sldId="269"/>
            <ac:spMk id="2" creationId="{629C0DB8-3FC3-12EA-E86E-8E4F61E46FB6}"/>
          </ac:spMkLst>
        </pc:spChg>
        <pc:spChg chg="mod">
          <ac:chgData name="Surendra Kc" userId="S::surendrakc@infinite.com::880eb05b-cc72-4250-920b-6630e35cf82c" providerId="AD" clId="Web-{0A78E21C-560F-85A9-4925-DC11F70EA173}" dt="2025-11-11T13:19:45.895" v="471"/>
          <ac:spMkLst>
            <pc:docMk/>
            <pc:sldMk cId="2322165301" sldId="269"/>
            <ac:spMk id="3" creationId="{8F3477FE-82A7-2615-5251-C7A766FF4644}"/>
          </ac:spMkLst>
        </pc:spChg>
        <pc:spChg chg="add">
          <ac:chgData name="Surendra Kc" userId="S::surendrakc@infinite.com::880eb05b-cc72-4250-920b-6630e35cf82c" providerId="AD" clId="Web-{0A78E21C-560F-85A9-4925-DC11F70EA173}" dt="2025-11-11T13:19:45.895" v="471"/>
          <ac:spMkLst>
            <pc:docMk/>
            <pc:sldMk cId="2322165301" sldId="269"/>
            <ac:spMk id="9" creationId="{7FF47CB7-972F-479F-A36D-9E72D26EC8DA}"/>
          </ac:spMkLst>
        </pc:spChg>
        <pc:spChg chg="add">
          <ac:chgData name="Surendra Kc" userId="S::surendrakc@infinite.com::880eb05b-cc72-4250-920b-6630e35cf82c" providerId="AD" clId="Web-{0A78E21C-560F-85A9-4925-DC11F70EA173}" dt="2025-11-11T13:19:45.895" v="471"/>
          <ac:spMkLst>
            <pc:docMk/>
            <pc:sldMk cId="2322165301" sldId="269"/>
            <ac:spMk id="11" creationId="{0D153B68-5844-490D-8E67-F616D6D721CA}"/>
          </ac:spMkLst>
        </pc:spChg>
        <pc:spChg chg="add">
          <ac:chgData name="Surendra Kc" userId="S::surendrakc@infinite.com::880eb05b-cc72-4250-920b-6630e35cf82c" providerId="AD" clId="Web-{0A78E21C-560F-85A9-4925-DC11F70EA173}" dt="2025-11-11T13:19:45.895" v="471"/>
          <ac:spMkLst>
            <pc:docMk/>
            <pc:sldMk cId="2322165301" sldId="269"/>
            <ac:spMk id="13" creationId="{9A0D773F-7A7D-4DBB-9DEA-86BB8B8F4BC8}"/>
          </ac:spMkLst>
        </pc:spChg>
        <pc:picChg chg="add mod">
          <ac:chgData name="Surendra Kc" userId="S::surendrakc@infinite.com::880eb05b-cc72-4250-920b-6630e35cf82c" providerId="AD" clId="Web-{0A78E21C-560F-85A9-4925-DC11F70EA173}" dt="2025-11-11T13:19:45.895" v="471"/>
          <ac:picMkLst>
            <pc:docMk/>
            <pc:sldMk cId="2322165301" sldId="269"/>
            <ac:picMk id="4" creationId="{DFC8BA32-BAC1-4A48-B97B-EA5B870654F1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20:28.146" v="482" actId="20577"/>
        <pc:sldMkLst>
          <pc:docMk/>
          <pc:sldMk cId="1396125745" sldId="270"/>
        </pc:sldMkLst>
        <pc:spChg chg="mod">
          <ac:chgData name="Surendra Kc" userId="S::surendrakc@infinite.com::880eb05b-cc72-4250-920b-6630e35cf82c" providerId="AD" clId="Web-{0A78E21C-560F-85A9-4925-DC11F70EA173}" dt="2025-11-11T13:20:28.146" v="482" actId="20577"/>
          <ac:spMkLst>
            <pc:docMk/>
            <pc:sldMk cId="1396125745" sldId="270"/>
            <ac:spMk id="2" creationId="{9A20F8C0-8DA1-A98E-0A39-0944968234A9}"/>
          </ac:spMkLst>
        </pc:spChg>
        <pc:spChg chg="add">
          <ac:chgData name="Surendra Kc" userId="S::surendrakc@infinite.com::880eb05b-cc72-4250-920b-6630e35cf82c" providerId="AD" clId="Web-{0A78E21C-560F-85A9-4925-DC11F70EA173}" dt="2025-11-11T13:20:18.240" v="481"/>
          <ac:spMkLst>
            <pc:docMk/>
            <pc:sldMk cId="1396125745" sldId="270"/>
            <ac:spMk id="9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20:18.240" v="481"/>
          <ac:picMkLst>
            <pc:docMk/>
            <pc:sldMk cId="1396125745" sldId="270"/>
            <ac:picMk id="4" creationId="{713B79E2-5FB0-E6E6-C70F-EFC932D385BD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20:52.928" v="493"/>
        <pc:sldMkLst>
          <pc:docMk/>
          <pc:sldMk cId="1989954491" sldId="271"/>
        </pc:sldMkLst>
        <pc:spChg chg="mod">
          <ac:chgData name="Surendra Kc" userId="S::surendrakc@infinite.com::880eb05b-cc72-4250-920b-6630e35cf82c" providerId="AD" clId="Web-{0A78E21C-560F-85A9-4925-DC11F70EA173}" dt="2025-11-11T13:20:52.928" v="493"/>
          <ac:spMkLst>
            <pc:docMk/>
            <pc:sldMk cId="1989954491" sldId="271"/>
            <ac:spMk id="2" creationId="{BF5E520D-F76A-8544-09E5-D87D97F3E628}"/>
          </ac:spMkLst>
        </pc:spChg>
        <pc:spChg chg="add">
          <ac:chgData name="Surendra Kc" userId="S::surendrakc@infinite.com::880eb05b-cc72-4250-920b-6630e35cf82c" providerId="AD" clId="Web-{0A78E21C-560F-85A9-4925-DC11F70EA173}" dt="2025-11-11T13:20:52.928" v="493"/>
          <ac:spMkLst>
            <pc:docMk/>
            <pc:sldMk cId="1989954491" sldId="271"/>
            <ac:spMk id="9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20:52.928" v="493"/>
          <ac:picMkLst>
            <pc:docMk/>
            <pc:sldMk cId="1989954491" sldId="271"/>
            <ac:picMk id="4" creationId="{4DD0F58C-D0B7-2CFD-25F0-7186EBA4CC27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21:25.647" v="516"/>
        <pc:sldMkLst>
          <pc:docMk/>
          <pc:sldMk cId="1465938821" sldId="272"/>
        </pc:sldMkLst>
        <pc:spChg chg="mod">
          <ac:chgData name="Surendra Kc" userId="S::surendrakc@infinite.com::880eb05b-cc72-4250-920b-6630e35cf82c" providerId="AD" clId="Web-{0A78E21C-560F-85A9-4925-DC11F70EA173}" dt="2025-11-11T13:21:25.647" v="516"/>
          <ac:spMkLst>
            <pc:docMk/>
            <pc:sldMk cId="1465938821" sldId="272"/>
            <ac:spMk id="2" creationId="{075429BC-676C-7279-ADDF-34819B9F850B}"/>
          </ac:spMkLst>
        </pc:spChg>
        <pc:spChg chg="add">
          <ac:chgData name="Surendra Kc" userId="S::surendrakc@infinite.com::880eb05b-cc72-4250-920b-6630e35cf82c" providerId="AD" clId="Web-{0A78E21C-560F-85A9-4925-DC11F70EA173}" dt="2025-11-11T13:21:25.647" v="516"/>
          <ac:spMkLst>
            <pc:docMk/>
            <pc:sldMk cId="1465938821" sldId="272"/>
            <ac:spMk id="13" creationId="{D4771268-CB57-404A-9271-370EB28F6090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21:25.647" v="516"/>
          <ac:picMkLst>
            <pc:docMk/>
            <pc:sldMk cId="1465938821" sldId="272"/>
            <ac:picMk id="4" creationId="{6C292846-987F-9C9F-7F17-920FF06C7056}"/>
          </ac:picMkLst>
        </pc:picChg>
      </pc:sldChg>
      <pc:sldChg chg="modSp new">
        <pc:chgData name="Surendra Kc" userId="S::surendrakc@infinite.com::880eb05b-cc72-4250-920b-6630e35cf82c" providerId="AD" clId="Web-{0A78E21C-560F-85A9-4925-DC11F70EA173}" dt="2025-11-11T13:23:57.540" v="560" actId="20577"/>
        <pc:sldMkLst>
          <pc:docMk/>
          <pc:sldMk cId="3246863801" sldId="273"/>
        </pc:sldMkLst>
        <pc:spChg chg="mod">
          <ac:chgData name="Surendra Kc" userId="S::surendrakc@infinite.com::880eb05b-cc72-4250-920b-6630e35cf82c" providerId="AD" clId="Web-{0A78E21C-560F-85A9-4925-DC11F70EA173}" dt="2025-11-11T13:22:55.758" v="537" actId="20577"/>
          <ac:spMkLst>
            <pc:docMk/>
            <pc:sldMk cId="3246863801" sldId="273"/>
            <ac:spMk id="2" creationId="{B4C7932F-1AAC-FE50-4808-D4B9B04E0AC4}"/>
          </ac:spMkLst>
        </pc:spChg>
        <pc:spChg chg="mod">
          <ac:chgData name="Surendra Kc" userId="S::surendrakc@infinite.com::880eb05b-cc72-4250-920b-6630e35cf82c" providerId="AD" clId="Web-{0A78E21C-560F-85A9-4925-DC11F70EA173}" dt="2025-11-11T13:23:57.540" v="560" actId="20577"/>
          <ac:spMkLst>
            <pc:docMk/>
            <pc:sldMk cId="3246863801" sldId="273"/>
            <ac:spMk id="3" creationId="{75F46EC2-5BFF-A36B-72E5-6A0E85053E1B}"/>
          </ac:spMkLst>
        </pc:spChg>
      </pc:sldChg>
      <pc:sldChg chg="modSp new">
        <pc:chgData name="Surendra Kc" userId="S::surendrakc@infinite.com::880eb05b-cc72-4250-920b-6630e35cf82c" providerId="AD" clId="Web-{0A78E21C-560F-85A9-4925-DC11F70EA173}" dt="2025-11-11T13:24:22.228" v="569" actId="20577"/>
        <pc:sldMkLst>
          <pc:docMk/>
          <pc:sldMk cId="1000690284" sldId="274"/>
        </pc:sldMkLst>
        <pc:spChg chg="mod">
          <ac:chgData name="Surendra Kc" userId="S::surendrakc@infinite.com::880eb05b-cc72-4250-920b-6630e35cf82c" providerId="AD" clId="Web-{0A78E21C-560F-85A9-4925-DC11F70EA173}" dt="2025-11-11T13:24:01.947" v="562" actId="20577"/>
          <ac:spMkLst>
            <pc:docMk/>
            <pc:sldMk cId="1000690284" sldId="274"/>
            <ac:spMk id="2" creationId="{49D3A265-541D-C91F-44A0-72BA99453CC4}"/>
          </ac:spMkLst>
        </pc:spChg>
        <pc:spChg chg="mod">
          <ac:chgData name="Surendra Kc" userId="S::surendrakc@infinite.com::880eb05b-cc72-4250-920b-6630e35cf82c" providerId="AD" clId="Web-{0A78E21C-560F-85A9-4925-DC11F70EA173}" dt="2025-11-11T13:24:22.228" v="569" actId="20577"/>
          <ac:spMkLst>
            <pc:docMk/>
            <pc:sldMk cId="1000690284" sldId="274"/>
            <ac:spMk id="3" creationId="{B486AEB3-F9DE-0B57-6947-B5AABDA87066}"/>
          </ac:spMkLst>
        </pc:spChg>
      </pc:sldChg>
      <pc:sldChg chg="modSp new">
        <pc:chgData name="Surendra Kc" userId="S::surendrakc@infinite.com::880eb05b-cc72-4250-920b-6630e35cf82c" providerId="AD" clId="Web-{0A78E21C-560F-85A9-4925-DC11F70EA173}" dt="2025-11-11T13:24:33.135" v="574" actId="20577"/>
        <pc:sldMkLst>
          <pc:docMk/>
          <pc:sldMk cId="149300206" sldId="275"/>
        </pc:sldMkLst>
        <pc:spChg chg="mod">
          <ac:chgData name="Surendra Kc" userId="S::surendrakc@infinite.com::880eb05b-cc72-4250-920b-6630e35cf82c" providerId="AD" clId="Web-{0A78E21C-560F-85A9-4925-DC11F70EA173}" dt="2025-11-11T13:24:26.228" v="571" actId="20577"/>
          <ac:spMkLst>
            <pc:docMk/>
            <pc:sldMk cId="149300206" sldId="275"/>
            <ac:spMk id="2" creationId="{FBCC620B-A084-F183-6DC1-1F29038B7114}"/>
          </ac:spMkLst>
        </pc:spChg>
        <pc:spChg chg="mod">
          <ac:chgData name="Surendra Kc" userId="S::surendrakc@infinite.com::880eb05b-cc72-4250-920b-6630e35cf82c" providerId="AD" clId="Web-{0A78E21C-560F-85A9-4925-DC11F70EA173}" dt="2025-11-11T13:24:33.135" v="574" actId="20577"/>
          <ac:spMkLst>
            <pc:docMk/>
            <pc:sldMk cId="149300206" sldId="275"/>
            <ac:spMk id="3" creationId="{EF61CFFB-B088-904A-DF3C-D42AD3746C53}"/>
          </ac:spMkLst>
        </pc:spChg>
      </pc:sldChg>
      <pc:sldChg chg="modSp new">
        <pc:chgData name="Surendra Kc" userId="S::surendrakc@infinite.com::880eb05b-cc72-4250-920b-6630e35cf82c" providerId="AD" clId="Web-{0A78E21C-560F-85A9-4925-DC11F70EA173}" dt="2025-11-11T13:25:03.197" v="578" actId="20577"/>
        <pc:sldMkLst>
          <pc:docMk/>
          <pc:sldMk cId="826297699" sldId="276"/>
        </pc:sldMkLst>
        <pc:spChg chg="mod">
          <ac:chgData name="Surendra Kc" userId="S::surendrakc@infinite.com::880eb05b-cc72-4250-920b-6630e35cf82c" providerId="AD" clId="Web-{0A78E21C-560F-85A9-4925-DC11F70EA173}" dt="2025-11-11T13:24:42.760" v="576" actId="20577"/>
          <ac:spMkLst>
            <pc:docMk/>
            <pc:sldMk cId="826297699" sldId="276"/>
            <ac:spMk id="2" creationId="{2B092EC0-3E4A-3F1B-0F91-46AFE22F0217}"/>
          </ac:spMkLst>
        </pc:spChg>
        <pc:spChg chg="mod">
          <ac:chgData name="Surendra Kc" userId="S::surendrakc@infinite.com::880eb05b-cc72-4250-920b-6630e35cf82c" providerId="AD" clId="Web-{0A78E21C-560F-85A9-4925-DC11F70EA173}" dt="2025-11-11T13:25:03.197" v="578" actId="20577"/>
          <ac:spMkLst>
            <pc:docMk/>
            <pc:sldMk cId="826297699" sldId="276"/>
            <ac:spMk id="3" creationId="{40F1A4E7-085B-D309-4D49-FD42F6055C56}"/>
          </ac:spMkLst>
        </pc:spChg>
      </pc:sldChg>
      <pc:sldChg chg="modSp new">
        <pc:chgData name="Surendra Kc" userId="S::surendrakc@infinite.com::880eb05b-cc72-4250-920b-6630e35cf82c" providerId="AD" clId="Web-{0A78E21C-560F-85A9-4925-DC11F70EA173}" dt="2025-11-11T13:30:52.700" v="583" actId="20577"/>
        <pc:sldMkLst>
          <pc:docMk/>
          <pc:sldMk cId="808390160" sldId="277"/>
        </pc:sldMkLst>
        <pc:spChg chg="mod">
          <ac:chgData name="Surendra Kc" userId="S::surendrakc@infinite.com::880eb05b-cc72-4250-920b-6630e35cf82c" providerId="AD" clId="Web-{0A78E21C-560F-85A9-4925-DC11F70EA173}" dt="2025-11-11T13:30:16.512" v="581" actId="20577"/>
          <ac:spMkLst>
            <pc:docMk/>
            <pc:sldMk cId="808390160" sldId="277"/>
            <ac:spMk id="2" creationId="{6D694122-4359-97A7-EDD3-7DE6C650170F}"/>
          </ac:spMkLst>
        </pc:spChg>
        <pc:spChg chg="mod">
          <ac:chgData name="Surendra Kc" userId="S::surendrakc@infinite.com::880eb05b-cc72-4250-920b-6630e35cf82c" providerId="AD" clId="Web-{0A78E21C-560F-85A9-4925-DC11F70EA173}" dt="2025-11-11T13:30:52.700" v="583" actId="20577"/>
          <ac:spMkLst>
            <pc:docMk/>
            <pc:sldMk cId="808390160" sldId="277"/>
            <ac:spMk id="3" creationId="{A86E0A78-5D42-BD77-3F9C-B44548B84708}"/>
          </ac:spMkLst>
        </pc:spChg>
      </pc:sldChg>
      <pc:sldChg chg="addSp delSp modSp new mod setBg">
        <pc:chgData name="Surendra Kc" userId="S::surendrakc@infinite.com::880eb05b-cc72-4250-920b-6630e35cf82c" providerId="AD" clId="Web-{0A78E21C-560F-85A9-4925-DC11F70EA173}" dt="2025-11-11T13:31:11.247" v="588"/>
        <pc:sldMkLst>
          <pc:docMk/>
          <pc:sldMk cId="2147982645" sldId="278"/>
        </pc:sldMkLst>
        <pc:spChg chg="mod">
          <ac:chgData name="Surendra Kc" userId="S::surendrakc@infinite.com::880eb05b-cc72-4250-920b-6630e35cf82c" providerId="AD" clId="Web-{0A78E21C-560F-85A9-4925-DC11F70EA173}" dt="2025-11-11T13:31:11.247" v="588"/>
          <ac:spMkLst>
            <pc:docMk/>
            <pc:sldMk cId="2147982645" sldId="278"/>
            <ac:spMk id="2" creationId="{DCC7DB76-ADF8-9E98-30FA-7FF10F322D59}"/>
          </ac:spMkLst>
        </pc:spChg>
        <pc:spChg chg="add">
          <ac:chgData name="Surendra Kc" userId="S::surendrakc@infinite.com::880eb05b-cc72-4250-920b-6630e35cf82c" providerId="AD" clId="Web-{0A78E21C-560F-85A9-4925-DC11F70EA173}" dt="2025-11-11T13:31:11.247" v="588"/>
          <ac:spMkLst>
            <pc:docMk/>
            <pc:sldMk cId="2147982645" sldId="278"/>
            <ac:spMk id="9" creationId="{6753252F-4873-4F63-801D-CC719279A7D5}"/>
          </ac:spMkLst>
        </pc:spChg>
        <pc:spChg chg="add">
          <ac:chgData name="Surendra Kc" userId="S::surendrakc@infinite.com::880eb05b-cc72-4250-920b-6630e35cf82c" providerId="AD" clId="Web-{0A78E21C-560F-85A9-4925-DC11F70EA173}" dt="2025-11-11T13:31:11.247" v="588"/>
          <ac:spMkLst>
            <pc:docMk/>
            <pc:sldMk cId="2147982645" sldId="278"/>
            <ac:spMk id="11" creationId="{047C8CCB-F95D-4249-92DD-651249D3535A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31:11.247" v="588"/>
          <ac:picMkLst>
            <pc:docMk/>
            <pc:sldMk cId="2147982645" sldId="278"/>
            <ac:picMk id="4" creationId="{DA685917-9450-EC0B-3CA6-5871BD4B464D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32:10.310" v="601"/>
        <pc:sldMkLst>
          <pc:docMk/>
          <pc:sldMk cId="1926650598" sldId="279"/>
        </pc:sldMkLst>
        <pc:spChg chg="mod">
          <ac:chgData name="Surendra Kc" userId="S::surendrakc@infinite.com::880eb05b-cc72-4250-920b-6630e35cf82c" providerId="AD" clId="Web-{0A78E21C-560F-85A9-4925-DC11F70EA173}" dt="2025-11-11T13:32:10.310" v="601"/>
          <ac:spMkLst>
            <pc:docMk/>
            <pc:sldMk cId="1926650598" sldId="279"/>
            <ac:spMk id="2" creationId="{3EE0D268-3E40-D7BD-6669-3997407C3870}"/>
          </ac:spMkLst>
        </pc:spChg>
        <pc:spChg chg="add">
          <ac:chgData name="Surendra Kc" userId="S::surendrakc@infinite.com::880eb05b-cc72-4250-920b-6630e35cf82c" providerId="AD" clId="Web-{0A78E21C-560F-85A9-4925-DC11F70EA173}" dt="2025-11-11T13:32:10.310" v="601"/>
          <ac:spMkLst>
            <pc:docMk/>
            <pc:sldMk cId="1926650598" sldId="279"/>
            <ac:spMk id="9" creationId="{5E395AE0-8789-FAD6-A987-32E65C185100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32:10.310" v="601"/>
          <ac:picMkLst>
            <pc:docMk/>
            <pc:sldMk cId="1926650598" sldId="279"/>
            <ac:picMk id="4" creationId="{2E46CCA5-B312-3203-5AD2-CEE18F8E570F}"/>
          </ac:picMkLst>
        </pc:picChg>
        <pc:cxnChg chg="add">
          <ac:chgData name="Surendra Kc" userId="S::surendrakc@infinite.com::880eb05b-cc72-4250-920b-6630e35cf82c" providerId="AD" clId="Web-{0A78E21C-560F-85A9-4925-DC11F70EA173}" dt="2025-11-11T13:32:10.310" v="601"/>
          <ac:cxnSpMkLst>
            <pc:docMk/>
            <pc:sldMk cId="1926650598" sldId="279"/>
            <ac:cxnSpMk id="11" creationId="{7667AA61-5C27-F30F-D229-06CBE5709F33}"/>
          </ac:cxnSpMkLst>
        </pc:cxnChg>
      </pc:sldChg>
      <pc:sldChg chg="addSp modSp new mod setBg">
        <pc:chgData name="Surendra Kc" userId="S::surendrakc@infinite.com::880eb05b-cc72-4250-920b-6630e35cf82c" providerId="AD" clId="Web-{0A78E21C-560F-85A9-4925-DC11F70EA173}" dt="2025-11-11T13:36:17.780" v="639"/>
        <pc:sldMkLst>
          <pc:docMk/>
          <pc:sldMk cId="3857582256" sldId="280"/>
        </pc:sldMkLst>
        <pc:spChg chg="mod">
          <ac:chgData name="Surendra Kc" userId="S::surendrakc@infinite.com::880eb05b-cc72-4250-920b-6630e35cf82c" providerId="AD" clId="Web-{0A78E21C-560F-85A9-4925-DC11F70EA173}" dt="2025-11-11T13:36:17.780" v="639"/>
          <ac:spMkLst>
            <pc:docMk/>
            <pc:sldMk cId="3857582256" sldId="280"/>
            <ac:spMk id="2" creationId="{EE746701-EF50-C51A-11CD-96475525B337}"/>
          </ac:spMkLst>
        </pc:spChg>
        <pc:spChg chg="mod ord">
          <ac:chgData name="Surendra Kc" userId="S::surendrakc@infinite.com::880eb05b-cc72-4250-920b-6630e35cf82c" providerId="AD" clId="Web-{0A78E21C-560F-85A9-4925-DC11F70EA173}" dt="2025-11-11T13:36:17.780" v="639"/>
          <ac:spMkLst>
            <pc:docMk/>
            <pc:sldMk cId="3857582256" sldId="280"/>
            <ac:spMk id="3" creationId="{1E02AD1F-CF80-3BC4-A673-44BC215B98C2}"/>
          </ac:spMkLst>
        </pc:spChg>
        <pc:spChg chg="add">
          <ac:chgData name="Surendra Kc" userId="S::surendrakc@infinite.com::880eb05b-cc72-4250-920b-6630e35cf82c" providerId="AD" clId="Web-{0A78E21C-560F-85A9-4925-DC11F70EA173}" dt="2025-11-11T13:36:17.780" v="639"/>
          <ac:spMkLst>
            <pc:docMk/>
            <pc:sldMk cId="3857582256" sldId="280"/>
            <ac:spMk id="9" creationId="{8B3A2D1A-45FC-4F95-B150-1C13EF2F6D09}"/>
          </ac:spMkLst>
        </pc:spChg>
        <pc:spChg chg="add">
          <ac:chgData name="Surendra Kc" userId="S::surendrakc@infinite.com::880eb05b-cc72-4250-920b-6630e35cf82c" providerId="AD" clId="Web-{0A78E21C-560F-85A9-4925-DC11F70EA173}" dt="2025-11-11T13:36:17.780" v="639"/>
          <ac:spMkLst>
            <pc:docMk/>
            <pc:sldMk cId="3857582256" sldId="280"/>
            <ac:spMk id="11" creationId="{39C3C864-C625-4883-B868-9A4C470F4DD5}"/>
          </ac:spMkLst>
        </pc:spChg>
        <pc:picChg chg="add mod">
          <ac:chgData name="Surendra Kc" userId="S::surendrakc@infinite.com::880eb05b-cc72-4250-920b-6630e35cf82c" providerId="AD" clId="Web-{0A78E21C-560F-85A9-4925-DC11F70EA173}" dt="2025-11-11T13:36:17.780" v="639"/>
          <ac:picMkLst>
            <pc:docMk/>
            <pc:sldMk cId="3857582256" sldId="280"/>
            <ac:picMk id="4" creationId="{52A7803E-0A16-E086-FA19-2A93858B9303}"/>
          </ac:picMkLst>
        </pc:picChg>
      </pc:sldChg>
      <pc:sldChg chg="modSp add replId">
        <pc:chgData name="Surendra Kc" userId="S::surendrakc@infinite.com::880eb05b-cc72-4250-920b-6630e35cf82c" providerId="AD" clId="Web-{0A78E21C-560F-85A9-4925-DC11F70EA173}" dt="2025-11-11T13:35:49.436" v="637" actId="20577"/>
        <pc:sldMkLst>
          <pc:docMk/>
          <pc:sldMk cId="2431395109" sldId="281"/>
        </pc:sldMkLst>
        <pc:spChg chg="mod">
          <ac:chgData name="Surendra Kc" userId="S::surendrakc@infinite.com::880eb05b-cc72-4250-920b-6630e35cf82c" providerId="AD" clId="Web-{0A78E21C-560F-85A9-4925-DC11F70EA173}" dt="2025-11-11T13:35:49.436" v="637" actId="20577"/>
          <ac:spMkLst>
            <pc:docMk/>
            <pc:sldMk cId="2431395109" sldId="281"/>
            <ac:spMk id="3" creationId="{1654C8FE-A2B8-796C-6A8A-946A464D0D12}"/>
          </ac:spMkLst>
        </pc:spChg>
      </pc:sldChg>
      <pc:sldChg chg="addSp delSp modSp new mod setBg">
        <pc:chgData name="Surendra Kc" userId="S::surendrakc@infinite.com::880eb05b-cc72-4250-920b-6630e35cf82c" providerId="AD" clId="Web-{0A78E21C-560F-85A9-4925-DC11F70EA173}" dt="2025-11-11T13:36:56.485" v="647"/>
        <pc:sldMkLst>
          <pc:docMk/>
          <pc:sldMk cId="3843128056" sldId="282"/>
        </pc:sldMkLst>
        <pc:spChg chg="mod">
          <ac:chgData name="Surendra Kc" userId="S::surendrakc@infinite.com::880eb05b-cc72-4250-920b-6630e35cf82c" providerId="AD" clId="Web-{0A78E21C-560F-85A9-4925-DC11F70EA173}" dt="2025-11-11T13:36:56.485" v="647"/>
          <ac:spMkLst>
            <pc:docMk/>
            <pc:sldMk cId="3843128056" sldId="282"/>
            <ac:spMk id="2" creationId="{A252D942-6B5F-D287-6FCC-F14ABB824159}"/>
          </ac:spMkLst>
        </pc:spChg>
        <pc:spChg chg="add">
          <ac:chgData name="Surendra Kc" userId="S::surendrakc@infinite.com::880eb05b-cc72-4250-920b-6630e35cf82c" providerId="AD" clId="Web-{0A78E21C-560F-85A9-4925-DC11F70EA173}" dt="2025-11-11T13:36:56.485" v="647"/>
          <ac:spMkLst>
            <pc:docMk/>
            <pc:sldMk cId="3843128056" sldId="282"/>
            <ac:spMk id="9" creationId="{A8384FB5-9ADC-4DDC-881B-597D56F5B15D}"/>
          </ac:spMkLst>
        </pc:spChg>
        <pc:spChg chg="add">
          <ac:chgData name="Surendra Kc" userId="S::surendrakc@infinite.com::880eb05b-cc72-4250-920b-6630e35cf82c" providerId="AD" clId="Web-{0A78E21C-560F-85A9-4925-DC11F70EA173}" dt="2025-11-11T13:36:56.485" v="647"/>
          <ac:spMkLst>
            <pc:docMk/>
            <pc:sldMk cId="3843128056" sldId="282"/>
            <ac:spMk id="11" creationId="{1199E1B1-A8C0-4FE8-A5A8-1CB41D69F857}"/>
          </ac:spMkLst>
        </pc:spChg>
        <pc:spChg chg="add">
          <ac:chgData name="Surendra Kc" userId="S::surendrakc@infinite.com::880eb05b-cc72-4250-920b-6630e35cf82c" providerId="AD" clId="Web-{0A78E21C-560F-85A9-4925-DC11F70EA173}" dt="2025-11-11T13:36:56.485" v="647"/>
          <ac:spMkLst>
            <pc:docMk/>
            <pc:sldMk cId="3843128056" sldId="282"/>
            <ac:spMk id="13" creationId="{84A8DE83-DE75-4B41-9DB4-A7EC0B0DEC0B}"/>
          </ac:spMkLst>
        </pc:spChg>
        <pc:spChg chg="add">
          <ac:chgData name="Surendra Kc" userId="S::surendrakc@infinite.com::880eb05b-cc72-4250-920b-6630e35cf82c" providerId="AD" clId="Web-{0A78E21C-560F-85A9-4925-DC11F70EA173}" dt="2025-11-11T13:36:56.485" v="647"/>
          <ac:spMkLst>
            <pc:docMk/>
            <pc:sldMk cId="3843128056" sldId="282"/>
            <ac:spMk id="15" creationId="{A7009A0A-BEF5-4EAC-AF15-E4F9F002E239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36:56.485" v="647"/>
          <ac:picMkLst>
            <pc:docMk/>
            <pc:sldMk cId="3843128056" sldId="282"/>
            <ac:picMk id="4" creationId="{32F7D1BD-9CF2-361F-1266-D263A28E9588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37:20.001" v="662"/>
        <pc:sldMkLst>
          <pc:docMk/>
          <pc:sldMk cId="2589732805" sldId="283"/>
        </pc:sldMkLst>
        <pc:spChg chg="mod">
          <ac:chgData name="Surendra Kc" userId="S::surendrakc@infinite.com::880eb05b-cc72-4250-920b-6630e35cf82c" providerId="AD" clId="Web-{0A78E21C-560F-85A9-4925-DC11F70EA173}" dt="2025-11-11T13:37:20.001" v="662"/>
          <ac:spMkLst>
            <pc:docMk/>
            <pc:sldMk cId="2589732805" sldId="283"/>
            <ac:spMk id="2" creationId="{D154331C-0619-E30E-960E-B0EBBA629B23}"/>
          </ac:spMkLst>
        </pc:spChg>
        <pc:spChg chg="add">
          <ac:chgData name="Surendra Kc" userId="S::surendrakc@infinite.com::880eb05b-cc72-4250-920b-6630e35cf82c" providerId="AD" clId="Web-{0A78E21C-560F-85A9-4925-DC11F70EA173}" dt="2025-11-11T13:37:20.001" v="662"/>
          <ac:spMkLst>
            <pc:docMk/>
            <pc:sldMk cId="2589732805" sldId="283"/>
            <ac:spMk id="9" creationId="{665DBBEF-238B-476B-96AB-8AAC3224ECEA}"/>
          </ac:spMkLst>
        </pc:spChg>
        <pc:spChg chg="add">
          <ac:chgData name="Surendra Kc" userId="S::surendrakc@infinite.com::880eb05b-cc72-4250-920b-6630e35cf82c" providerId="AD" clId="Web-{0A78E21C-560F-85A9-4925-DC11F70EA173}" dt="2025-11-11T13:37:20.001" v="662"/>
          <ac:spMkLst>
            <pc:docMk/>
            <pc:sldMk cId="2589732805" sldId="283"/>
            <ac:spMk id="11" creationId="{3FCFB1DE-0B7E-48CC-BA90-B2AB0889F9D6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37:20.001" v="662"/>
          <ac:picMkLst>
            <pc:docMk/>
            <pc:sldMk cId="2589732805" sldId="283"/>
            <ac:picMk id="4" creationId="{84BCE33C-875E-AB98-3DDC-37E3E553B547}"/>
          </ac:picMkLst>
        </pc:picChg>
      </pc:sldChg>
      <pc:sldChg chg="modSp new">
        <pc:chgData name="Surendra Kc" userId="S::surendrakc@infinite.com::880eb05b-cc72-4250-920b-6630e35cf82c" providerId="AD" clId="Web-{0A78E21C-560F-85A9-4925-DC11F70EA173}" dt="2025-11-11T13:38:40.784" v="675" actId="20577"/>
        <pc:sldMkLst>
          <pc:docMk/>
          <pc:sldMk cId="2606596295" sldId="284"/>
        </pc:sldMkLst>
        <pc:spChg chg="mod">
          <ac:chgData name="Surendra Kc" userId="S::surendrakc@infinite.com::880eb05b-cc72-4250-920b-6630e35cf82c" providerId="AD" clId="Web-{0A78E21C-560F-85A9-4925-DC11F70EA173}" dt="2025-11-11T13:38:38.425" v="674" actId="20577"/>
          <ac:spMkLst>
            <pc:docMk/>
            <pc:sldMk cId="2606596295" sldId="284"/>
            <ac:spMk id="2" creationId="{6EC0ED31-9AD5-F0E0-02F8-3DDB48D15978}"/>
          </ac:spMkLst>
        </pc:spChg>
        <pc:spChg chg="mod">
          <ac:chgData name="Surendra Kc" userId="S::surendrakc@infinite.com::880eb05b-cc72-4250-920b-6630e35cf82c" providerId="AD" clId="Web-{0A78E21C-560F-85A9-4925-DC11F70EA173}" dt="2025-11-11T13:38:40.784" v="675" actId="20577"/>
          <ac:spMkLst>
            <pc:docMk/>
            <pc:sldMk cId="2606596295" sldId="284"/>
            <ac:spMk id="3" creationId="{B0368228-D86A-65BD-1A2E-86E522F18A68}"/>
          </ac:spMkLst>
        </pc:spChg>
      </pc:sldChg>
      <pc:sldChg chg="addSp delSp modSp new mod setBg">
        <pc:chgData name="Surendra Kc" userId="S::surendrakc@infinite.com::880eb05b-cc72-4250-920b-6630e35cf82c" providerId="AD" clId="Web-{0A78E21C-560F-85A9-4925-DC11F70EA173}" dt="2025-11-11T13:40:21.958" v="693"/>
        <pc:sldMkLst>
          <pc:docMk/>
          <pc:sldMk cId="273640856" sldId="285"/>
        </pc:sldMkLst>
        <pc:spChg chg="mod">
          <ac:chgData name="Surendra Kc" userId="S::surendrakc@infinite.com::880eb05b-cc72-4250-920b-6630e35cf82c" providerId="AD" clId="Web-{0A78E21C-560F-85A9-4925-DC11F70EA173}" dt="2025-11-11T13:40:21.958" v="693"/>
          <ac:spMkLst>
            <pc:docMk/>
            <pc:sldMk cId="273640856" sldId="285"/>
            <ac:spMk id="2" creationId="{C1CA6FE6-DA8A-6673-E238-E5EB8E288E11}"/>
          </ac:spMkLst>
        </pc:spChg>
        <pc:spChg chg="mod">
          <ac:chgData name="Surendra Kc" userId="S::surendrakc@infinite.com::880eb05b-cc72-4250-920b-6630e35cf82c" providerId="AD" clId="Web-{0A78E21C-560F-85A9-4925-DC11F70EA173}" dt="2025-11-11T13:40:21.958" v="693"/>
          <ac:spMkLst>
            <pc:docMk/>
            <pc:sldMk cId="273640856" sldId="285"/>
            <ac:spMk id="3" creationId="{3F741CCF-B735-5442-8C6C-D6135057319F}"/>
          </ac:spMkLst>
        </pc:spChg>
        <pc:spChg chg="add">
          <ac:chgData name="Surendra Kc" userId="S::surendrakc@infinite.com::880eb05b-cc72-4250-920b-6630e35cf82c" providerId="AD" clId="Web-{0A78E21C-560F-85A9-4925-DC11F70EA173}" dt="2025-11-11T13:40:21.958" v="693"/>
          <ac:spMkLst>
            <pc:docMk/>
            <pc:sldMk cId="273640856" sldId="285"/>
            <ac:spMk id="12" creationId="{32AEEBC8-9D30-42EF-95F2-386C2653FBF0}"/>
          </ac:spMkLst>
        </pc:spChg>
        <pc:spChg chg="add">
          <ac:chgData name="Surendra Kc" userId="S::surendrakc@infinite.com::880eb05b-cc72-4250-920b-6630e35cf82c" providerId="AD" clId="Web-{0A78E21C-560F-85A9-4925-DC11F70EA173}" dt="2025-11-11T13:40:21.958" v="693"/>
          <ac:spMkLst>
            <pc:docMk/>
            <pc:sldMk cId="273640856" sldId="285"/>
            <ac:spMk id="14" creationId="{2E92FA66-67D7-4CB4-94D3-E643A9AD4757}"/>
          </ac:spMkLst>
        </pc:spChg>
        <pc:picChg chg="add mod">
          <ac:chgData name="Surendra Kc" userId="S::surendrakc@infinite.com::880eb05b-cc72-4250-920b-6630e35cf82c" providerId="AD" clId="Web-{0A78E21C-560F-85A9-4925-DC11F70EA173}" dt="2025-11-11T13:40:21.958" v="693"/>
          <ac:picMkLst>
            <pc:docMk/>
            <pc:sldMk cId="273640856" sldId="285"/>
            <ac:picMk id="7" creationId="{D04A9582-56A9-8534-9774-D0B99FC1FCE0}"/>
          </ac:picMkLst>
        </pc:picChg>
      </pc:sldChg>
      <pc:sldChg chg="addSp modSp new mod setBg">
        <pc:chgData name="Surendra Kc" userId="S::surendrakc@infinite.com::880eb05b-cc72-4250-920b-6630e35cf82c" providerId="AD" clId="Web-{0A78E21C-560F-85A9-4925-DC11F70EA173}" dt="2025-11-11T13:40:52.740" v="705"/>
        <pc:sldMkLst>
          <pc:docMk/>
          <pc:sldMk cId="373832745" sldId="286"/>
        </pc:sldMkLst>
        <pc:spChg chg="mod">
          <ac:chgData name="Surendra Kc" userId="S::surendrakc@infinite.com::880eb05b-cc72-4250-920b-6630e35cf82c" providerId="AD" clId="Web-{0A78E21C-560F-85A9-4925-DC11F70EA173}" dt="2025-11-11T13:40:52.740" v="705"/>
          <ac:spMkLst>
            <pc:docMk/>
            <pc:sldMk cId="373832745" sldId="286"/>
            <ac:spMk id="2" creationId="{E6D6150E-3C05-29E0-168D-AA31DA1F7FCE}"/>
          </ac:spMkLst>
        </pc:spChg>
        <pc:spChg chg="mod ord">
          <ac:chgData name="Surendra Kc" userId="S::surendrakc@infinite.com::880eb05b-cc72-4250-920b-6630e35cf82c" providerId="AD" clId="Web-{0A78E21C-560F-85A9-4925-DC11F70EA173}" dt="2025-11-11T13:40:52.740" v="705"/>
          <ac:spMkLst>
            <pc:docMk/>
            <pc:sldMk cId="373832745" sldId="286"/>
            <ac:spMk id="3" creationId="{2EA69579-54AA-7C5C-2720-BAE38F1D08E6}"/>
          </ac:spMkLst>
        </pc:spChg>
        <pc:spChg chg="add">
          <ac:chgData name="Surendra Kc" userId="S::surendrakc@infinite.com::880eb05b-cc72-4250-920b-6630e35cf82c" providerId="AD" clId="Web-{0A78E21C-560F-85A9-4925-DC11F70EA173}" dt="2025-11-11T13:40:52.740" v="705"/>
          <ac:spMkLst>
            <pc:docMk/>
            <pc:sldMk cId="373832745" sldId="286"/>
            <ac:spMk id="9" creationId="{2596F992-698C-48C0-9D89-70DA4CE927EF}"/>
          </ac:spMkLst>
        </pc:spChg>
        <pc:spChg chg="add">
          <ac:chgData name="Surendra Kc" userId="S::surendrakc@infinite.com::880eb05b-cc72-4250-920b-6630e35cf82c" providerId="AD" clId="Web-{0A78E21C-560F-85A9-4925-DC11F70EA173}" dt="2025-11-11T13:40:52.740" v="705"/>
          <ac:spMkLst>
            <pc:docMk/>
            <pc:sldMk cId="373832745" sldId="286"/>
            <ac:spMk id="11" creationId="{E7BFF8DC-0AE7-4AD2-9B28-2E5F26D62C30}"/>
          </ac:spMkLst>
        </pc:spChg>
        <pc:spChg chg="add">
          <ac:chgData name="Surendra Kc" userId="S::surendrakc@infinite.com::880eb05b-cc72-4250-920b-6630e35cf82c" providerId="AD" clId="Web-{0A78E21C-560F-85A9-4925-DC11F70EA173}" dt="2025-11-11T13:40:52.740" v="705"/>
          <ac:spMkLst>
            <pc:docMk/>
            <pc:sldMk cId="373832745" sldId="286"/>
            <ac:spMk id="13" creationId="{7E0162AD-C6E5-4BF8-A453-76ADB36877D3}"/>
          </ac:spMkLst>
        </pc:spChg>
        <pc:picChg chg="add mod">
          <ac:chgData name="Surendra Kc" userId="S::surendrakc@infinite.com::880eb05b-cc72-4250-920b-6630e35cf82c" providerId="AD" clId="Web-{0A78E21C-560F-85A9-4925-DC11F70EA173}" dt="2025-11-11T13:40:52.740" v="705"/>
          <ac:picMkLst>
            <pc:docMk/>
            <pc:sldMk cId="373832745" sldId="286"/>
            <ac:picMk id="4" creationId="{E8C5FF7A-7AC6-BC7A-127A-9B9AF5A1A993}"/>
          </ac:picMkLst>
        </pc:picChg>
      </pc:sldChg>
      <pc:sldChg chg="addSp modSp new mod setBg">
        <pc:chgData name="Surendra Kc" userId="S::surendrakc@infinite.com::880eb05b-cc72-4250-920b-6630e35cf82c" providerId="AD" clId="Web-{0A78E21C-560F-85A9-4925-DC11F70EA173}" dt="2025-11-11T13:41:25.865" v="717"/>
        <pc:sldMkLst>
          <pc:docMk/>
          <pc:sldMk cId="3637215866" sldId="287"/>
        </pc:sldMkLst>
        <pc:spChg chg="mod">
          <ac:chgData name="Surendra Kc" userId="S::surendrakc@infinite.com::880eb05b-cc72-4250-920b-6630e35cf82c" providerId="AD" clId="Web-{0A78E21C-560F-85A9-4925-DC11F70EA173}" dt="2025-11-11T13:41:25.865" v="717"/>
          <ac:spMkLst>
            <pc:docMk/>
            <pc:sldMk cId="3637215866" sldId="287"/>
            <ac:spMk id="2" creationId="{3FABE97F-DDCE-2001-BDDD-F53454D076E5}"/>
          </ac:spMkLst>
        </pc:spChg>
        <pc:spChg chg="mod ord">
          <ac:chgData name="Surendra Kc" userId="S::surendrakc@infinite.com::880eb05b-cc72-4250-920b-6630e35cf82c" providerId="AD" clId="Web-{0A78E21C-560F-85A9-4925-DC11F70EA173}" dt="2025-11-11T13:41:25.865" v="717"/>
          <ac:spMkLst>
            <pc:docMk/>
            <pc:sldMk cId="3637215866" sldId="287"/>
            <ac:spMk id="3" creationId="{A39EE58C-A3BD-C174-B90E-91B1BDF75F8C}"/>
          </ac:spMkLst>
        </pc:spChg>
        <pc:spChg chg="add">
          <ac:chgData name="Surendra Kc" userId="S::surendrakc@infinite.com::880eb05b-cc72-4250-920b-6630e35cf82c" providerId="AD" clId="Web-{0A78E21C-560F-85A9-4925-DC11F70EA173}" dt="2025-11-11T13:41:25.865" v="717"/>
          <ac:spMkLst>
            <pc:docMk/>
            <pc:sldMk cId="3637215866" sldId="287"/>
            <ac:spMk id="9" creationId="{8B3A2D1A-45FC-4F95-B150-1C13EF2F6D09}"/>
          </ac:spMkLst>
        </pc:spChg>
        <pc:spChg chg="add">
          <ac:chgData name="Surendra Kc" userId="S::surendrakc@infinite.com::880eb05b-cc72-4250-920b-6630e35cf82c" providerId="AD" clId="Web-{0A78E21C-560F-85A9-4925-DC11F70EA173}" dt="2025-11-11T13:41:25.865" v="717"/>
          <ac:spMkLst>
            <pc:docMk/>
            <pc:sldMk cId="3637215866" sldId="287"/>
            <ac:spMk id="11" creationId="{39C3C864-C625-4883-B868-9A4C470F4DD5}"/>
          </ac:spMkLst>
        </pc:spChg>
        <pc:picChg chg="add mod">
          <ac:chgData name="Surendra Kc" userId="S::surendrakc@infinite.com::880eb05b-cc72-4250-920b-6630e35cf82c" providerId="AD" clId="Web-{0A78E21C-560F-85A9-4925-DC11F70EA173}" dt="2025-11-11T13:41:25.865" v="717"/>
          <ac:picMkLst>
            <pc:docMk/>
            <pc:sldMk cId="3637215866" sldId="287"/>
            <ac:picMk id="4" creationId="{2BAF2358-E96E-CFFF-592E-25F832FCABEF}"/>
          </ac:picMkLst>
        </pc:picChg>
      </pc:sldChg>
      <pc:sldChg chg="addSp modSp new mod setBg">
        <pc:chgData name="Surendra Kc" userId="S::surendrakc@infinite.com::880eb05b-cc72-4250-920b-6630e35cf82c" providerId="AD" clId="Web-{0A78E21C-560F-85A9-4925-DC11F70EA173}" dt="2025-11-11T13:41:54.959" v="731"/>
        <pc:sldMkLst>
          <pc:docMk/>
          <pc:sldMk cId="3387993969" sldId="288"/>
        </pc:sldMkLst>
        <pc:spChg chg="mod">
          <ac:chgData name="Surendra Kc" userId="S::surendrakc@infinite.com::880eb05b-cc72-4250-920b-6630e35cf82c" providerId="AD" clId="Web-{0A78E21C-560F-85A9-4925-DC11F70EA173}" dt="2025-11-11T13:41:54.959" v="731"/>
          <ac:spMkLst>
            <pc:docMk/>
            <pc:sldMk cId="3387993969" sldId="288"/>
            <ac:spMk id="2" creationId="{44689AA0-28BF-6090-F69B-A742F79E067F}"/>
          </ac:spMkLst>
        </pc:spChg>
        <pc:spChg chg="mod ord">
          <ac:chgData name="Surendra Kc" userId="S::surendrakc@infinite.com::880eb05b-cc72-4250-920b-6630e35cf82c" providerId="AD" clId="Web-{0A78E21C-560F-85A9-4925-DC11F70EA173}" dt="2025-11-11T13:41:54.959" v="731"/>
          <ac:spMkLst>
            <pc:docMk/>
            <pc:sldMk cId="3387993969" sldId="288"/>
            <ac:spMk id="3" creationId="{CCF1E552-4329-53A6-D9AF-6FA0F0CE0486}"/>
          </ac:spMkLst>
        </pc:spChg>
        <pc:spChg chg="add">
          <ac:chgData name="Surendra Kc" userId="S::surendrakc@infinite.com::880eb05b-cc72-4250-920b-6630e35cf82c" providerId="AD" clId="Web-{0A78E21C-560F-85A9-4925-DC11F70EA173}" dt="2025-11-11T13:41:54.959" v="731"/>
          <ac:spMkLst>
            <pc:docMk/>
            <pc:sldMk cId="3387993969" sldId="288"/>
            <ac:spMk id="9" creationId="{2596F992-698C-48C0-9D89-70DA4CE927EF}"/>
          </ac:spMkLst>
        </pc:spChg>
        <pc:spChg chg="add">
          <ac:chgData name="Surendra Kc" userId="S::surendrakc@infinite.com::880eb05b-cc72-4250-920b-6630e35cf82c" providerId="AD" clId="Web-{0A78E21C-560F-85A9-4925-DC11F70EA173}" dt="2025-11-11T13:41:54.959" v="731"/>
          <ac:spMkLst>
            <pc:docMk/>
            <pc:sldMk cId="3387993969" sldId="288"/>
            <ac:spMk id="11" creationId="{E7BFF8DC-0AE7-4AD2-9B28-2E5F26D62C30}"/>
          </ac:spMkLst>
        </pc:spChg>
        <pc:spChg chg="add">
          <ac:chgData name="Surendra Kc" userId="S::surendrakc@infinite.com::880eb05b-cc72-4250-920b-6630e35cf82c" providerId="AD" clId="Web-{0A78E21C-560F-85A9-4925-DC11F70EA173}" dt="2025-11-11T13:41:54.959" v="731"/>
          <ac:spMkLst>
            <pc:docMk/>
            <pc:sldMk cId="3387993969" sldId="288"/>
            <ac:spMk id="13" creationId="{7E0162AD-C6E5-4BF8-A453-76ADB36877D3}"/>
          </ac:spMkLst>
        </pc:spChg>
        <pc:picChg chg="add mod">
          <ac:chgData name="Surendra Kc" userId="S::surendrakc@infinite.com::880eb05b-cc72-4250-920b-6630e35cf82c" providerId="AD" clId="Web-{0A78E21C-560F-85A9-4925-DC11F70EA173}" dt="2025-11-11T13:41:54.959" v="731"/>
          <ac:picMkLst>
            <pc:docMk/>
            <pc:sldMk cId="3387993969" sldId="288"/>
            <ac:picMk id="4" creationId="{5FB2CA67-99C5-F8FF-FF23-C6027A290A76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43:05.007" v="740"/>
        <pc:sldMkLst>
          <pc:docMk/>
          <pc:sldMk cId="3374630803" sldId="289"/>
        </pc:sldMkLst>
        <pc:spChg chg="mod">
          <ac:chgData name="Surendra Kc" userId="S::surendrakc@infinite.com::880eb05b-cc72-4250-920b-6630e35cf82c" providerId="AD" clId="Web-{0A78E21C-560F-85A9-4925-DC11F70EA173}" dt="2025-11-11T13:43:05.007" v="740"/>
          <ac:spMkLst>
            <pc:docMk/>
            <pc:sldMk cId="3374630803" sldId="289"/>
            <ac:spMk id="2" creationId="{48ADAB3E-A160-76C6-999B-656C882A3716}"/>
          </ac:spMkLst>
        </pc:spChg>
        <pc:spChg chg="add del mod">
          <ac:chgData name="Surendra Kc" userId="S::surendrakc@infinite.com::880eb05b-cc72-4250-920b-6630e35cf82c" providerId="AD" clId="Web-{0A78E21C-560F-85A9-4925-DC11F70EA173}" dt="2025-11-11T13:43:05.007" v="740"/>
          <ac:spMkLst>
            <pc:docMk/>
            <pc:sldMk cId="3374630803" sldId="289"/>
            <ac:spMk id="3" creationId="{DD34DB24-6DB9-A196-C744-E49B047455F2}"/>
          </ac:spMkLst>
        </pc:spChg>
        <pc:spChg chg="add">
          <ac:chgData name="Surendra Kc" userId="S::surendrakc@infinite.com::880eb05b-cc72-4250-920b-6630e35cf82c" providerId="AD" clId="Web-{0A78E21C-560F-85A9-4925-DC11F70EA173}" dt="2025-11-11T13:43:05.007" v="740"/>
          <ac:spMkLst>
            <pc:docMk/>
            <pc:sldMk cId="3374630803" sldId="289"/>
            <ac:spMk id="10" creationId="{058A14AF-9FB5-4CC7-BA35-E8E85D3EDF0E}"/>
          </ac:spMkLst>
        </pc:spChg>
        <pc:spChg chg="add">
          <ac:chgData name="Surendra Kc" userId="S::surendrakc@infinite.com::880eb05b-cc72-4250-920b-6630e35cf82c" providerId="AD" clId="Web-{0A78E21C-560F-85A9-4925-DC11F70EA173}" dt="2025-11-11T13:43:05.007" v="740"/>
          <ac:spMkLst>
            <pc:docMk/>
            <pc:sldMk cId="3374630803" sldId="289"/>
            <ac:spMk id="12" creationId="{3A9A4357-BD1D-4622-A4FE-766E6AB8DE84}"/>
          </ac:spMkLst>
        </pc:spChg>
        <pc:spChg chg="add">
          <ac:chgData name="Surendra Kc" userId="S::surendrakc@infinite.com::880eb05b-cc72-4250-920b-6630e35cf82c" providerId="AD" clId="Web-{0A78E21C-560F-85A9-4925-DC11F70EA173}" dt="2025-11-11T13:43:05.007" v="740"/>
          <ac:spMkLst>
            <pc:docMk/>
            <pc:sldMk cId="3374630803" sldId="289"/>
            <ac:spMk id="14" creationId="{E659831F-0D9A-4C63-9EBB-8435B85A440F}"/>
          </ac:spMkLst>
        </pc:spChg>
        <pc:spChg chg="add">
          <ac:chgData name="Surendra Kc" userId="S::surendrakc@infinite.com::880eb05b-cc72-4250-920b-6630e35cf82c" providerId="AD" clId="Web-{0A78E21C-560F-85A9-4925-DC11F70EA173}" dt="2025-11-11T13:43:05.007" v="740"/>
          <ac:spMkLst>
            <pc:docMk/>
            <pc:sldMk cId="3374630803" sldId="289"/>
            <ac:spMk id="16" creationId="{E6995CE5-F890-4ABA-82A2-26507CE8D2A3}"/>
          </ac:spMkLst>
        </pc:spChg>
        <pc:picChg chg="add mod">
          <ac:chgData name="Surendra Kc" userId="S::surendrakc@infinite.com::880eb05b-cc72-4250-920b-6630e35cf82c" providerId="AD" clId="Web-{0A78E21C-560F-85A9-4925-DC11F70EA173}" dt="2025-11-11T13:43:05.007" v="740"/>
          <ac:picMkLst>
            <pc:docMk/>
            <pc:sldMk cId="3374630803" sldId="289"/>
            <ac:picMk id="5" creationId="{52387688-E4FC-6D6C-1169-D304453ECA08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43:46.351" v="747"/>
        <pc:sldMkLst>
          <pc:docMk/>
          <pc:sldMk cId="62777342" sldId="290"/>
        </pc:sldMkLst>
        <pc:spChg chg="mod">
          <ac:chgData name="Surendra Kc" userId="S::surendrakc@infinite.com::880eb05b-cc72-4250-920b-6630e35cf82c" providerId="AD" clId="Web-{0A78E21C-560F-85A9-4925-DC11F70EA173}" dt="2025-11-11T13:43:46.351" v="747"/>
          <ac:spMkLst>
            <pc:docMk/>
            <pc:sldMk cId="62777342" sldId="290"/>
            <ac:spMk id="2" creationId="{4B48A55D-F571-E63D-162F-CD8951EB81EA}"/>
          </ac:spMkLst>
        </pc:spChg>
        <pc:spChg chg="add">
          <ac:chgData name="Surendra Kc" userId="S::surendrakc@infinite.com::880eb05b-cc72-4250-920b-6630e35cf82c" providerId="AD" clId="Web-{0A78E21C-560F-85A9-4925-DC11F70EA173}" dt="2025-11-11T13:43:46.351" v="747"/>
          <ac:spMkLst>
            <pc:docMk/>
            <pc:sldMk cId="62777342" sldId="290"/>
            <ac:spMk id="9" creationId="{E914257E-1E2A-4AC7-89EC-1FB65C9C0A0D}"/>
          </ac:spMkLst>
        </pc:spChg>
        <pc:spChg chg="add">
          <ac:chgData name="Surendra Kc" userId="S::surendrakc@infinite.com::880eb05b-cc72-4250-920b-6630e35cf82c" providerId="AD" clId="Web-{0A78E21C-560F-85A9-4925-DC11F70EA173}" dt="2025-11-11T13:43:46.351" v="747"/>
          <ac:spMkLst>
            <pc:docMk/>
            <pc:sldMk cId="62777342" sldId="290"/>
            <ac:spMk id="11" creationId="{03E1C8F1-97F5-489C-8308-958F09657254}"/>
          </ac:spMkLst>
        </pc:spChg>
        <pc:spChg chg="add">
          <ac:chgData name="Surendra Kc" userId="S::surendrakc@infinite.com::880eb05b-cc72-4250-920b-6630e35cf82c" providerId="AD" clId="Web-{0A78E21C-560F-85A9-4925-DC11F70EA173}" dt="2025-11-11T13:43:46.351" v="747"/>
          <ac:spMkLst>
            <pc:docMk/>
            <pc:sldMk cId="62777342" sldId="290"/>
            <ac:spMk id="13" creationId="{DEB62645-D4DA-4E99-8344-B1536F63D108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43:46.351" v="747"/>
          <ac:picMkLst>
            <pc:docMk/>
            <pc:sldMk cId="62777342" sldId="290"/>
            <ac:picMk id="4" creationId="{FC7D3B46-6A39-17A2-7DDB-07C8BD6CF7D3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44:34.586" v="759"/>
        <pc:sldMkLst>
          <pc:docMk/>
          <pc:sldMk cId="24404800" sldId="291"/>
        </pc:sldMkLst>
        <pc:spChg chg="mod">
          <ac:chgData name="Surendra Kc" userId="S::surendrakc@infinite.com::880eb05b-cc72-4250-920b-6630e35cf82c" providerId="AD" clId="Web-{0A78E21C-560F-85A9-4925-DC11F70EA173}" dt="2025-11-11T13:44:34.586" v="759"/>
          <ac:spMkLst>
            <pc:docMk/>
            <pc:sldMk cId="24404800" sldId="291"/>
            <ac:spMk id="2" creationId="{DEF3DB7F-6079-644C-2A43-3AA8EC36B1EC}"/>
          </ac:spMkLst>
        </pc:spChg>
        <pc:spChg chg="add">
          <ac:chgData name="Surendra Kc" userId="S::surendrakc@infinite.com::880eb05b-cc72-4250-920b-6630e35cf82c" providerId="AD" clId="Web-{0A78E21C-560F-85A9-4925-DC11F70EA173}" dt="2025-11-11T13:44:34.586" v="759"/>
          <ac:spMkLst>
            <pc:docMk/>
            <pc:sldMk cId="24404800" sldId="291"/>
            <ac:spMk id="9" creationId="{5E395AE0-8789-FAD6-A987-32E65C185100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44:34.586" v="759"/>
          <ac:picMkLst>
            <pc:docMk/>
            <pc:sldMk cId="24404800" sldId="291"/>
            <ac:picMk id="4" creationId="{D2307943-9A6F-A917-EA8C-E42B32BA0F1D}"/>
          </ac:picMkLst>
        </pc:picChg>
        <pc:cxnChg chg="add">
          <ac:chgData name="Surendra Kc" userId="S::surendrakc@infinite.com::880eb05b-cc72-4250-920b-6630e35cf82c" providerId="AD" clId="Web-{0A78E21C-560F-85A9-4925-DC11F70EA173}" dt="2025-11-11T13:44:34.586" v="759"/>
          <ac:cxnSpMkLst>
            <pc:docMk/>
            <pc:sldMk cId="24404800" sldId="291"/>
            <ac:cxnSpMk id="11" creationId="{7667AA61-5C27-F30F-D229-06CBE5709F33}"/>
          </ac:cxnSpMkLst>
        </pc:cxnChg>
      </pc:sldChg>
      <pc:sldChg chg="addSp delSp modSp new mod setBg">
        <pc:chgData name="Surendra Kc" userId="S::surendrakc@infinite.com::880eb05b-cc72-4250-920b-6630e35cf82c" providerId="AD" clId="Web-{0A78E21C-560F-85A9-4925-DC11F70EA173}" dt="2025-11-11T13:47:54.571" v="770"/>
        <pc:sldMkLst>
          <pc:docMk/>
          <pc:sldMk cId="3653098258" sldId="292"/>
        </pc:sldMkLst>
        <pc:spChg chg="mod">
          <ac:chgData name="Surendra Kc" userId="S::surendrakc@infinite.com::880eb05b-cc72-4250-920b-6630e35cf82c" providerId="AD" clId="Web-{0A78E21C-560F-85A9-4925-DC11F70EA173}" dt="2025-11-11T13:47:54.571" v="770"/>
          <ac:spMkLst>
            <pc:docMk/>
            <pc:sldMk cId="3653098258" sldId="292"/>
            <ac:spMk id="2" creationId="{11563144-6E9E-7982-C6B7-DF9E03422E76}"/>
          </ac:spMkLst>
        </pc:spChg>
        <pc:spChg chg="add">
          <ac:chgData name="Surendra Kc" userId="S::surendrakc@infinite.com::880eb05b-cc72-4250-920b-6630e35cf82c" providerId="AD" clId="Web-{0A78E21C-560F-85A9-4925-DC11F70EA173}" dt="2025-11-11T13:47:54.571" v="770"/>
          <ac:spMkLst>
            <pc:docMk/>
            <pc:sldMk cId="3653098258" sldId="292"/>
            <ac:spMk id="9" creationId="{6753252F-4873-4F63-801D-CC719279A7D5}"/>
          </ac:spMkLst>
        </pc:spChg>
        <pc:spChg chg="add">
          <ac:chgData name="Surendra Kc" userId="S::surendrakc@infinite.com::880eb05b-cc72-4250-920b-6630e35cf82c" providerId="AD" clId="Web-{0A78E21C-560F-85A9-4925-DC11F70EA173}" dt="2025-11-11T13:47:54.571" v="770"/>
          <ac:spMkLst>
            <pc:docMk/>
            <pc:sldMk cId="3653098258" sldId="292"/>
            <ac:spMk id="11" creationId="{047C8CCB-F95D-4249-92DD-651249D3535A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47:54.571" v="770"/>
          <ac:picMkLst>
            <pc:docMk/>
            <pc:sldMk cId="3653098258" sldId="292"/>
            <ac:picMk id="4" creationId="{0F10951B-89C6-862D-E644-19D64A79BA66}"/>
          </ac:picMkLst>
        </pc:picChg>
      </pc:sldChg>
      <pc:sldChg chg="modSp new">
        <pc:chgData name="Surendra Kc" userId="S::surendrakc@infinite.com::880eb05b-cc72-4250-920b-6630e35cf82c" providerId="AD" clId="Web-{0A78E21C-560F-85A9-4925-DC11F70EA173}" dt="2025-11-11T13:48:13.415" v="776" actId="20577"/>
        <pc:sldMkLst>
          <pc:docMk/>
          <pc:sldMk cId="1966218562" sldId="293"/>
        </pc:sldMkLst>
        <pc:spChg chg="mod">
          <ac:chgData name="Surendra Kc" userId="S::surendrakc@infinite.com::880eb05b-cc72-4250-920b-6630e35cf82c" providerId="AD" clId="Web-{0A78E21C-560F-85A9-4925-DC11F70EA173}" dt="2025-11-11T13:48:03.337" v="773" actId="20577"/>
          <ac:spMkLst>
            <pc:docMk/>
            <pc:sldMk cId="1966218562" sldId="293"/>
            <ac:spMk id="2" creationId="{7D3CEC43-8853-3353-7D93-6E76341E028B}"/>
          </ac:spMkLst>
        </pc:spChg>
        <pc:spChg chg="mod">
          <ac:chgData name="Surendra Kc" userId="S::surendrakc@infinite.com::880eb05b-cc72-4250-920b-6630e35cf82c" providerId="AD" clId="Web-{0A78E21C-560F-85A9-4925-DC11F70EA173}" dt="2025-11-11T13:48:13.415" v="776" actId="20577"/>
          <ac:spMkLst>
            <pc:docMk/>
            <pc:sldMk cId="1966218562" sldId="293"/>
            <ac:spMk id="3" creationId="{6A6C9FB0-4EB2-0022-7091-8E8BFD547862}"/>
          </ac:spMkLst>
        </pc:spChg>
      </pc:sldChg>
      <pc:sldChg chg="addSp modSp new mod setBg">
        <pc:chgData name="Surendra Kc" userId="S::surendrakc@infinite.com::880eb05b-cc72-4250-920b-6630e35cf82c" providerId="AD" clId="Web-{0A78E21C-560F-85A9-4925-DC11F70EA173}" dt="2025-11-11T13:50:02.322" v="798"/>
        <pc:sldMkLst>
          <pc:docMk/>
          <pc:sldMk cId="2001957068" sldId="294"/>
        </pc:sldMkLst>
        <pc:spChg chg="mod">
          <ac:chgData name="Surendra Kc" userId="S::surendrakc@infinite.com::880eb05b-cc72-4250-920b-6630e35cf82c" providerId="AD" clId="Web-{0A78E21C-560F-85A9-4925-DC11F70EA173}" dt="2025-11-11T13:50:02.322" v="798"/>
          <ac:spMkLst>
            <pc:docMk/>
            <pc:sldMk cId="2001957068" sldId="294"/>
            <ac:spMk id="2" creationId="{B3B4A709-9462-56D7-15B0-2F36F097FE0C}"/>
          </ac:spMkLst>
        </pc:spChg>
        <pc:spChg chg="mod">
          <ac:chgData name="Surendra Kc" userId="S::surendrakc@infinite.com::880eb05b-cc72-4250-920b-6630e35cf82c" providerId="AD" clId="Web-{0A78E21C-560F-85A9-4925-DC11F70EA173}" dt="2025-11-11T13:50:02.322" v="798"/>
          <ac:spMkLst>
            <pc:docMk/>
            <pc:sldMk cId="2001957068" sldId="294"/>
            <ac:spMk id="3" creationId="{8123F387-CA4D-229D-AEB9-1321D42B3415}"/>
          </ac:spMkLst>
        </pc:spChg>
        <pc:spChg chg="add">
          <ac:chgData name="Surendra Kc" userId="S::surendrakc@infinite.com::880eb05b-cc72-4250-920b-6630e35cf82c" providerId="AD" clId="Web-{0A78E21C-560F-85A9-4925-DC11F70EA173}" dt="2025-11-11T13:50:02.322" v="798"/>
          <ac:spMkLst>
            <pc:docMk/>
            <pc:sldMk cId="2001957068" sldId="294"/>
            <ac:spMk id="9" creationId="{058A14AF-9FB5-4CC7-BA35-E8E85D3EDF0E}"/>
          </ac:spMkLst>
        </pc:spChg>
        <pc:spChg chg="add">
          <ac:chgData name="Surendra Kc" userId="S::surendrakc@infinite.com::880eb05b-cc72-4250-920b-6630e35cf82c" providerId="AD" clId="Web-{0A78E21C-560F-85A9-4925-DC11F70EA173}" dt="2025-11-11T13:50:02.322" v="798"/>
          <ac:spMkLst>
            <pc:docMk/>
            <pc:sldMk cId="2001957068" sldId="294"/>
            <ac:spMk id="11" creationId="{3A9A4357-BD1D-4622-A4FE-766E6AB8DE84}"/>
          </ac:spMkLst>
        </pc:spChg>
        <pc:spChg chg="add">
          <ac:chgData name="Surendra Kc" userId="S::surendrakc@infinite.com::880eb05b-cc72-4250-920b-6630e35cf82c" providerId="AD" clId="Web-{0A78E21C-560F-85A9-4925-DC11F70EA173}" dt="2025-11-11T13:50:02.322" v="798"/>
          <ac:spMkLst>
            <pc:docMk/>
            <pc:sldMk cId="2001957068" sldId="294"/>
            <ac:spMk id="13" creationId="{E659831F-0D9A-4C63-9EBB-8435B85A440F}"/>
          </ac:spMkLst>
        </pc:spChg>
        <pc:spChg chg="add">
          <ac:chgData name="Surendra Kc" userId="S::surendrakc@infinite.com::880eb05b-cc72-4250-920b-6630e35cf82c" providerId="AD" clId="Web-{0A78E21C-560F-85A9-4925-DC11F70EA173}" dt="2025-11-11T13:50:02.322" v="798"/>
          <ac:spMkLst>
            <pc:docMk/>
            <pc:sldMk cId="2001957068" sldId="294"/>
            <ac:spMk id="15" creationId="{E6995CE5-F890-4ABA-82A2-26507CE8D2A3}"/>
          </ac:spMkLst>
        </pc:spChg>
        <pc:picChg chg="add mod">
          <ac:chgData name="Surendra Kc" userId="S::surendrakc@infinite.com::880eb05b-cc72-4250-920b-6630e35cf82c" providerId="AD" clId="Web-{0A78E21C-560F-85A9-4925-DC11F70EA173}" dt="2025-11-11T13:50:02.322" v="798"/>
          <ac:picMkLst>
            <pc:docMk/>
            <pc:sldMk cId="2001957068" sldId="294"/>
            <ac:picMk id="4" creationId="{2BC8804D-F794-2FAD-DE64-200EC27DE396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50:35.369" v="802"/>
        <pc:sldMkLst>
          <pc:docMk/>
          <pc:sldMk cId="524372617" sldId="295"/>
        </pc:sldMkLst>
        <pc:spChg chg="mod">
          <ac:chgData name="Surendra Kc" userId="S::surendrakc@infinite.com::880eb05b-cc72-4250-920b-6630e35cf82c" providerId="AD" clId="Web-{0A78E21C-560F-85A9-4925-DC11F70EA173}" dt="2025-11-11T13:50:35.369" v="802"/>
          <ac:spMkLst>
            <pc:docMk/>
            <pc:sldMk cId="524372617" sldId="295"/>
            <ac:spMk id="2" creationId="{FFBA14A5-1FBF-984B-4F56-667104319E0D}"/>
          </ac:spMkLst>
        </pc:spChg>
        <pc:spChg chg="add">
          <ac:chgData name="Surendra Kc" userId="S::surendrakc@infinite.com::880eb05b-cc72-4250-920b-6630e35cf82c" providerId="AD" clId="Web-{0A78E21C-560F-85A9-4925-DC11F70EA173}" dt="2025-11-11T13:50:35.369" v="802"/>
          <ac:spMkLst>
            <pc:docMk/>
            <pc:sldMk cId="524372617" sldId="295"/>
            <ac:spMk id="9" creationId="{C1A1C5D3-C053-4EE9-BE1A-419B6E27CCAE}"/>
          </ac:spMkLst>
        </pc:spChg>
        <pc:spChg chg="add">
          <ac:chgData name="Surendra Kc" userId="S::surendrakc@infinite.com::880eb05b-cc72-4250-920b-6630e35cf82c" providerId="AD" clId="Web-{0A78E21C-560F-85A9-4925-DC11F70EA173}" dt="2025-11-11T13:50:35.369" v="802"/>
          <ac:spMkLst>
            <pc:docMk/>
            <pc:sldMk cId="524372617" sldId="295"/>
            <ac:spMk id="11" creationId="{A3473CF9-37EB-43E7-89EF-D2D1C53D1DAC}"/>
          </ac:spMkLst>
        </pc:spChg>
        <pc:spChg chg="add">
          <ac:chgData name="Surendra Kc" userId="S::surendrakc@infinite.com::880eb05b-cc72-4250-920b-6630e35cf82c" providerId="AD" clId="Web-{0A78E21C-560F-85A9-4925-DC11F70EA173}" dt="2025-11-11T13:50:35.369" v="802"/>
          <ac:spMkLst>
            <pc:docMk/>
            <pc:sldMk cId="524372617" sldId="295"/>
            <ac:spMk id="13" creationId="{586B4EF9-43BA-4655-A6FF-1D8E21574C95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50:35.369" v="802"/>
          <ac:picMkLst>
            <pc:docMk/>
            <pc:sldMk cId="524372617" sldId="295"/>
            <ac:picMk id="4" creationId="{825F5441-7B19-F94D-350D-A1F6DCC385B2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51:06.369" v="810"/>
        <pc:sldMkLst>
          <pc:docMk/>
          <pc:sldMk cId="3828207132" sldId="296"/>
        </pc:sldMkLst>
        <pc:spChg chg="mod">
          <ac:chgData name="Surendra Kc" userId="S::surendrakc@infinite.com::880eb05b-cc72-4250-920b-6630e35cf82c" providerId="AD" clId="Web-{0A78E21C-560F-85A9-4925-DC11F70EA173}" dt="2025-11-11T13:51:06.369" v="810"/>
          <ac:spMkLst>
            <pc:docMk/>
            <pc:sldMk cId="3828207132" sldId="296"/>
            <ac:spMk id="2" creationId="{4FFCE968-ADC1-11BD-0481-49AAC7BD962F}"/>
          </ac:spMkLst>
        </pc:spChg>
        <pc:grpChg chg="add">
          <ac:chgData name="Surendra Kc" userId="S::surendrakc@infinite.com::880eb05b-cc72-4250-920b-6630e35cf82c" providerId="AD" clId="Web-{0A78E21C-560F-85A9-4925-DC11F70EA173}" dt="2025-11-11T13:51:06.369" v="810"/>
          <ac:grpSpMkLst>
            <pc:docMk/>
            <pc:sldMk cId="3828207132" sldId="296"/>
            <ac:grpSpMk id="12" creationId="{BE6E7D98-3D55-80C4-C8EA-40EC70EB12A7}"/>
          </ac:grpSpMkLst>
        </pc:grpChg>
        <pc:picChg chg="add mod ord">
          <ac:chgData name="Surendra Kc" userId="S::surendrakc@infinite.com::880eb05b-cc72-4250-920b-6630e35cf82c" providerId="AD" clId="Web-{0A78E21C-560F-85A9-4925-DC11F70EA173}" dt="2025-11-11T13:51:06.369" v="810"/>
          <ac:picMkLst>
            <pc:docMk/>
            <pc:sldMk cId="3828207132" sldId="296"/>
            <ac:picMk id="4" creationId="{AEA930C1-34FE-AC66-33A9-13226A9BE446}"/>
          </ac:picMkLst>
        </pc:picChg>
      </pc:sldChg>
      <pc:sldChg chg="addSp delSp modSp add mod replId setBg">
        <pc:chgData name="Surendra Kc" userId="S::surendrakc@infinite.com::880eb05b-cc72-4250-920b-6630e35cf82c" providerId="AD" clId="Web-{0A78E21C-560F-85A9-4925-DC11F70EA173}" dt="2025-11-11T13:51:25.635" v="812"/>
        <pc:sldMkLst>
          <pc:docMk/>
          <pc:sldMk cId="2580622820" sldId="297"/>
        </pc:sldMkLst>
        <pc:spChg chg="mod">
          <ac:chgData name="Surendra Kc" userId="S::surendrakc@infinite.com::880eb05b-cc72-4250-920b-6630e35cf82c" providerId="AD" clId="Web-{0A78E21C-560F-85A9-4925-DC11F70EA173}" dt="2025-11-11T13:51:25.635" v="812"/>
          <ac:spMkLst>
            <pc:docMk/>
            <pc:sldMk cId="2580622820" sldId="297"/>
            <ac:spMk id="2" creationId="{0E09C457-3929-4452-D222-13F8FD5A5149}"/>
          </ac:spMkLst>
        </pc:spChg>
        <pc:spChg chg="add">
          <ac:chgData name="Surendra Kc" userId="S::surendrakc@infinite.com::880eb05b-cc72-4250-920b-6630e35cf82c" providerId="AD" clId="Web-{0A78E21C-560F-85A9-4925-DC11F70EA173}" dt="2025-11-11T13:51:25.635" v="812"/>
          <ac:spMkLst>
            <pc:docMk/>
            <pc:sldMk cId="2580622820" sldId="297"/>
            <ac:spMk id="9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51:25.635" v="812"/>
          <ac:picMkLst>
            <pc:docMk/>
            <pc:sldMk cId="2580622820" sldId="297"/>
            <ac:picMk id="4" creationId="{11063B17-C1A9-6DB0-8525-C84FD2B260B2}"/>
          </ac:picMkLst>
        </pc:picChg>
      </pc:sldChg>
      <pc:sldChg chg="addSp delSp modSp add mod replId setBg">
        <pc:chgData name="Surendra Kc" userId="S::surendrakc@infinite.com::880eb05b-cc72-4250-920b-6630e35cf82c" providerId="AD" clId="Web-{0A78E21C-560F-85A9-4925-DC11F70EA173}" dt="2025-11-11T13:51:44.072" v="814"/>
        <pc:sldMkLst>
          <pc:docMk/>
          <pc:sldMk cId="1863906067" sldId="298"/>
        </pc:sldMkLst>
        <pc:spChg chg="mod">
          <ac:chgData name="Surendra Kc" userId="S::surendrakc@infinite.com::880eb05b-cc72-4250-920b-6630e35cf82c" providerId="AD" clId="Web-{0A78E21C-560F-85A9-4925-DC11F70EA173}" dt="2025-11-11T13:51:44.072" v="814"/>
          <ac:spMkLst>
            <pc:docMk/>
            <pc:sldMk cId="1863906067" sldId="298"/>
            <ac:spMk id="2" creationId="{CCA52642-FEA1-48A2-63D1-3AFCF83CE43B}"/>
          </ac:spMkLst>
        </pc:spChg>
        <pc:spChg chg="add">
          <ac:chgData name="Surendra Kc" userId="S::surendrakc@infinite.com::880eb05b-cc72-4250-920b-6630e35cf82c" providerId="AD" clId="Web-{0A78E21C-560F-85A9-4925-DC11F70EA173}" dt="2025-11-11T13:51:44.072" v="814"/>
          <ac:spMkLst>
            <pc:docMk/>
            <pc:sldMk cId="1863906067" sldId="298"/>
            <ac:spMk id="9" creationId="{6753252F-4873-4F63-801D-CC719279A7D5}"/>
          </ac:spMkLst>
        </pc:spChg>
        <pc:spChg chg="add">
          <ac:chgData name="Surendra Kc" userId="S::surendrakc@infinite.com::880eb05b-cc72-4250-920b-6630e35cf82c" providerId="AD" clId="Web-{0A78E21C-560F-85A9-4925-DC11F70EA173}" dt="2025-11-11T13:51:44.072" v="814"/>
          <ac:spMkLst>
            <pc:docMk/>
            <pc:sldMk cId="1863906067" sldId="298"/>
            <ac:spMk id="11" creationId="{047C8CCB-F95D-4249-92DD-651249D3535A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51:44.072" v="814"/>
          <ac:picMkLst>
            <pc:docMk/>
            <pc:sldMk cId="1863906067" sldId="298"/>
            <ac:picMk id="4" creationId="{DC96EB77-122E-C036-0E20-7221C9E6135A}"/>
          </ac:picMkLst>
        </pc:picChg>
      </pc:sldChg>
      <pc:sldChg chg="modSp new">
        <pc:chgData name="Surendra Kc" userId="S::surendrakc@infinite.com::880eb05b-cc72-4250-920b-6630e35cf82c" providerId="AD" clId="Web-{0A78E21C-560F-85A9-4925-DC11F70EA173}" dt="2025-11-11T13:52:52.432" v="821" actId="20577"/>
        <pc:sldMkLst>
          <pc:docMk/>
          <pc:sldMk cId="3358789066" sldId="299"/>
        </pc:sldMkLst>
        <pc:spChg chg="mod">
          <ac:chgData name="Surendra Kc" userId="S::surendrakc@infinite.com::880eb05b-cc72-4250-920b-6630e35cf82c" providerId="AD" clId="Web-{0A78E21C-560F-85A9-4925-DC11F70EA173}" dt="2025-11-11T13:52:28.151" v="818" actId="20577"/>
          <ac:spMkLst>
            <pc:docMk/>
            <pc:sldMk cId="3358789066" sldId="299"/>
            <ac:spMk id="2" creationId="{FF67DCFA-3C61-D7AA-1ED4-EE1574C42732}"/>
          </ac:spMkLst>
        </pc:spChg>
        <pc:spChg chg="mod">
          <ac:chgData name="Surendra Kc" userId="S::surendrakc@infinite.com::880eb05b-cc72-4250-920b-6630e35cf82c" providerId="AD" clId="Web-{0A78E21C-560F-85A9-4925-DC11F70EA173}" dt="2025-11-11T13:52:52.432" v="821" actId="20577"/>
          <ac:spMkLst>
            <pc:docMk/>
            <pc:sldMk cId="3358789066" sldId="299"/>
            <ac:spMk id="3" creationId="{ADC90F4B-C740-1245-8E63-E634E127B39A}"/>
          </ac:spMkLst>
        </pc:spChg>
      </pc:sldChg>
      <pc:sldChg chg="addSp delSp modSp new mod setBg">
        <pc:chgData name="Surendra Kc" userId="S::surendrakc@infinite.com::880eb05b-cc72-4250-920b-6630e35cf82c" providerId="AD" clId="Web-{0A78E21C-560F-85A9-4925-DC11F70EA173}" dt="2025-11-11T13:53:12.792" v="832"/>
        <pc:sldMkLst>
          <pc:docMk/>
          <pc:sldMk cId="3323402625" sldId="300"/>
        </pc:sldMkLst>
        <pc:spChg chg="mod">
          <ac:chgData name="Surendra Kc" userId="S::surendrakc@infinite.com::880eb05b-cc72-4250-920b-6630e35cf82c" providerId="AD" clId="Web-{0A78E21C-560F-85A9-4925-DC11F70EA173}" dt="2025-11-11T13:53:12.792" v="832"/>
          <ac:spMkLst>
            <pc:docMk/>
            <pc:sldMk cId="3323402625" sldId="300"/>
            <ac:spMk id="2" creationId="{D9D8C40E-B1E9-4788-5B3E-00FE1FBB5C2C}"/>
          </ac:spMkLst>
        </pc:spChg>
        <pc:spChg chg="add">
          <ac:chgData name="Surendra Kc" userId="S::surendrakc@infinite.com::880eb05b-cc72-4250-920b-6630e35cf82c" providerId="AD" clId="Web-{0A78E21C-560F-85A9-4925-DC11F70EA173}" dt="2025-11-11T13:53:12.792" v="832"/>
          <ac:spMkLst>
            <pc:docMk/>
            <pc:sldMk cId="3323402625" sldId="300"/>
            <ac:spMk id="9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53:12.792" v="832"/>
          <ac:picMkLst>
            <pc:docMk/>
            <pc:sldMk cId="3323402625" sldId="300"/>
            <ac:picMk id="4" creationId="{1C8D797D-A8F3-1E08-DB66-73DC7A41C47C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3:53:36.043" v="838"/>
        <pc:sldMkLst>
          <pc:docMk/>
          <pc:sldMk cId="3404941270" sldId="301"/>
        </pc:sldMkLst>
        <pc:spChg chg="mod">
          <ac:chgData name="Surendra Kc" userId="S::surendrakc@infinite.com::880eb05b-cc72-4250-920b-6630e35cf82c" providerId="AD" clId="Web-{0A78E21C-560F-85A9-4925-DC11F70EA173}" dt="2025-11-11T13:53:36.043" v="838"/>
          <ac:spMkLst>
            <pc:docMk/>
            <pc:sldMk cId="3404941270" sldId="301"/>
            <ac:spMk id="2" creationId="{5ADCCBEB-25A4-5E2D-9846-2F3CF70324C2}"/>
          </ac:spMkLst>
        </pc:spChg>
        <pc:spChg chg="add">
          <ac:chgData name="Surendra Kc" userId="S::surendrakc@infinite.com::880eb05b-cc72-4250-920b-6630e35cf82c" providerId="AD" clId="Web-{0A78E21C-560F-85A9-4925-DC11F70EA173}" dt="2025-11-11T13:53:36.043" v="838"/>
          <ac:spMkLst>
            <pc:docMk/>
            <pc:sldMk cId="3404941270" sldId="301"/>
            <ac:spMk id="9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53:36.043" v="838"/>
          <ac:picMkLst>
            <pc:docMk/>
            <pc:sldMk cId="3404941270" sldId="301"/>
            <ac:picMk id="4" creationId="{E774B2CB-611C-3AB2-63DE-CF358E656A1E}"/>
          </ac:picMkLst>
        </pc:picChg>
      </pc:sldChg>
      <pc:sldChg chg="addSp modSp new mod setBg">
        <pc:chgData name="Surendra Kc" userId="S::surendrakc@infinite.com::880eb05b-cc72-4250-920b-6630e35cf82c" providerId="AD" clId="Web-{0A78E21C-560F-85A9-4925-DC11F70EA173}" dt="2025-11-11T13:55:33.139" v="848"/>
        <pc:sldMkLst>
          <pc:docMk/>
          <pc:sldMk cId="4290994645" sldId="302"/>
        </pc:sldMkLst>
        <pc:spChg chg="mod">
          <ac:chgData name="Surendra Kc" userId="S::surendrakc@infinite.com::880eb05b-cc72-4250-920b-6630e35cf82c" providerId="AD" clId="Web-{0A78E21C-560F-85A9-4925-DC11F70EA173}" dt="2025-11-11T13:55:33.139" v="848"/>
          <ac:spMkLst>
            <pc:docMk/>
            <pc:sldMk cId="4290994645" sldId="302"/>
            <ac:spMk id="2" creationId="{29342356-5F86-0522-DAC1-C2E267904B59}"/>
          </ac:spMkLst>
        </pc:spChg>
        <pc:spChg chg="mod">
          <ac:chgData name="Surendra Kc" userId="S::surendrakc@infinite.com::880eb05b-cc72-4250-920b-6630e35cf82c" providerId="AD" clId="Web-{0A78E21C-560F-85A9-4925-DC11F70EA173}" dt="2025-11-11T13:55:33.139" v="848"/>
          <ac:spMkLst>
            <pc:docMk/>
            <pc:sldMk cId="4290994645" sldId="302"/>
            <ac:spMk id="3" creationId="{FBC52FF5-41DE-A8EE-219B-CAC25602D2E9}"/>
          </ac:spMkLst>
        </pc:spChg>
        <pc:spChg chg="add">
          <ac:chgData name="Surendra Kc" userId="S::surendrakc@infinite.com::880eb05b-cc72-4250-920b-6630e35cf82c" providerId="AD" clId="Web-{0A78E21C-560F-85A9-4925-DC11F70EA173}" dt="2025-11-11T13:55:33.139" v="848"/>
          <ac:spMkLst>
            <pc:docMk/>
            <pc:sldMk cId="4290994645" sldId="302"/>
            <ac:spMk id="9" creationId="{058A14AF-9FB5-4CC7-BA35-E8E85D3EDF0E}"/>
          </ac:spMkLst>
        </pc:spChg>
        <pc:spChg chg="add">
          <ac:chgData name="Surendra Kc" userId="S::surendrakc@infinite.com::880eb05b-cc72-4250-920b-6630e35cf82c" providerId="AD" clId="Web-{0A78E21C-560F-85A9-4925-DC11F70EA173}" dt="2025-11-11T13:55:33.139" v="848"/>
          <ac:spMkLst>
            <pc:docMk/>
            <pc:sldMk cId="4290994645" sldId="302"/>
            <ac:spMk id="11" creationId="{3A9A4357-BD1D-4622-A4FE-766E6AB8DE84}"/>
          </ac:spMkLst>
        </pc:spChg>
        <pc:spChg chg="add">
          <ac:chgData name="Surendra Kc" userId="S::surendrakc@infinite.com::880eb05b-cc72-4250-920b-6630e35cf82c" providerId="AD" clId="Web-{0A78E21C-560F-85A9-4925-DC11F70EA173}" dt="2025-11-11T13:55:33.139" v="848"/>
          <ac:spMkLst>
            <pc:docMk/>
            <pc:sldMk cId="4290994645" sldId="302"/>
            <ac:spMk id="13" creationId="{E659831F-0D9A-4C63-9EBB-8435B85A440F}"/>
          </ac:spMkLst>
        </pc:spChg>
        <pc:spChg chg="add">
          <ac:chgData name="Surendra Kc" userId="S::surendrakc@infinite.com::880eb05b-cc72-4250-920b-6630e35cf82c" providerId="AD" clId="Web-{0A78E21C-560F-85A9-4925-DC11F70EA173}" dt="2025-11-11T13:55:33.139" v="848"/>
          <ac:spMkLst>
            <pc:docMk/>
            <pc:sldMk cId="4290994645" sldId="302"/>
            <ac:spMk id="15" creationId="{E6995CE5-F890-4ABA-82A2-26507CE8D2A3}"/>
          </ac:spMkLst>
        </pc:spChg>
        <pc:picChg chg="add mod">
          <ac:chgData name="Surendra Kc" userId="S::surendrakc@infinite.com::880eb05b-cc72-4250-920b-6630e35cf82c" providerId="AD" clId="Web-{0A78E21C-560F-85A9-4925-DC11F70EA173}" dt="2025-11-11T13:55:33.139" v="848"/>
          <ac:picMkLst>
            <pc:docMk/>
            <pc:sldMk cId="4290994645" sldId="302"/>
            <ac:picMk id="4" creationId="{8F0ABB97-8CEE-4FEE-C492-014C14C5B998}"/>
          </ac:picMkLst>
        </pc:picChg>
      </pc:sldChg>
      <pc:sldChg chg="addSp delSp modSp new">
        <pc:chgData name="Surendra Kc" userId="S::surendrakc@infinite.com::880eb05b-cc72-4250-920b-6630e35cf82c" providerId="AD" clId="Web-{0A78E21C-560F-85A9-4925-DC11F70EA173}" dt="2025-11-11T13:56:01.202" v="855"/>
        <pc:sldMkLst>
          <pc:docMk/>
          <pc:sldMk cId="1462302449" sldId="303"/>
        </pc:sldMkLst>
        <pc:spChg chg="mod">
          <ac:chgData name="Surendra Kc" userId="S::surendrakc@infinite.com::880eb05b-cc72-4250-920b-6630e35cf82c" providerId="AD" clId="Web-{0A78E21C-560F-85A9-4925-DC11F70EA173}" dt="2025-11-11T13:55:52.515" v="851" actId="20577"/>
          <ac:spMkLst>
            <pc:docMk/>
            <pc:sldMk cId="1462302449" sldId="303"/>
            <ac:spMk id="2" creationId="{C3727DA9-E2E2-63E8-C4CF-31B94622F132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56:01.202" v="855"/>
          <ac:picMkLst>
            <pc:docMk/>
            <pc:sldMk cId="1462302449" sldId="303"/>
            <ac:picMk id="4" creationId="{1312809D-85E1-0F8C-F306-99D40A53CB29}"/>
          </ac:picMkLst>
        </pc:picChg>
      </pc:sldChg>
      <pc:sldChg chg="addSp delSp modSp add replId">
        <pc:chgData name="Surendra Kc" userId="S::surendrakc@infinite.com::880eb05b-cc72-4250-920b-6630e35cf82c" providerId="AD" clId="Web-{0A78E21C-560F-85A9-4925-DC11F70EA173}" dt="2025-11-11T13:56:20.734" v="856"/>
        <pc:sldMkLst>
          <pc:docMk/>
          <pc:sldMk cId="2360287955" sldId="304"/>
        </pc:sldMkLst>
        <pc:picChg chg="add mod ord">
          <ac:chgData name="Surendra Kc" userId="S::surendrakc@infinite.com::880eb05b-cc72-4250-920b-6630e35cf82c" providerId="AD" clId="Web-{0A78E21C-560F-85A9-4925-DC11F70EA173}" dt="2025-11-11T13:56:20.734" v="856"/>
          <ac:picMkLst>
            <pc:docMk/>
            <pc:sldMk cId="2360287955" sldId="304"/>
            <ac:picMk id="4" creationId="{E0970DC7-E848-D138-DB61-48D4E0024652}"/>
          </ac:picMkLst>
        </pc:picChg>
      </pc:sldChg>
      <pc:sldChg chg="addSp delSp modSp add replId">
        <pc:chgData name="Surendra Kc" userId="S::surendrakc@infinite.com::880eb05b-cc72-4250-920b-6630e35cf82c" providerId="AD" clId="Web-{0A78E21C-560F-85A9-4925-DC11F70EA173}" dt="2025-11-11T13:56:35.469" v="857"/>
        <pc:sldMkLst>
          <pc:docMk/>
          <pc:sldMk cId="1736339668" sldId="305"/>
        </pc:sldMkLst>
        <pc:picChg chg="add mod ord">
          <ac:chgData name="Surendra Kc" userId="S::surendrakc@infinite.com::880eb05b-cc72-4250-920b-6630e35cf82c" providerId="AD" clId="Web-{0A78E21C-560F-85A9-4925-DC11F70EA173}" dt="2025-11-11T13:56:35.469" v="857"/>
          <ac:picMkLst>
            <pc:docMk/>
            <pc:sldMk cId="1736339668" sldId="305"/>
            <ac:picMk id="4" creationId="{AAAD0F8F-4917-7E6D-4E95-99F0095CF3A2}"/>
          </ac:picMkLst>
        </pc:picChg>
      </pc:sldChg>
      <pc:sldChg chg="addSp delSp modSp add replId">
        <pc:chgData name="Surendra Kc" userId="S::surendrakc@infinite.com::880eb05b-cc72-4250-920b-6630e35cf82c" providerId="AD" clId="Web-{0A78E21C-560F-85A9-4925-DC11F70EA173}" dt="2025-11-11T13:56:58.125" v="858"/>
        <pc:sldMkLst>
          <pc:docMk/>
          <pc:sldMk cId="2916420877" sldId="306"/>
        </pc:sldMkLst>
        <pc:picChg chg="add mod ord">
          <ac:chgData name="Surendra Kc" userId="S::surendrakc@infinite.com::880eb05b-cc72-4250-920b-6630e35cf82c" providerId="AD" clId="Web-{0A78E21C-560F-85A9-4925-DC11F70EA173}" dt="2025-11-11T13:56:58.125" v="858"/>
          <ac:picMkLst>
            <pc:docMk/>
            <pc:sldMk cId="2916420877" sldId="306"/>
            <ac:picMk id="4" creationId="{C22B5752-D6EB-433A-F4E6-C4A229D20133}"/>
          </ac:picMkLst>
        </pc:picChg>
      </pc:sldChg>
      <pc:sldChg chg="addSp delSp modSp new">
        <pc:chgData name="Surendra Kc" userId="S::surendrakc@infinite.com::880eb05b-cc72-4250-920b-6630e35cf82c" providerId="AD" clId="Web-{0A78E21C-560F-85A9-4925-DC11F70EA173}" dt="2025-11-11T13:57:31.032" v="862"/>
        <pc:sldMkLst>
          <pc:docMk/>
          <pc:sldMk cId="2458566583" sldId="307"/>
        </pc:sldMkLst>
        <pc:spChg chg="mod">
          <ac:chgData name="Surendra Kc" userId="S::surendrakc@infinite.com::880eb05b-cc72-4250-920b-6630e35cf82c" providerId="AD" clId="Web-{0A78E21C-560F-85A9-4925-DC11F70EA173}" dt="2025-11-11T13:57:29.094" v="861" actId="20577"/>
          <ac:spMkLst>
            <pc:docMk/>
            <pc:sldMk cId="2458566583" sldId="307"/>
            <ac:spMk id="2" creationId="{8D8578C8-EC95-108C-33A3-DC7DCD5099D3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57:31.032" v="862"/>
          <ac:picMkLst>
            <pc:docMk/>
            <pc:sldMk cId="2458566583" sldId="307"/>
            <ac:picMk id="4" creationId="{31F72274-C817-9DD9-7882-7F097C6240D1}"/>
          </ac:picMkLst>
        </pc:picChg>
      </pc:sldChg>
      <pc:sldChg chg="modSp new">
        <pc:chgData name="Surendra Kc" userId="S::surendrakc@infinite.com::880eb05b-cc72-4250-920b-6630e35cf82c" providerId="AD" clId="Web-{0A78E21C-560F-85A9-4925-DC11F70EA173}" dt="2025-11-11T13:58:17.564" v="868" actId="20577"/>
        <pc:sldMkLst>
          <pc:docMk/>
          <pc:sldMk cId="2153228977" sldId="308"/>
        </pc:sldMkLst>
        <pc:spChg chg="mod">
          <ac:chgData name="Surendra Kc" userId="S::surendrakc@infinite.com::880eb05b-cc72-4250-920b-6630e35cf82c" providerId="AD" clId="Web-{0A78E21C-560F-85A9-4925-DC11F70EA173}" dt="2025-11-11T13:58:09.970" v="865" actId="20577"/>
          <ac:spMkLst>
            <pc:docMk/>
            <pc:sldMk cId="2153228977" sldId="308"/>
            <ac:spMk id="2" creationId="{7C71C255-F746-8218-DEF6-764D2BC0A51C}"/>
          </ac:spMkLst>
        </pc:spChg>
        <pc:spChg chg="mod">
          <ac:chgData name="Surendra Kc" userId="S::surendrakc@infinite.com::880eb05b-cc72-4250-920b-6630e35cf82c" providerId="AD" clId="Web-{0A78E21C-560F-85A9-4925-DC11F70EA173}" dt="2025-11-11T13:58:17.564" v="868" actId="20577"/>
          <ac:spMkLst>
            <pc:docMk/>
            <pc:sldMk cId="2153228977" sldId="308"/>
            <ac:spMk id="3" creationId="{EE24E45F-B9DF-5CDC-A725-A6882AFACCDE}"/>
          </ac:spMkLst>
        </pc:spChg>
      </pc:sldChg>
      <pc:sldChg chg="addSp delSp modSp add replId">
        <pc:chgData name="Surendra Kc" userId="S::surendrakc@infinite.com::880eb05b-cc72-4250-920b-6630e35cf82c" providerId="AD" clId="Web-{0A78E21C-560F-85A9-4925-DC11F70EA173}" dt="2025-11-11T13:58:52.033" v="872"/>
        <pc:sldMkLst>
          <pc:docMk/>
          <pc:sldMk cId="852202234" sldId="309"/>
        </pc:sldMkLst>
        <pc:picChg chg="add mod ord">
          <ac:chgData name="Surendra Kc" userId="S::surendrakc@infinite.com::880eb05b-cc72-4250-920b-6630e35cf82c" providerId="AD" clId="Web-{0A78E21C-560F-85A9-4925-DC11F70EA173}" dt="2025-11-11T13:58:52.033" v="872"/>
          <ac:picMkLst>
            <pc:docMk/>
            <pc:sldMk cId="852202234" sldId="309"/>
            <ac:picMk id="4" creationId="{987EE9C9-1EF3-1A3C-4076-9F46A6EC928D}"/>
          </ac:picMkLst>
        </pc:picChg>
      </pc:sldChg>
      <pc:sldChg chg="modSp new">
        <pc:chgData name="Surendra Kc" userId="S::surendrakc@infinite.com::880eb05b-cc72-4250-920b-6630e35cf82c" providerId="AD" clId="Web-{0A78E21C-560F-85A9-4925-DC11F70EA173}" dt="2025-11-11T13:59:09.361" v="876" actId="20577"/>
        <pc:sldMkLst>
          <pc:docMk/>
          <pc:sldMk cId="163105387" sldId="310"/>
        </pc:sldMkLst>
        <pc:spChg chg="mod">
          <ac:chgData name="Surendra Kc" userId="S::surendrakc@infinite.com::880eb05b-cc72-4250-920b-6630e35cf82c" providerId="AD" clId="Web-{0A78E21C-560F-85A9-4925-DC11F70EA173}" dt="2025-11-11T13:59:01.611" v="874" actId="20577"/>
          <ac:spMkLst>
            <pc:docMk/>
            <pc:sldMk cId="163105387" sldId="310"/>
            <ac:spMk id="2" creationId="{7BBE10AB-11C5-45A1-0510-79BD5E77AAB3}"/>
          </ac:spMkLst>
        </pc:spChg>
        <pc:spChg chg="mod">
          <ac:chgData name="Surendra Kc" userId="S::surendrakc@infinite.com::880eb05b-cc72-4250-920b-6630e35cf82c" providerId="AD" clId="Web-{0A78E21C-560F-85A9-4925-DC11F70EA173}" dt="2025-11-11T13:59:09.361" v="876" actId="20577"/>
          <ac:spMkLst>
            <pc:docMk/>
            <pc:sldMk cId="163105387" sldId="310"/>
            <ac:spMk id="3" creationId="{0931EC90-D522-F9F7-299C-D783859C91E2}"/>
          </ac:spMkLst>
        </pc:spChg>
      </pc:sldChg>
      <pc:sldChg chg="addSp delSp modSp new">
        <pc:chgData name="Surendra Kc" userId="S::surendrakc@infinite.com::880eb05b-cc72-4250-920b-6630e35cf82c" providerId="AD" clId="Web-{0A78E21C-560F-85A9-4925-DC11F70EA173}" dt="2025-11-11T13:59:37.284" v="880"/>
        <pc:sldMkLst>
          <pc:docMk/>
          <pc:sldMk cId="1903047949" sldId="311"/>
        </pc:sldMkLst>
        <pc:spChg chg="mod">
          <ac:chgData name="Surendra Kc" userId="S::surendrakc@infinite.com::880eb05b-cc72-4250-920b-6630e35cf82c" providerId="AD" clId="Web-{0A78E21C-560F-85A9-4925-DC11F70EA173}" dt="2025-11-11T13:59:16.502" v="879" actId="20577"/>
          <ac:spMkLst>
            <pc:docMk/>
            <pc:sldMk cId="1903047949" sldId="311"/>
            <ac:spMk id="2" creationId="{EB53919F-9172-0737-9735-6429730FD9E2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3:59:37.284" v="880"/>
          <ac:picMkLst>
            <pc:docMk/>
            <pc:sldMk cId="1903047949" sldId="311"/>
            <ac:picMk id="4" creationId="{66591486-72A0-9479-1FB4-0D67A12E33DB}"/>
          </ac:picMkLst>
        </pc:picChg>
      </pc:sldChg>
      <pc:sldChg chg="addSp delSp modSp new">
        <pc:chgData name="Surendra Kc" userId="S::surendrakc@infinite.com::880eb05b-cc72-4250-920b-6630e35cf82c" providerId="AD" clId="Web-{0A78E21C-560F-85A9-4925-DC11F70EA173}" dt="2025-11-11T14:00:08.221" v="884"/>
        <pc:sldMkLst>
          <pc:docMk/>
          <pc:sldMk cId="3810120832" sldId="312"/>
        </pc:sldMkLst>
        <pc:spChg chg="mod">
          <ac:chgData name="Surendra Kc" userId="S::surendrakc@infinite.com::880eb05b-cc72-4250-920b-6630e35cf82c" providerId="AD" clId="Web-{0A78E21C-560F-85A9-4925-DC11F70EA173}" dt="2025-11-11T13:59:47.299" v="883" actId="20577"/>
          <ac:spMkLst>
            <pc:docMk/>
            <pc:sldMk cId="3810120832" sldId="312"/>
            <ac:spMk id="2" creationId="{C55D21AD-D859-7994-6274-654A0B39FDE4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4:00:08.221" v="884"/>
          <ac:picMkLst>
            <pc:docMk/>
            <pc:sldMk cId="3810120832" sldId="312"/>
            <ac:picMk id="4" creationId="{CB471119-D037-D638-8845-0A55B431DB09}"/>
          </ac:picMkLst>
        </pc:picChg>
      </pc:sldChg>
      <pc:sldChg chg="addSp modSp new mod setBg">
        <pc:chgData name="Surendra Kc" userId="S::surendrakc@infinite.com::880eb05b-cc72-4250-920b-6630e35cf82c" providerId="AD" clId="Web-{0A78E21C-560F-85A9-4925-DC11F70EA173}" dt="2025-11-11T14:03:07.191" v="898"/>
        <pc:sldMkLst>
          <pc:docMk/>
          <pc:sldMk cId="3887233496" sldId="313"/>
        </pc:sldMkLst>
        <pc:spChg chg="mod">
          <ac:chgData name="Surendra Kc" userId="S::surendrakc@infinite.com::880eb05b-cc72-4250-920b-6630e35cf82c" providerId="AD" clId="Web-{0A78E21C-560F-85A9-4925-DC11F70EA173}" dt="2025-11-11T14:03:07.191" v="898"/>
          <ac:spMkLst>
            <pc:docMk/>
            <pc:sldMk cId="3887233496" sldId="313"/>
            <ac:spMk id="2" creationId="{65E0F608-D1BF-444E-9EED-F40C451D3389}"/>
          </ac:spMkLst>
        </pc:spChg>
        <pc:spChg chg="mod">
          <ac:chgData name="Surendra Kc" userId="S::surendrakc@infinite.com::880eb05b-cc72-4250-920b-6630e35cf82c" providerId="AD" clId="Web-{0A78E21C-560F-85A9-4925-DC11F70EA173}" dt="2025-11-11T14:03:07.191" v="898"/>
          <ac:spMkLst>
            <pc:docMk/>
            <pc:sldMk cId="3887233496" sldId="313"/>
            <ac:spMk id="3" creationId="{76B80B68-6B87-B824-8A79-765ED6259AFA}"/>
          </ac:spMkLst>
        </pc:spChg>
        <pc:grpChg chg="add">
          <ac:chgData name="Surendra Kc" userId="S::surendrakc@infinite.com::880eb05b-cc72-4250-920b-6630e35cf82c" providerId="AD" clId="Web-{0A78E21C-560F-85A9-4925-DC11F70EA173}" dt="2025-11-11T14:03:07.191" v="898"/>
          <ac:grpSpMkLst>
            <pc:docMk/>
            <pc:sldMk cId="3887233496" sldId="313"/>
            <ac:grpSpMk id="9" creationId="{E4A41B9E-A0C8-F78B-E5B6-A0D02D8810B5}"/>
          </ac:grpSpMkLst>
        </pc:grpChg>
        <pc:picChg chg="add mod">
          <ac:chgData name="Surendra Kc" userId="S::surendrakc@infinite.com::880eb05b-cc72-4250-920b-6630e35cf82c" providerId="AD" clId="Web-{0A78E21C-560F-85A9-4925-DC11F70EA173}" dt="2025-11-11T14:03:07.191" v="898"/>
          <ac:picMkLst>
            <pc:docMk/>
            <pc:sldMk cId="3887233496" sldId="313"/>
            <ac:picMk id="4" creationId="{2BCE941D-EA57-44E1-27C2-7166854E5F70}"/>
          </ac:picMkLst>
        </pc:picChg>
      </pc:sldChg>
      <pc:sldChg chg="addSp delSp modSp new">
        <pc:chgData name="Surendra Kc" userId="S::surendrakc@infinite.com::880eb05b-cc72-4250-920b-6630e35cf82c" providerId="AD" clId="Web-{0A78E21C-560F-85A9-4925-DC11F70EA173}" dt="2025-11-11T14:03:31.613" v="909"/>
        <pc:sldMkLst>
          <pc:docMk/>
          <pc:sldMk cId="2673633085" sldId="314"/>
        </pc:sldMkLst>
        <pc:spChg chg="mod">
          <ac:chgData name="Surendra Kc" userId="S::surendrakc@infinite.com::880eb05b-cc72-4250-920b-6630e35cf82c" providerId="AD" clId="Web-{0A78E21C-560F-85A9-4925-DC11F70EA173}" dt="2025-11-11T14:03:30.801" v="908" actId="20577"/>
          <ac:spMkLst>
            <pc:docMk/>
            <pc:sldMk cId="2673633085" sldId="314"/>
            <ac:spMk id="2" creationId="{5A41A4A7-5FFB-3747-758A-196C8FF6716A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4:03:31.613" v="909"/>
          <ac:picMkLst>
            <pc:docMk/>
            <pc:sldMk cId="2673633085" sldId="314"/>
            <ac:picMk id="4" creationId="{D50AD310-76B9-F145-40F6-00A5B8461671}"/>
          </ac:picMkLst>
        </pc:picChg>
      </pc:sldChg>
      <pc:sldChg chg="addSp delSp modSp add replId">
        <pc:chgData name="Surendra Kc" userId="S::surendrakc@infinite.com::880eb05b-cc72-4250-920b-6630e35cf82c" providerId="AD" clId="Web-{0A78E21C-560F-85A9-4925-DC11F70EA173}" dt="2025-11-11T14:03:44.957" v="912"/>
        <pc:sldMkLst>
          <pc:docMk/>
          <pc:sldMk cId="1508709309" sldId="315"/>
        </pc:sldMkLst>
        <pc:picChg chg="add mod ord">
          <ac:chgData name="Surendra Kc" userId="S::surendrakc@infinite.com::880eb05b-cc72-4250-920b-6630e35cf82c" providerId="AD" clId="Web-{0A78E21C-560F-85A9-4925-DC11F70EA173}" dt="2025-11-11T14:03:44.957" v="912"/>
          <ac:picMkLst>
            <pc:docMk/>
            <pc:sldMk cId="1508709309" sldId="315"/>
            <ac:picMk id="6" creationId="{216526E4-53A4-9DAC-B167-9476657689C8}"/>
          </ac:picMkLst>
        </pc:picChg>
      </pc:sldChg>
      <pc:sldChg chg="addSp delSp modSp add replId">
        <pc:chgData name="Surendra Kc" userId="S::surendrakc@infinite.com::880eb05b-cc72-4250-920b-6630e35cf82c" providerId="AD" clId="Web-{0A78E21C-560F-85A9-4925-DC11F70EA173}" dt="2025-11-11T14:03:58.176" v="915"/>
        <pc:sldMkLst>
          <pc:docMk/>
          <pc:sldMk cId="4293126947" sldId="316"/>
        </pc:sldMkLst>
        <pc:picChg chg="add mod ord">
          <ac:chgData name="Surendra Kc" userId="S::surendrakc@infinite.com::880eb05b-cc72-4250-920b-6630e35cf82c" providerId="AD" clId="Web-{0A78E21C-560F-85A9-4925-DC11F70EA173}" dt="2025-11-11T14:03:58.176" v="915"/>
          <ac:picMkLst>
            <pc:docMk/>
            <pc:sldMk cId="4293126947" sldId="316"/>
            <ac:picMk id="5" creationId="{91BDD11C-DE62-CB4A-A87D-A161A4795590}"/>
          </ac:picMkLst>
        </pc:picChg>
      </pc:sldChg>
      <pc:sldChg chg="addSp delSp modSp add mod replId setBg">
        <pc:chgData name="Surendra Kc" userId="S::surendrakc@infinite.com::880eb05b-cc72-4250-920b-6630e35cf82c" providerId="AD" clId="Web-{0A78E21C-560F-85A9-4925-DC11F70EA173}" dt="2025-11-11T14:04:38.989" v="919"/>
        <pc:sldMkLst>
          <pc:docMk/>
          <pc:sldMk cId="1006765662" sldId="317"/>
        </pc:sldMkLst>
        <pc:spChg chg="mod">
          <ac:chgData name="Surendra Kc" userId="S::surendrakc@infinite.com::880eb05b-cc72-4250-920b-6630e35cf82c" providerId="AD" clId="Web-{0A78E21C-560F-85A9-4925-DC11F70EA173}" dt="2025-11-11T14:04:38.989" v="919"/>
          <ac:spMkLst>
            <pc:docMk/>
            <pc:sldMk cId="1006765662" sldId="317"/>
            <ac:spMk id="2" creationId="{29C18505-8082-6A5E-315A-EDF8F0EA29BB}"/>
          </ac:spMkLst>
        </pc:spChg>
        <pc:spChg chg="add">
          <ac:chgData name="Surendra Kc" userId="S::surendrakc@infinite.com::880eb05b-cc72-4250-920b-6630e35cf82c" providerId="AD" clId="Web-{0A78E21C-560F-85A9-4925-DC11F70EA173}" dt="2025-11-11T14:04:38.989" v="919"/>
          <ac:spMkLst>
            <pc:docMk/>
            <pc:sldMk cId="1006765662" sldId="317"/>
            <ac:spMk id="10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4:04:38.989" v="919"/>
          <ac:picMkLst>
            <pc:docMk/>
            <pc:sldMk cId="1006765662" sldId="317"/>
            <ac:picMk id="5" creationId="{2E69FCD9-1798-0E37-EA92-1FFE9D13AF8A}"/>
          </ac:picMkLst>
        </pc:picChg>
      </pc:sldChg>
      <pc:sldChg chg="addSp delSp modSp add replId">
        <pc:chgData name="Surendra Kc" userId="S::surendrakc@infinite.com::880eb05b-cc72-4250-920b-6630e35cf82c" providerId="AD" clId="Web-{0A78E21C-560F-85A9-4925-DC11F70EA173}" dt="2025-11-11T14:04:56.379" v="923"/>
        <pc:sldMkLst>
          <pc:docMk/>
          <pc:sldMk cId="2832347171" sldId="318"/>
        </pc:sldMkLst>
        <pc:spChg chg="add">
          <ac:chgData name="Surendra Kc" userId="S::surendrakc@infinite.com::880eb05b-cc72-4250-920b-6630e35cf82c" providerId="AD" clId="Web-{0A78E21C-560F-85A9-4925-DC11F70EA173}" dt="2025-11-11T14:04:56.379" v="923"/>
          <ac:spMkLst>
            <pc:docMk/>
            <pc:sldMk cId="2832347171" sldId="318"/>
            <ac:spMk id="15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4:04:56.379" v="923"/>
          <ac:picMkLst>
            <pc:docMk/>
            <pc:sldMk cId="2832347171" sldId="318"/>
            <ac:picMk id="6" creationId="{91DB8A35-05F2-5C93-8B31-11C63B8F6FB1}"/>
          </ac:picMkLst>
        </pc:picChg>
      </pc:sldChg>
      <pc:sldChg chg="addSp delSp modSp new">
        <pc:chgData name="Surendra Kc" userId="S::surendrakc@infinite.com::880eb05b-cc72-4250-920b-6630e35cf82c" providerId="AD" clId="Web-{0A78E21C-560F-85A9-4925-DC11F70EA173}" dt="2025-11-11T14:05:37.036" v="958" actId="20577"/>
        <pc:sldMkLst>
          <pc:docMk/>
          <pc:sldMk cId="2882951011" sldId="319"/>
        </pc:sldMkLst>
        <pc:spChg chg="mod">
          <ac:chgData name="Surendra Kc" userId="S::surendrakc@infinite.com::880eb05b-cc72-4250-920b-6630e35cf82c" providerId="AD" clId="Web-{0A78E21C-560F-85A9-4925-DC11F70EA173}" dt="2025-11-11T14:05:25.098" v="953" actId="20577"/>
          <ac:spMkLst>
            <pc:docMk/>
            <pc:sldMk cId="2882951011" sldId="319"/>
            <ac:spMk id="2" creationId="{21C6B206-7B89-9F88-4D84-A76F36952D28}"/>
          </ac:spMkLst>
        </pc:spChg>
        <pc:spChg chg="add del mod">
          <ac:chgData name="Surendra Kc" userId="S::surendrakc@infinite.com::880eb05b-cc72-4250-920b-6630e35cf82c" providerId="AD" clId="Web-{0A78E21C-560F-85A9-4925-DC11F70EA173}" dt="2025-11-11T14:05:37.036" v="958" actId="20577"/>
          <ac:spMkLst>
            <pc:docMk/>
            <pc:sldMk cId="2882951011" sldId="319"/>
            <ac:spMk id="3" creationId="{EF083009-B853-116D-1825-2A48A2C0B1B8}"/>
          </ac:spMkLst>
        </pc:spChg>
      </pc:sldChg>
      <pc:sldChg chg="addSp delSp modSp new mod setBg">
        <pc:chgData name="Surendra Kc" userId="S::surendrakc@infinite.com::880eb05b-cc72-4250-920b-6630e35cf82c" providerId="AD" clId="Web-{0A78E21C-560F-85A9-4925-DC11F70EA173}" dt="2025-11-11T14:05:59.067" v="963"/>
        <pc:sldMkLst>
          <pc:docMk/>
          <pc:sldMk cId="2579856914" sldId="320"/>
        </pc:sldMkLst>
        <pc:spChg chg="mod">
          <ac:chgData name="Surendra Kc" userId="S::surendrakc@infinite.com::880eb05b-cc72-4250-920b-6630e35cf82c" providerId="AD" clId="Web-{0A78E21C-560F-85A9-4925-DC11F70EA173}" dt="2025-11-11T14:05:59.067" v="963"/>
          <ac:spMkLst>
            <pc:docMk/>
            <pc:sldMk cId="2579856914" sldId="320"/>
            <ac:spMk id="2" creationId="{96B28F03-6286-E2EF-1393-AF336201056B}"/>
          </ac:spMkLst>
        </pc:spChg>
        <pc:spChg chg="add">
          <ac:chgData name="Surendra Kc" userId="S::surendrakc@infinite.com::880eb05b-cc72-4250-920b-6630e35cf82c" providerId="AD" clId="Web-{0A78E21C-560F-85A9-4925-DC11F70EA173}" dt="2025-11-11T14:05:59.067" v="963"/>
          <ac:spMkLst>
            <pc:docMk/>
            <pc:sldMk cId="2579856914" sldId="320"/>
            <ac:spMk id="9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4:05:59.067" v="963"/>
          <ac:picMkLst>
            <pc:docMk/>
            <pc:sldMk cId="2579856914" sldId="320"/>
            <ac:picMk id="4" creationId="{C952B3FA-254D-62AD-C172-AE11943FBFF0}"/>
          </ac:picMkLst>
        </pc:picChg>
      </pc:sldChg>
      <pc:sldChg chg="modSp new">
        <pc:chgData name="Surendra Kc" userId="S::surendrakc@infinite.com::880eb05b-cc72-4250-920b-6630e35cf82c" providerId="AD" clId="Web-{0A78E21C-560F-85A9-4925-DC11F70EA173}" dt="2025-11-11T14:07:16.130" v="980" actId="20577"/>
        <pc:sldMkLst>
          <pc:docMk/>
          <pc:sldMk cId="427516959" sldId="321"/>
        </pc:sldMkLst>
        <pc:spChg chg="mod">
          <ac:chgData name="Surendra Kc" userId="S::surendrakc@infinite.com::880eb05b-cc72-4250-920b-6630e35cf82c" providerId="AD" clId="Web-{0A78E21C-560F-85A9-4925-DC11F70EA173}" dt="2025-11-11T14:06:55.739" v="973" actId="20577"/>
          <ac:spMkLst>
            <pc:docMk/>
            <pc:sldMk cId="427516959" sldId="321"/>
            <ac:spMk id="2" creationId="{346F5958-2BAC-AA08-17AF-F7D77B8D9232}"/>
          </ac:spMkLst>
        </pc:spChg>
        <pc:spChg chg="mod">
          <ac:chgData name="Surendra Kc" userId="S::surendrakc@infinite.com::880eb05b-cc72-4250-920b-6630e35cf82c" providerId="AD" clId="Web-{0A78E21C-560F-85A9-4925-DC11F70EA173}" dt="2025-11-11T14:07:16.130" v="980" actId="20577"/>
          <ac:spMkLst>
            <pc:docMk/>
            <pc:sldMk cId="427516959" sldId="321"/>
            <ac:spMk id="3" creationId="{BC52A313-5926-9D57-6147-9B119BF2C495}"/>
          </ac:spMkLst>
        </pc:spChg>
      </pc:sldChg>
      <pc:sldChg chg="addSp delSp modSp new">
        <pc:chgData name="Surendra Kc" userId="S::surendrakc@infinite.com::880eb05b-cc72-4250-920b-6630e35cf82c" providerId="AD" clId="Web-{0A78E21C-560F-85A9-4925-DC11F70EA173}" dt="2025-11-11T14:07:42.474" v="985"/>
        <pc:sldMkLst>
          <pc:docMk/>
          <pc:sldMk cId="3152523708" sldId="322"/>
        </pc:sldMkLst>
        <pc:spChg chg="mod">
          <ac:chgData name="Surendra Kc" userId="S::surendrakc@infinite.com::880eb05b-cc72-4250-920b-6630e35cf82c" providerId="AD" clId="Web-{0A78E21C-560F-85A9-4925-DC11F70EA173}" dt="2025-11-11T14:07:40.927" v="984" actId="20577"/>
          <ac:spMkLst>
            <pc:docMk/>
            <pc:sldMk cId="3152523708" sldId="322"/>
            <ac:spMk id="2" creationId="{C514B698-38B4-37FE-A1DC-59CE0A5FBE2D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4:07:42.474" v="985"/>
          <ac:picMkLst>
            <pc:docMk/>
            <pc:sldMk cId="3152523708" sldId="322"/>
            <ac:picMk id="4" creationId="{08757CDE-C467-6427-28F7-7A761D8865E9}"/>
          </ac:picMkLst>
        </pc:picChg>
      </pc:sldChg>
      <pc:sldChg chg="addSp delSp modSp add replId">
        <pc:chgData name="Surendra Kc" userId="S::surendrakc@infinite.com::880eb05b-cc72-4250-920b-6630e35cf82c" providerId="AD" clId="Web-{0A78E21C-560F-85A9-4925-DC11F70EA173}" dt="2025-11-11T14:07:58.724" v="989"/>
        <pc:sldMkLst>
          <pc:docMk/>
          <pc:sldMk cId="3236828687" sldId="323"/>
        </pc:sldMkLst>
        <pc:picChg chg="add mod ord">
          <ac:chgData name="Surendra Kc" userId="S::surendrakc@infinite.com::880eb05b-cc72-4250-920b-6630e35cf82c" providerId="AD" clId="Web-{0A78E21C-560F-85A9-4925-DC11F70EA173}" dt="2025-11-11T14:07:58.724" v="989"/>
          <ac:picMkLst>
            <pc:docMk/>
            <pc:sldMk cId="3236828687" sldId="323"/>
            <ac:picMk id="6" creationId="{2BBE6BB2-6529-D99B-4C7C-28AB338CE3B6}"/>
          </ac:picMkLst>
        </pc:picChg>
      </pc:sldChg>
      <pc:sldChg chg="addSp delSp modSp add replId">
        <pc:chgData name="Surendra Kc" userId="S::surendrakc@infinite.com::880eb05b-cc72-4250-920b-6630e35cf82c" providerId="AD" clId="Web-{0A78E21C-560F-85A9-4925-DC11F70EA173}" dt="2025-11-11T14:08:10.365" v="991"/>
        <pc:sldMkLst>
          <pc:docMk/>
          <pc:sldMk cId="3336922229" sldId="324"/>
        </pc:sldMkLst>
        <pc:picChg chg="add mod ord">
          <ac:chgData name="Surendra Kc" userId="S::surendrakc@infinite.com::880eb05b-cc72-4250-920b-6630e35cf82c" providerId="AD" clId="Web-{0A78E21C-560F-85A9-4925-DC11F70EA173}" dt="2025-11-11T14:08:10.365" v="991"/>
          <ac:picMkLst>
            <pc:docMk/>
            <pc:sldMk cId="3336922229" sldId="324"/>
            <ac:picMk id="6" creationId="{47774F22-F4E7-D37E-57E6-49D12CCFE119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4:09:02.756" v="997"/>
        <pc:sldMkLst>
          <pc:docMk/>
          <pc:sldMk cId="1044480454" sldId="325"/>
        </pc:sldMkLst>
        <pc:spChg chg="mod">
          <ac:chgData name="Surendra Kc" userId="S::surendrakc@infinite.com::880eb05b-cc72-4250-920b-6630e35cf82c" providerId="AD" clId="Web-{0A78E21C-560F-85A9-4925-DC11F70EA173}" dt="2025-11-11T14:09:02.756" v="997"/>
          <ac:spMkLst>
            <pc:docMk/>
            <pc:sldMk cId="1044480454" sldId="325"/>
            <ac:spMk id="2" creationId="{6AAD736B-F840-03E0-A73D-FBEA7635FEF4}"/>
          </ac:spMkLst>
        </pc:spChg>
        <pc:spChg chg="add">
          <ac:chgData name="Surendra Kc" userId="S::surendrakc@infinite.com::880eb05b-cc72-4250-920b-6630e35cf82c" providerId="AD" clId="Web-{0A78E21C-560F-85A9-4925-DC11F70EA173}" dt="2025-11-11T14:09:02.756" v="997"/>
          <ac:spMkLst>
            <pc:docMk/>
            <pc:sldMk cId="1044480454" sldId="325"/>
            <ac:spMk id="9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4:09:02.756" v="997"/>
          <ac:picMkLst>
            <pc:docMk/>
            <pc:sldMk cId="1044480454" sldId="325"/>
            <ac:picMk id="4" creationId="{F290CF4C-7C54-67CF-7376-DC057F5420CE}"/>
          </ac:picMkLst>
        </pc:picChg>
      </pc:sldChg>
      <pc:sldChg chg="addSp delSp modSp new">
        <pc:chgData name="Surendra Kc" userId="S::surendrakc@infinite.com::880eb05b-cc72-4250-920b-6630e35cf82c" providerId="AD" clId="Web-{0A78E21C-560F-85A9-4925-DC11F70EA173}" dt="2025-11-11T14:11:02.258" v="1030"/>
        <pc:sldMkLst>
          <pc:docMk/>
          <pc:sldMk cId="335161360" sldId="326"/>
        </pc:sldMkLst>
        <pc:spChg chg="mod">
          <ac:chgData name="Surendra Kc" userId="S::surendrakc@infinite.com::880eb05b-cc72-4250-920b-6630e35cf82c" providerId="AD" clId="Web-{0A78E21C-560F-85A9-4925-DC11F70EA173}" dt="2025-11-11T14:09:51.974" v="1012" actId="20577"/>
          <ac:spMkLst>
            <pc:docMk/>
            <pc:sldMk cId="335161360" sldId="326"/>
            <ac:spMk id="2" creationId="{F2504F0A-BF60-AB30-5A07-922C224CAD2F}"/>
          </ac:spMkLst>
        </pc:spChg>
        <pc:spChg chg="mod">
          <ac:chgData name="Surendra Kc" userId="S::surendrakc@infinite.com::880eb05b-cc72-4250-920b-6630e35cf82c" providerId="AD" clId="Web-{0A78E21C-560F-85A9-4925-DC11F70EA173}" dt="2025-11-11T14:10:16.100" v="1019" actId="20577"/>
          <ac:spMkLst>
            <pc:docMk/>
            <pc:sldMk cId="335161360" sldId="326"/>
            <ac:spMk id="3" creationId="{F416CB6D-63B1-C35A-5DA1-5F1C8A8165AD}"/>
          </ac:spMkLst>
        </pc:spChg>
      </pc:sldChg>
      <pc:sldChg chg="addSp delSp modSp new">
        <pc:chgData name="Surendra Kc" userId="S::surendrakc@infinite.com::880eb05b-cc72-4250-920b-6630e35cf82c" providerId="AD" clId="Web-{0A78E21C-560F-85A9-4925-DC11F70EA173}" dt="2025-11-11T14:11:12.946" v="1031"/>
        <pc:sldMkLst>
          <pc:docMk/>
          <pc:sldMk cId="3095478537" sldId="327"/>
        </pc:sldMkLst>
        <pc:spChg chg="mod">
          <ac:chgData name="Surendra Kc" userId="S::surendrakc@infinite.com::880eb05b-cc72-4250-920b-6630e35cf82c" providerId="AD" clId="Web-{0A78E21C-560F-85A9-4925-DC11F70EA173}" dt="2025-11-11T14:10:58.195" v="1028" actId="20577"/>
          <ac:spMkLst>
            <pc:docMk/>
            <pc:sldMk cId="3095478537" sldId="327"/>
            <ac:spMk id="2" creationId="{AE186F64-A46F-E8C8-5D77-7ED143B104A5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4:11:12.946" v="1031"/>
          <ac:picMkLst>
            <pc:docMk/>
            <pc:sldMk cId="3095478537" sldId="327"/>
            <ac:picMk id="4" creationId="{E8D9F68C-44A9-95BC-6C87-56808E3553D2}"/>
          </ac:picMkLst>
        </pc:picChg>
      </pc:sldChg>
      <pc:sldChg chg="addSp delSp modSp add replId">
        <pc:chgData name="Surendra Kc" userId="S::surendrakc@infinite.com::880eb05b-cc72-4250-920b-6630e35cf82c" providerId="AD" clId="Web-{0A78E21C-560F-85A9-4925-DC11F70EA173}" dt="2025-11-11T14:11:24.680" v="1034"/>
        <pc:sldMkLst>
          <pc:docMk/>
          <pc:sldMk cId="675543515" sldId="328"/>
        </pc:sldMkLst>
        <pc:picChg chg="add mod ord">
          <ac:chgData name="Surendra Kc" userId="S::surendrakc@infinite.com::880eb05b-cc72-4250-920b-6630e35cf82c" providerId="AD" clId="Web-{0A78E21C-560F-85A9-4925-DC11F70EA173}" dt="2025-11-11T14:11:24.680" v="1034"/>
          <ac:picMkLst>
            <pc:docMk/>
            <pc:sldMk cId="675543515" sldId="328"/>
            <ac:picMk id="6" creationId="{4406D26E-C2C9-9714-E8A3-678FADEFA324}"/>
          </ac:picMkLst>
        </pc:picChg>
      </pc:sldChg>
      <pc:sldChg chg="addSp delSp modSp add replId">
        <pc:chgData name="Surendra Kc" userId="S::surendrakc@infinite.com::880eb05b-cc72-4250-920b-6630e35cf82c" providerId="AD" clId="Web-{0A78E21C-560F-85A9-4925-DC11F70EA173}" dt="2025-11-11T14:11:36.509" v="1037"/>
        <pc:sldMkLst>
          <pc:docMk/>
          <pc:sldMk cId="583596167" sldId="329"/>
        </pc:sldMkLst>
        <pc:picChg chg="add mod ord">
          <ac:chgData name="Surendra Kc" userId="S::surendrakc@infinite.com::880eb05b-cc72-4250-920b-6630e35cf82c" providerId="AD" clId="Web-{0A78E21C-560F-85A9-4925-DC11F70EA173}" dt="2025-11-11T14:11:36.509" v="1037"/>
          <ac:picMkLst>
            <pc:docMk/>
            <pc:sldMk cId="583596167" sldId="329"/>
            <ac:picMk id="5" creationId="{FDAD399E-B3FC-1B66-35B1-B94B55FCE9D5}"/>
          </ac:picMkLst>
        </pc:picChg>
      </pc:sldChg>
      <pc:sldChg chg="modSp new">
        <pc:chgData name="Surendra Kc" userId="S::surendrakc@infinite.com::880eb05b-cc72-4250-920b-6630e35cf82c" providerId="AD" clId="Web-{0A78E21C-560F-85A9-4925-DC11F70EA173}" dt="2025-11-11T14:12:20.947" v="1050" actId="20577"/>
        <pc:sldMkLst>
          <pc:docMk/>
          <pc:sldMk cId="2551684406" sldId="330"/>
        </pc:sldMkLst>
        <pc:spChg chg="mod">
          <ac:chgData name="Surendra Kc" userId="S::surendrakc@infinite.com::880eb05b-cc72-4250-920b-6630e35cf82c" providerId="AD" clId="Web-{0A78E21C-560F-85A9-4925-DC11F70EA173}" dt="2025-11-11T14:12:02.681" v="1047" actId="20577"/>
          <ac:spMkLst>
            <pc:docMk/>
            <pc:sldMk cId="2551684406" sldId="330"/>
            <ac:spMk id="2" creationId="{9D3F90CC-910F-E910-811B-8E1833D6F602}"/>
          </ac:spMkLst>
        </pc:spChg>
        <pc:spChg chg="mod">
          <ac:chgData name="Surendra Kc" userId="S::surendrakc@infinite.com::880eb05b-cc72-4250-920b-6630e35cf82c" providerId="AD" clId="Web-{0A78E21C-560F-85A9-4925-DC11F70EA173}" dt="2025-11-11T14:12:20.947" v="1050" actId="20577"/>
          <ac:spMkLst>
            <pc:docMk/>
            <pc:sldMk cId="2551684406" sldId="330"/>
            <ac:spMk id="3" creationId="{EDCF379E-8D64-E0AE-1F5D-C9C7CF869269}"/>
          </ac:spMkLst>
        </pc:spChg>
      </pc:sldChg>
      <pc:sldChg chg="addSp modSp add mod replId setBg">
        <pc:chgData name="Surendra Kc" userId="S::surendrakc@infinite.com::880eb05b-cc72-4250-920b-6630e35cf82c" providerId="AD" clId="Web-{0A78E21C-560F-85A9-4925-DC11F70EA173}" dt="2025-11-11T14:12:44.979" v="1055"/>
        <pc:sldMkLst>
          <pc:docMk/>
          <pc:sldMk cId="1686728096" sldId="331"/>
        </pc:sldMkLst>
        <pc:spChg chg="mod">
          <ac:chgData name="Surendra Kc" userId="S::surendrakc@infinite.com::880eb05b-cc72-4250-920b-6630e35cf82c" providerId="AD" clId="Web-{0A78E21C-560F-85A9-4925-DC11F70EA173}" dt="2025-11-11T14:12:44.979" v="1055"/>
          <ac:spMkLst>
            <pc:docMk/>
            <pc:sldMk cId="1686728096" sldId="331"/>
            <ac:spMk id="2" creationId="{6722DD6D-1A8D-95F4-BA2C-53D786F6F3B9}"/>
          </ac:spMkLst>
        </pc:spChg>
        <pc:spChg chg="mod">
          <ac:chgData name="Surendra Kc" userId="S::surendrakc@infinite.com::880eb05b-cc72-4250-920b-6630e35cf82c" providerId="AD" clId="Web-{0A78E21C-560F-85A9-4925-DC11F70EA173}" dt="2025-11-11T14:12:44.979" v="1055"/>
          <ac:spMkLst>
            <pc:docMk/>
            <pc:sldMk cId="1686728096" sldId="331"/>
            <ac:spMk id="3" creationId="{D5672800-B4E9-F415-0BC1-7B6CA3569A27}"/>
          </ac:spMkLst>
        </pc:spChg>
        <pc:spChg chg="add">
          <ac:chgData name="Surendra Kc" userId="S::surendrakc@infinite.com::880eb05b-cc72-4250-920b-6630e35cf82c" providerId="AD" clId="Web-{0A78E21C-560F-85A9-4925-DC11F70EA173}" dt="2025-11-11T14:12:44.979" v="1055"/>
          <ac:spMkLst>
            <pc:docMk/>
            <pc:sldMk cId="1686728096" sldId="331"/>
            <ac:spMk id="9" creationId="{2B97F24A-32CE-4C1C-A50D-3016B394DCFB}"/>
          </ac:spMkLst>
        </pc:spChg>
        <pc:spChg chg="add">
          <ac:chgData name="Surendra Kc" userId="S::surendrakc@infinite.com::880eb05b-cc72-4250-920b-6630e35cf82c" providerId="AD" clId="Web-{0A78E21C-560F-85A9-4925-DC11F70EA173}" dt="2025-11-11T14:12:44.979" v="1055"/>
          <ac:spMkLst>
            <pc:docMk/>
            <pc:sldMk cId="1686728096" sldId="331"/>
            <ac:spMk id="11" creationId="{CD8B4F24-440B-49E9-B85D-733523DC064B}"/>
          </ac:spMkLst>
        </pc:spChg>
        <pc:picChg chg="add mod">
          <ac:chgData name="Surendra Kc" userId="S::surendrakc@infinite.com::880eb05b-cc72-4250-920b-6630e35cf82c" providerId="AD" clId="Web-{0A78E21C-560F-85A9-4925-DC11F70EA173}" dt="2025-11-11T14:12:44.979" v="1055"/>
          <ac:picMkLst>
            <pc:docMk/>
            <pc:sldMk cId="1686728096" sldId="331"/>
            <ac:picMk id="4" creationId="{CF3EBF28-6D9C-D164-D98C-F9EF6BD5DB8E}"/>
          </ac:picMkLst>
        </pc:picChg>
      </pc:sldChg>
      <pc:sldChg chg="addSp delSp modSp new mod setBg">
        <pc:chgData name="Surendra Kc" userId="S::surendrakc@infinite.com::880eb05b-cc72-4250-920b-6630e35cf82c" providerId="AD" clId="Web-{0A78E21C-560F-85A9-4925-DC11F70EA173}" dt="2025-11-11T14:13:02.651" v="1061"/>
        <pc:sldMkLst>
          <pc:docMk/>
          <pc:sldMk cId="672801677" sldId="332"/>
        </pc:sldMkLst>
        <pc:spChg chg="mod">
          <ac:chgData name="Surendra Kc" userId="S::surendrakc@infinite.com::880eb05b-cc72-4250-920b-6630e35cf82c" providerId="AD" clId="Web-{0A78E21C-560F-85A9-4925-DC11F70EA173}" dt="2025-11-11T14:13:02.651" v="1061"/>
          <ac:spMkLst>
            <pc:docMk/>
            <pc:sldMk cId="672801677" sldId="332"/>
            <ac:spMk id="2" creationId="{29756AFC-A212-5809-6A00-655B7E66D3C2}"/>
          </ac:spMkLst>
        </pc:spChg>
        <pc:spChg chg="add">
          <ac:chgData name="Surendra Kc" userId="S::surendrakc@infinite.com::880eb05b-cc72-4250-920b-6630e35cf82c" providerId="AD" clId="Web-{0A78E21C-560F-85A9-4925-DC11F70EA173}" dt="2025-11-11T14:13:02.651" v="1061"/>
          <ac:spMkLst>
            <pc:docMk/>
            <pc:sldMk cId="672801677" sldId="332"/>
            <ac:spMk id="9" creationId="{A4AC5506-6312-4701-8D3C-40187889A947}"/>
          </ac:spMkLst>
        </pc:spChg>
        <pc:picChg chg="add mod ord">
          <ac:chgData name="Surendra Kc" userId="S::surendrakc@infinite.com::880eb05b-cc72-4250-920b-6630e35cf82c" providerId="AD" clId="Web-{0A78E21C-560F-85A9-4925-DC11F70EA173}" dt="2025-11-11T14:13:02.651" v="1061"/>
          <ac:picMkLst>
            <pc:docMk/>
            <pc:sldMk cId="672801677" sldId="332"/>
            <ac:picMk id="4" creationId="{02BE0432-5A2B-A617-A388-23C973C5F4FF}"/>
          </ac:picMkLst>
        </pc:picChg>
      </pc:sldChg>
      <pc:sldChg chg="modSp new">
        <pc:chgData name="Surendra Kc" userId="S::surendrakc@infinite.com::880eb05b-cc72-4250-920b-6630e35cf82c" providerId="AD" clId="Web-{0A78E21C-560F-85A9-4925-DC11F70EA173}" dt="2025-11-11T14:15:24.841" v="1071" actId="20577"/>
        <pc:sldMkLst>
          <pc:docMk/>
          <pc:sldMk cId="1217049924" sldId="333"/>
        </pc:sldMkLst>
        <pc:spChg chg="mod">
          <ac:chgData name="Surendra Kc" userId="S::surendrakc@infinite.com::880eb05b-cc72-4250-920b-6630e35cf82c" providerId="AD" clId="Web-{0A78E21C-560F-85A9-4925-DC11F70EA173}" dt="2025-11-11T14:14:37.715" v="1066" actId="20577"/>
          <ac:spMkLst>
            <pc:docMk/>
            <pc:sldMk cId="1217049924" sldId="333"/>
            <ac:spMk id="2" creationId="{1DB78883-52EA-900A-2E55-B99AF89DFBA6}"/>
          </ac:spMkLst>
        </pc:spChg>
        <pc:spChg chg="mod">
          <ac:chgData name="Surendra Kc" userId="S::surendrakc@infinite.com::880eb05b-cc72-4250-920b-6630e35cf82c" providerId="AD" clId="Web-{0A78E21C-560F-85A9-4925-DC11F70EA173}" dt="2025-11-11T14:15:24.841" v="1071" actId="20577"/>
          <ac:spMkLst>
            <pc:docMk/>
            <pc:sldMk cId="1217049924" sldId="333"/>
            <ac:spMk id="3" creationId="{1F19FF1B-5BD9-A59C-7067-E32A1E299A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RISK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SurendraKC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erson walking on a rope over a pillow&#10;&#10;AI-generated content may be incorrect.">
            <a:extLst>
              <a:ext uri="{FF2B5EF4-FFF2-40B4-BE49-F238E27FC236}">
                <a16:creationId xmlns:a16="http://schemas.microsoft.com/office/drawing/2014/main" id="{B01F2D55-E93E-2CAB-8358-7E30BCAF5C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12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54434-4F1E-2737-053C-CD35E8F6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Risk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972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2C2F-B3A3-3379-990F-CD3182F1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It’s better to hunt for risks before they hunt you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67DE-D97E-BA3E-CA46-332434565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If you don’t proactively identify and manage risks in your project, those risks will eventually appear on their own and likely cause bigger problems.</a:t>
            </a:r>
          </a:p>
          <a:p>
            <a:r>
              <a:rPr lang="en-US" b="1" dirty="0">
                <a:ea typeface="+mn-lt"/>
                <a:cs typeface="+mn-lt"/>
              </a:rPr>
              <a:t>Be proactive, not reactive.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If you don’t look for potential problems early (like delays, cost overruns, resource issues, or scope changes), they’ll still </a:t>
            </a:r>
            <a:r>
              <a:rPr lang="en-US">
                <a:ea typeface="+mn-lt"/>
                <a:cs typeface="+mn-lt"/>
              </a:rPr>
              <a:t>happen,</a:t>
            </a:r>
            <a:r>
              <a:rPr lang="en-US" dirty="0">
                <a:ea typeface="+mn-lt"/>
                <a:cs typeface="+mn-lt"/>
              </a:rPr>
              <a:t> but you’ll be unprepared.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By identifying risks early, you can plan responses and reduce their impact.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Example: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If a project manager doesn’t check whether a supplier can deliver materials on time (a possible risk), and the supplier later fails to deliver, the whole project may get delayed.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But if the risk had been identified early, the team could have arranged a backup supplier avoiding the problem.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72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76690-F1D1-8574-5515-180F9C8CE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Risk Management</a:t>
            </a:r>
          </a:p>
        </p:txBody>
      </p:sp>
      <p:pic>
        <p:nvPicPr>
          <p:cNvPr id="4" name="Content Placeholder 3" descr="A close-up of a document&#10;&#10;AI-generated content may be incorrect.">
            <a:extLst>
              <a:ext uri="{FF2B5EF4-FFF2-40B4-BE49-F238E27FC236}">
                <a16:creationId xmlns:a16="http://schemas.microsoft.com/office/drawing/2014/main" id="{3FC04E48-2237-3C02-D1FC-BC98D5B64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156" y="1675227"/>
            <a:ext cx="754368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86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F977-CF9A-0AE4-3CF4-45A9024BE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44D97-4DEF-C6DB-A0BE-C00AFA2C8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Project Risk Management</a:t>
            </a:r>
            <a:r>
              <a:rPr lang="en-US" dirty="0">
                <a:ea typeface="+mn-lt"/>
                <a:cs typeface="+mn-lt"/>
              </a:rPr>
              <a:t> is the process of </a:t>
            </a:r>
            <a:r>
              <a:rPr lang="en-US" b="1" dirty="0">
                <a:ea typeface="+mn-lt"/>
                <a:cs typeface="+mn-lt"/>
              </a:rPr>
              <a:t>identifying, analyzing, and responding to uncertainty</a:t>
            </a:r>
            <a:r>
              <a:rPr lang="en-US" dirty="0">
                <a:ea typeface="+mn-lt"/>
                <a:cs typeface="+mn-lt"/>
              </a:rPr>
              <a:t> that can have a </a:t>
            </a:r>
            <a:r>
              <a:rPr lang="en-US" b="1" dirty="0">
                <a:ea typeface="+mn-lt"/>
                <a:cs typeface="+mn-lt"/>
              </a:rPr>
              <a:t>positive or negative effect</a:t>
            </a:r>
            <a:r>
              <a:rPr lang="en-US" dirty="0">
                <a:ea typeface="+mn-lt"/>
                <a:cs typeface="+mn-lt"/>
              </a:rPr>
              <a:t> on one or more project objectives (such as scope, schedule, cost, or quality)</a:t>
            </a:r>
          </a:p>
          <a:p>
            <a:r>
              <a:rPr lang="en-US" dirty="0">
                <a:ea typeface="+mn-lt"/>
                <a:cs typeface="+mn-lt"/>
              </a:rPr>
              <a:t>It’s about </a:t>
            </a:r>
            <a:r>
              <a:rPr lang="en-US" b="1" dirty="0">
                <a:ea typeface="+mn-lt"/>
                <a:cs typeface="+mn-lt"/>
              </a:rPr>
              <a:t>finding what could go wrong (threats)</a:t>
            </a:r>
            <a:r>
              <a:rPr lang="en-US" dirty="0">
                <a:ea typeface="+mn-lt"/>
                <a:cs typeface="+mn-lt"/>
              </a:rPr>
              <a:t> or </a:t>
            </a:r>
            <a:r>
              <a:rPr lang="en-US" b="1" dirty="0">
                <a:ea typeface="+mn-lt"/>
                <a:cs typeface="+mn-lt"/>
              </a:rPr>
              <a:t>what could go right (opportunities)</a:t>
            </a:r>
            <a:r>
              <a:rPr lang="en-US" dirty="0">
                <a:ea typeface="+mn-lt"/>
                <a:cs typeface="+mn-lt"/>
              </a:rPr>
              <a:t> in a project and </a:t>
            </a:r>
            <a:r>
              <a:rPr lang="en-US" b="1" dirty="0">
                <a:ea typeface="+mn-lt"/>
                <a:cs typeface="+mn-lt"/>
              </a:rPr>
              <a:t>planning actions</a:t>
            </a:r>
            <a:r>
              <a:rPr lang="en-US" dirty="0">
                <a:ea typeface="+mn-lt"/>
                <a:cs typeface="+mn-lt"/>
              </a:rPr>
              <a:t> to reduce the bad and increase the good.</a:t>
            </a:r>
          </a:p>
          <a:p>
            <a:r>
              <a:rPr lang="en-US" dirty="0">
                <a:ea typeface="+mn-lt"/>
                <a:cs typeface="+mn-lt"/>
              </a:rPr>
              <a:t>The goal of risk management is to: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Minimize negative risks (threats)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Maximize positive risks (opportunities)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Increase the likelihood of project success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438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ABD6-7CF4-5BF7-AA9E-6C6678631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of 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38617-7F86-A7FA-D887-E7CDFC391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Threats vs Opportunities</a:t>
            </a:r>
          </a:p>
          <a:p>
            <a:r>
              <a:rPr lang="en-US" dirty="0">
                <a:ea typeface="+mn-lt"/>
                <a:cs typeface="+mn-lt"/>
              </a:rPr>
              <a:t>Risk Appetite, Tolerance &amp; Threshold</a:t>
            </a:r>
          </a:p>
          <a:p>
            <a:r>
              <a:rPr lang="en-US" dirty="0"/>
              <a:t>Risk appetite: 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overall willingness</a:t>
            </a:r>
            <a:r>
              <a:rPr lang="en-US" dirty="0">
                <a:ea typeface="+mn-lt"/>
                <a:cs typeface="+mn-lt"/>
              </a:rPr>
              <a:t> to take risk for potential reward.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 startup company may accept high financial risk to achieve big growth.</a:t>
            </a:r>
          </a:p>
          <a:p>
            <a:r>
              <a:rPr lang="en-US" dirty="0">
                <a:ea typeface="+mn-lt"/>
                <a:cs typeface="+mn-lt"/>
              </a:rPr>
              <a:t>Risk Tolerance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range</a:t>
            </a:r>
            <a:r>
              <a:rPr lang="en-US" dirty="0">
                <a:ea typeface="+mn-lt"/>
                <a:cs typeface="+mn-lt"/>
              </a:rPr>
              <a:t> of variation allowed before action is needed.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 project can accept up to </a:t>
            </a:r>
            <a:r>
              <a:rPr lang="en-US" b="1" dirty="0">
                <a:ea typeface="+mn-lt"/>
                <a:cs typeface="+mn-lt"/>
              </a:rPr>
              <a:t>5% cost overrun</a:t>
            </a:r>
            <a:r>
              <a:rPr lang="en-US" dirty="0">
                <a:ea typeface="+mn-lt"/>
                <a:cs typeface="+mn-lt"/>
              </a:rPr>
              <a:t> without worry that’s its tolerance.</a:t>
            </a:r>
          </a:p>
          <a:p>
            <a:r>
              <a:rPr lang="en-US" dirty="0">
                <a:ea typeface="+mn-lt"/>
                <a:cs typeface="+mn-lt"/>
              </a:rPr>
              <a:t>Risk Threshold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exact point</a:t>
            </a:r>
            <a:r>
              <a:rPr lang="en-US" dirty="0">
                <a:ea typeface="+mn-lt"/>
                <a:cs typeface="+mn-lt"/>
              </a:rPr>
              <a:t> beyond which risk is </a:t>
            </a:r>
            <a:r>
              <a:rPr lang="en-US" b="1" dirty="0">
                <a:ea typeface="+mn-lt"/>
                <a:cs typeface="+mn-lt"/>
              </a:rPr>
              <a:t>no longer acceptable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If project cost exceeds </a:t>
            </a:r>
            <a:r>
              <a:rPr lang="en-US" b="1" dirty="0">
                <a:ea typeface="+mn-lt"/>
                <a:cs typeface="+mn-lt"/>
              </a:rPr>
              <a:t>5%</a:t>
            </a:r>
            <a:r>
              <a:rPr lang="en-US" dirty="0">
                <a:ea typeface="+mn-lt"/>
                <a:cs typeface="+mn-lt"/>
              </a:rPr>
              <a:t>, management must take action that’s the threshold.</a:t>
            </a:r>
          </a:p>
          <a:p>
            <a:pPr>
              <a:buFont typeface="Arial"/>
              <a:buChar char="•"/>
            </a:pPr>
            <a:r>
              <a:rPr lang="en-US" dirty="0"/>
              <a:t>Residual Risk</a:t>
            </a:r>
          </a:p>
          <a:p>
            <a:pPr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leftover risk</a:t>
            </a:r>
            <a:r>
              <a:rPr lang="en-US" dirty="0">
                <a:ea typeface="+mn-lt"/>
                <a:cs typeface="+mn-lt"/>
              </a:rPr>
              <a:t> after you take action to reduce it.</a:t>
            </a:r>
          </a:p>
          <a:p>
            <a:pPr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You install a fire alarm (mitigation), but there’s still a </a:t>
            </a:r>
            <a:r>
              <a:rPr lang="en-US" i="1" dirty="0">
                <a:ea typeface="+mn-lt"/>
                <a:cs typeface="+mn-lt"/>
              </a:rPr>
              <a:t>small chance</a:t>
            </a:r>
            <a:r>
              <a:rPr lang="en-US" dirty="0">
                <a:ea typeface="+mn-lt"/>
                <a:cs typeface="+mn-lt"/>
              </a:rPr>
              <a:t> of fire — that remaining chance is residual risk.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Secondary Risk</a:t>
            </a:r>
          </a:p>
          <a:p>
            <a:pPr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new risk</a:t>
            </a:r>
            <a:r>
              <a:rPr lang="en-US" dirty="0">
                <a:ea typeface="+mn-lt"/>
                <a:cs typeface="+mn-lt"/>
              </a:rPr>
              <a:t> created because of your action to fix another risk.</a:t>
            </a:r>
          </a:p>
          <a:p>
            <a:pPr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You install a fire sprinkler system, but now there’s a </a:t>
            </a:r>
            <a:r>
              <a:rPr lang="en-US" i="1" dirty="0">
                <a:ea typeface="+mn-lt"/>
                <a:cs typeface="+mn-lt"/>
              </a:rPr>
              <a:t>risk of water damage</a:t>
            </a:r>
            <a:r>
              <a:rPr lang="en-US" dirty="0">
                <a:ea typeface="+mn-lt"/>
                <a:cs typeface="+mn-lt"/>
              </a:rPr>
              <a:t> — that’s a secondary risk.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5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paper with black text&#10;&#10;AI-generated content may be incorrect.">
            <a:extLst>
              <a:ext uri="{FF2B5EF4-FFF2-40B4-BE49-F238E27FC236}">
                <a16:creationId xmlns:a16="http://schemas.microsoft.com/office/drawing/2014/main" id="{30DCF1B0-C398-050C-C9B5-E343A0796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475393"/>
            <a:ext cx="11658600" cy="445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45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67D6-7744-5EE6-BC87-6DB7B38C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vs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BA93F-8C5E-3E31-8D83-C9070C4B7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/>
              <a:t>Negative Risk (Threat):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An </a:t>
            </a:r>
            <a:r>
              <a:rPr lang="en-US" b="1" dirty="0">
                <a:ea typeface="+mn-lt"/>
                <a:cs typeface="+mn-lt"/>
              </a:rPr>
              <a:t>uncertain event</a:t>
            </a:r>
            <a:r>
              <a:rPr lang="en-US" dirty="0">
                <a:ea typeface="+mn-lt"/>
                <a:cs typeface="+mn-lt"/>
              </a:rPr>
              <a:t> that, if it occurs, will have a </a:t>
            </a:r>
            <a:r>
              <a:rPr lang="en-US" b="1" dirty="0">
                <a:ea typeface="+mn-lt"/>
                <a:cs typeface="+mn-lt"/>
              </a:rPr>
              <a:t>harmful or adverse effect</a:t>
            </a:r>
            <a:r>
              <a:rPr lang="en-US" dirty="0">
                <a:ea typeface="+mn-lt"/>
                <a:cs typeface="+mn-lt"/>
              </a:rPr>
              <a:t> on project objectives (like delay, cost overrun, poor quality).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Nature: </a:t>
            </a:r>
            <a:r>
              <a:rPr lang="en-US" dirty="0">
                <a:ea typeface="+mn-lt"/>
                <a:cs typeface="+mn-lt"/>
              </a:rPr>
              <a:t>Unfavorable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Goal: </a:t>
            </a:r>
            <a:r>
              <a:rPr lang="en-US" b="1" dirty="0">
                <a:ea typeface="+mn-lt"/>
                <a:cs typeface="+mn-lt"/>
              </a:rPr>
              <a:t>Reduce probability or impact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Examples: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Heavy rainfall may delay concrete work.</a:t>
            </a:r>
            <a:endParaRPr lang="en-US" b="1" dirty="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Key developer resigns in the middle of development.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Power failure during an event causes disruptions.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Regulatory changes delay project approval.</a:t>
            </a:r>
          </a:p>
          <a:p>
            <a:r>
              <a:rPr lang="en-US" dirty="0">
                <a:ea typeface="+mn-lt"/>
                <a:cs typeface="+mn-lt"/>
              </a:rPr>
              <a:t>Positive Risk (Opportunity)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An </a:t>
            </a:r>
            <a:r>
              <a:rPr lang="en-US" b="1" dirty="0">
                <a:ea typeface="+mn-lt"/>
                <a:cs typeface="+mn-lt"/>
              </a:rPr>
              <a:t>uncertain event</a:t>
            </a:r>
            <a:r>
              <a:rPr lang="en-US" dirty="0">
                <a:ea typeface="+mn-lt"/>
                <a:cs typeface="+mn-lt"/>
              </a:rPr>
              <a:t> that, if it occurs, will have a </a:t>
            </a:r>
            <a:r>
              <a:rPr lang="en-US" b="1" dirty="0">
                <a:ea typeface="+mn-lt"/>
                <a:cs typeface="+mn-lt"/>
              </a:rPr>
              <a:t>beneficial or favorable effect</a:t>
            </a:r>
            <a:r>
              <a:rPr lang="en-US" dirty="0">
                <a:ea typeface="+mn-lt"/>
                <a:cs typeface="+mn-lt"/>
              </a:rPr>
              <a:t> on project objectives (like cost saving, faster delivery).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Nature: Favorable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Goal: Increase probability or impact</a:t>
            </a:r>
            <a:endParaRPr lang="en-US" b="1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Examples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Early delivery of materials may help complete work before schedule.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New automation tool reduces testing time by 30%.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New government policy supports faster project approval.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249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75773-967A-6C51-8E87-97802A7CE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F665-08C3-4B4C-5E47-A40A3BEF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vs Un-known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5D7DE-DD76-2CDC-9C9D-BF0E0032A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Known Risks (Known–Unknowns)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These are the </a:t>
            </a:r>
            <a:r>
              <a:rPr lang="en-US" b="1" dirty="0">
                <a:ea typeface="+mn-lt"/>
                <a:cs typeface="+mn-lt"/>
              </a:rPr>
              <a:t>risks you are aware of</a:t>
            </a:r>
            <a:r>
              <a:rPr lang="en-US" dirty="0">
                <a:ea typeface="+mn-lt"/>
                <a:cs typeface="+mn-lt"/>
              </a:rPr>
              <a:t> — you can </a:t>
            </a:r>
            <a:r>
              <a:rPr lang="en-US" b="1" dirty="0">
                <a:ea typeface="+mn-lt"/>
                <a:cs typeface="+mn-lt"/>
              </a:rPr>
              <a:t>identify and plan for them</a:t>
            </a:r>
            <a:r>
              <a:rPr lang="en-US" dirty="0">
                <a:ea typeface="+mn-lt"/>
                <a:cs typeface="+mn-lt"/>
              </a:rPr>
              <a:t> in advance.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They are </a:t>
            </a:r>
            <a:r>
              <a:rPr lang="en-US" i="1" dirty="0">
                <a:ea typeface="+mn-lt"/>
                <a:cs typeface="+mn-lt"/>
              </a:rPr>
              <a:t>“known–unknowns”</a:t>
            </a:r>
            <a:r>
              <a:rPr lang="en-US" dirty="0">
                <a:ea typeface="+mn-lt"/>
                <a:cs typeface="+mn-lt"/>
              </a:rPr>
              <a:t> because you </a:t>
            </a:r>
            <a:r>
              <a:rPr lang="en-US" b="1" dirty="0">
                <a:ea typeface="+mn-lt"/>
                <a:cs typeface="+mn-lt"/>
              </a:rPr>
              <a:t>know they exist</a:t>
            </a:r>
            <a:r>
              <a:rPr lang="en-US" dirty="0">
                <a:ea typeface="+mn-lt"/>
                <a:cs typeface="+mn-lt"/>
              </a:rPr>
              <a:t>, but you </a:t>
            </a:r>
            <a:r>
              <a:rPr lang="en-US" b="1" dirty="0">
                <a:ea typeface="+mn-lt"/>
                <a:cs typeface="+mn-lt"/>
              </a:rPr>
              <a:t>don’t know exactly when or how</a:t>
            </a:r>
            <a:r>
              <a:rPr lang="en-US" dirty="0">
                <a:ea typeface="+mn-lt"/>
                <a:cs typeface="+mn-lt"/>
              </a:rPr>
              <a:t> they will occur.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You can </a:t>
            </a:r>
            <a:r>
              <a:rPr lang="en-US" b="1" dirty="0">
                <a:ea typeface="+mn-lt"/>
                <a:cs typeface="+mn-lt"/>
              </a:rPr>
              <a:t>analyze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plan a response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monitor</a:t>
            </a:r>
            <a:r>
              <a:rPr lang="en-US" dirty="0">
                <a:ea typeface="+mn-lt"/>
                <a:cs typeface="+mn-lt"/>
              </a:rPr>
              <a:t> them.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You know </a:t>
            </a:r>
            <a:r>
              <a:rPr lang="en-US" b="1" dirty="0">
                <a:ea typeface="+mn-lt"/>
                <a:cs typeface="+mn-lt"/>
              </a:rPr>
              <a:t>rainy season</a:t>
            </a:r>
            <a:r>
              <a:rPr lang="en-US" dirty="0">
                <a:ea typeface="+mn-lt"/>
                <a:cs typeface="+mn-lt"/>
              </a:rPr>
              <a:t> may delay construction, but you don’t know the exact days.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You know a </a:t>
            </a:r>
            <a:r>
              <a:rPr lang="en-US" b="1" dirty="0">
                <a:ea typeface="+mn-lt"/>
                <a:cs typeface="+mn-lt"/>
              </a:rPr>
              <a:t>server might crash</a:t>
            </a:r>
            <a:r>
              <a:rPr lang="en-US" dirty="0">
                <a:ea typeface="+mn-lt"/>
                <a:cs typeface="+mn-lt"/>
              </a:rPr>
              <a:t> once in a while, so you set up backups.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You know </a:t>
            </a:r>
            <a:r>
              <a:rPr lang="en-US" b="1" dirty="0">
                <a:ea typeface="+mn-lt"/>
                <a:cs typeface="+mn-lt"/>
              </a:rPr>
              <a:t>key staff might leave</a:t>
            </a:r>
            <a:r>
              <a:rPr lang="en-US" dirty="0">
                <a:ea typeface="+mn-lt"/>
                <a:cs typeface="+mn-lt"/>
              </a:rPr>
              <a:t>, so you plan cross-training.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Unknown Risks (Unknown–Unknowns)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These are risks that you </a:t>
            </a:r>
            <a:r>
              <a:rPr lang="en-US" b="1" dirty="0">
                <a:ea typeface="+mn-lt"/>
                <a:cs typeface="+mn-lt"/>
              </a:rPr>
              <a:t>cannot predict or identify in advance</a:t>
            </a:r>
            <a:r>
              <a:rPr lang="en-US" dirty="0">
                <a:ea typeface="+mn-lt"/>
                <a:cs typeface="+mn-lt"/>
              </a:rPr>
              <a:t>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They are </a:t>
            </a:r>
            <a:r>
              <a:rPr lang="en-US" b="1" dirty="0">
                <a:ea typeface="+mn-lt"/>
                <a:cs typeface="+mn-lt"/>
              </a:rPr>
              <a:t>unexpected events</a:t>
            </a:r>
            <a:r>
              <a:rPr lang="en-US" dirty="0">
                <a:ea typeface="+mn-lt"/>
                <a:cs typeface="+mn-lt"/>
              </a:rPr>
              <a:t> that catch the project by surprise.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Since you can’t plan for them directly, you prepare a </a:t>
            </a:r>
            <a:r>
              <a:rPr lang="en-US" b="1" dirty="0">
                <a:ea typeface="+mn-lt"/>
                <a:cs typeface="+mn-lt"/>
              </a:rPr>
              <a:t>contingency reserve</a:t>
            </a:r>
            <a:r>
              <a:rPr lang="en-US" dirty="0">
                <a:ea typeface="+mn-lt"/>
                <a:cs typeface="+mn-lt"/>
              </a:rPr>
              <a:t> or </a:t>
            </a:r>
            <a:r>
              <a:rPr lang="en-US" b="1" dirty="0">
                <a:ea typeface="+mn-lt"/>
                <a:cs typeface="+mn-lt"/>
              </a:rPr>
              <a:t>management reserve</a:t>
            </a:r>
            <a:r>
              <a:rPr lang="en-US" dirty="0">
                <a:ea typeface="+mn-lt"/>
                <a:cs typeface="+mn-lt"/>
              </a:rPr>
              <a:t> to handle them.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Sudden </a:t>
            </a:r>
            <a:r>
              <a:rPr lang="en-US" b="1" dirty="0">
                <a:ea typeface="+mn-lt"/>
                <a:cs typeface="+mn-lt"/>
              </a:rPr>
              <a:t>earthquake</a:t>
            </a:r>
            <a:r>
              <a:rPr lang="en-US" dirty="0">
                <a:ea typeface="+mn-lt"/>
                <a:cs typeface="+mn-lt"/>
              </a:rPr>
              <a:t> damages the project site.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Pandemic (like COVID-19)</a:t>
            </a:r>
            <a:r>
              <a:rPr lang="en-US" dirty="0">
                <a:ea typeface="+mn-lt"/>
                <a:cs typeface="+mn-lt"/>
              </a:rPr>
              <a:t> disrupts all project work.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New government law</a:t>
            </a:r>
            <a:r>
              <a:rPr lang="en-US" dirty="0">
                <a:ea typeface="+mn-lt"/>
                <a:cs typeface="+mn-lt"/>
              </a:rPr>
              <a:t> bans an essential raw material overnight.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422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7D79-DF69-DAC2-0B1A-6F8292B0A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Adverse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35D9-D915-3703-DC46-8C3368DA2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Risk averse</a:t>
            </a:r>
            <a:r>
              <a:rPr lang="en-US" dirty="0">
                <a:ea typeface="+mn-lt"/>
                <a:cs typeface="+mn-lt"/>
              </a:rPr>
              <a:t> describes a </a:t>
            </a:r>
            <a:r>
              <a:rPr lang="en-US" b="1" dirty="0">
                <a:ea typeface="+mn-lt"/>
                <a:cs typeface="+mn-lt"/>
              </a:rPr>
              <a:t>person or organization’s attitude toward taking risks.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A risk-averse</a:t>
            </a:r>
            <a:r>
              <a:rPr lang="en-US" dirty="0">
                <a:ea typeface="+mn-lt"/>
                <a:cs typeface="+mn-lt"/>
              </a:rPr>
              <a:t> stakeholder prefers </a:t>
            </a:r>
            <a:r>
              <a:rPr lang="en-US" b="1" dirty="0">
                <a:ea typeface="+mn-lt"/>
                <a:cs typeface="+mn-lt"/>
              </a:rPr>
              <a:t>safety and predictability</a:t>
            </a:r>
            <a:r>
              <a:rPr lang="en-US" dirty="0">
                <a:ea typeface="+mn-lt"/>
                <a:cs typeface="+mn-lt"/>
              </a:rPr>
              <a:t> — they try to </a:t>
            </a:r>
            <a:r>
              <a:rPr lang="en-US" b="1" dirty="0">
                <a:ea typeface="+mn-lt"/>
                <a:cs typeface="+mn-lt"/>
              </a:rPr>
              <a:t>avoid or minimize risk</a:t>
            </a:r>
            <a:r>
              <a:rPr lang="en-US" dirty="0">
                <a:ea typeface="+mn-lt"/>
                <a:cs typeface="+mn-lt"/>
              </a:rPr>
              <a:t> as much as possible.</a:t>
            </a:r>
          </a:p>
          <a:p>
            <a:r>
              <a:rPr lang="en-US" dirty="0">
                <a:ea typeface="+mn-lt"/>
                <a:cs typeface="+mn-lt"/>
              </a:rPr>
              <a:t>They often choose </a:t>
            </a:r>
            <a:r>
              <a:rPr lang="en-US" b="1" dirty="0">
                <a:ea typeface="+mn-lt"/>
                <a:cs typeface="+mn-lt"/>
              </a:rPr>
              <a:t>low-risk, steady outcomes</a:t>
            </a:r>
            <a:r>
              <a:rPr lang="en-US" dirty="0">
                <a:ea typeface="+mn-lt"/>
                <a:cs typeface="+mn-lt"/>
              </a:rPr>
              <a:t> even if it means smaller rewards.</a:t>
            </a:r>
          </a:p>
          <a:p>
            <a:r>
              <a:rPr lang="en-US" dirty="0">
                <a:ea typeface="+mn-lt"/>
                <a:cs typeface="+mn-lt"/>
              </a:rPr>
              <a:t>A company rejects a new technology because it’s untested (too risky).</a:t>
            </a:r>
          </a:p>
          <a:p>
            <a:r>
              <a:rPr lang="en-US" dirty="0">
                <a:ea typeface="+mn-lt"/>
                <a:cs typeface="+mn-lt"/>
              </a:rPr>
              <a:t>A project manager insists on </a:t>
            </a:r>
            <a:r>
              <a:rPr lang="en-US" b="1" dirty="0">
                <a:ea typeface="+mn-lt"/>
                <a:cs typeface="+mn-lt"/>
              </a:rPr>
              <a:t>thorough testing</a:t>
            </a:r>
            <a:r>
              <a:rPr lang="en-US" dirty="0">
                <a:ea typeface="+mn-lt"/>
                <a:cs typeface="+mn-lt"/>
              </a:rPr>
              <a:t> before release, even if it delays delivery.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An investor prefers </a:t>
            </a:r>
            <a:r>
              <a:rPr lang="en-US" b="1" dirty="0">
                <a:ea typeface="+mn-lt"/>
                <a:cs typeface="+mn-lt"/>
              </a:rPr>
              <a:t>fixed deposits</a:t>
            </a:r>
            <a:r>
              <a:rPr lang="en-US" dirty="0">
                <a:ea typeface="+mn-lt"/>
                <a:cs typeface="+mn-lt"/>
              </a:rPr>
              <a:t> over </a:t>
            </a:r>
            <a:r>
              <a:rPr lang="en-US" b="1" dirty="0">
                <a:ea typeface="+mn-lt"/>
                <a:cs typeface="+mn-lt"/>
              </a:rPr>
              <a:t>stock market</a:t>
            </a:r>
            <a:r>
              <a:rPr lang="en-US" dirty="0">
                <a:ea typeface="+mn-lt"/>
                <a:cs typeface="+mn-lt"/>
              </a:rPr>
              <a:t> investments.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Known risks</a:t>
            </a:r>
            <a:r>
              <a:rPr lang="en-US" dirty="0">
                <a:ea typeface="+mn-lt"/>
                <a:cs typeface="+mn-lt"/>
              </a:rPr>
              <a:t> → You can </a:t>
            </a:r>
            <a:r>
              <a:rPr lang="en-US" b="1" dirty="0">
                <a:ea typeface="+mn-lt"/>
                <a:cs typeface="+mn-lt"/>
              </a:rPr>
              <a:t>see and prepare</a:t>
            </a:r>
            <a:r>
              <a:rPr lang="en-US" dirty="0">
                <a:ea typeface="+mn-lt"/>
                <a:cs typeface="+mn-lt"/>
              </a:rPr>
              <a:t> for them.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Unknown risks</a:t>
            </a:r>
            <a:r>
              <a:rPr lang="en-US" dirty="0">
                <a:ea typeface="+mn-lt"/>
                <a:cs typeface="+mn-lt"/>
              </a:rPr>
              <a:t> → You </a:t>
            </a:r>
            <a:r>
              <a:rPr lang="en-US" b="1" dirty="0">
                <a:ea typeface="+mn-lt"/>
                <a:cs typeface="+mn-lt"/>
              </a:rPr>
              <a:t>don’t see them coming</a:t>
            </a:r>
            <a:r>
              <a:rPr lang="en-US" dirty="0">
                <a:ea typeface="+mn-lt"/>
                <a:cs typeface="+mn-lt"/>
              </a:rPr>
              <a:t>, so you </a:t>
            </a:r>
            <a:r>
              <a:rPr lang="en-US" b="1" dirty="0">
                <a:ea typeface="+mn-lt"/>
                <a:cs typeface="+mn-lt"/>
              </a:rPr>
              <a:t>keep a backup reserve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Risk averse</a:t>
            </a:r>
            <a:r>
              <a:rPr lang="en-US" dirty="0">
                <a:ea typeface="+mn-lt"/>
                <a:cs typeface="+mn-lt"/>
              </a:rPr>
              <a:t> → You </a:t>
            </a:r>
            <a:r>
              <a:rPr lang="en-US" b="1" dirty="0">
                <a:ea typeface="+mn-lt"/>
                <a:cs typeface="+mn-lt"/>
              </a:rPr>
              <a:t>avoid risk</a:t>
            </a:r>
            <a:r>
              <a:rPr lang="en-US" dirty="0">
                <a:ea typeface="+mn-lt"/>
                <a:cs typeface="+mn-lt"/>
              </a:rPr>
              <a:t> whenever possible.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7535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17983-1E12-7ED5-64BD-542511E52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Risk Management Steps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F7AC20A6-DDD2-2B1E-0A3D-26910EC30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08790"/>
            <a:ext cx="6780700" cy="52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39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project management&#10;&#10;AI-generated content may be incorrect.">
            <a:extLst>
              <a:ext uri="{FF2B5EF4-FFF2-40B4-BE49-F238E27FC236}">
                <a16:creationId xmlns:a16="http://schemas.microsoft.com/office/drawing/2014/main" id="{16BE1552-97C1-A2D8-29CC-F77F65554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8062" y="643466"/>
            <a:ext cx="615587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30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C0DB8-3FC3-12EA-E86E-8E4F61E46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Plan 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477FE-82A7-2615-5251-C7A766FF4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>
                <a:ea typeface="+mn-lt"/>
                <a:cs typeface="+mn-lt"/>
              </a:rPr>
              <a:t>Decide </a:t>
            </a:r>
            <a:r>
              <a:rPr lang="en-US" sz="1600" b="1">
                <a:ea typeface="+mn-lt"/>
                <a:cs typeface="+mn-lt"/>
              </a:rPr>
              <a:t>how you will manage risks</a:t>
            </a:r>
            <a:r>
              <a:rPr lang="en-US" sz="1600">
                <a:ea typeface="+mn-lt"/>
                <a:cs typeface="+mn-lt"/>
              </a:rPr>
              <a:t> in your project.</a:t>
            </a:r>
          </a:p>
          <a:p>
            <a:r>
              <a:rPr lang="en-US" sz="1600">
                <a:ea typeface="+mn-lt"/>
                <a:cs typeface="+mn-lt"/>
              </a:rPr>
              <a:t>It’s like creating a “rulebook” for risk management who will do what, when, and how.</a:t>
            </a:r>
          </a:p>
          <a:p>
            <a:r>
              <a:rPr lang="en-US" sz="1600">
                <a:ea typeface="+mn-lt"/>
                <a:cs typeface="+mn-lt"/>
              </a:rPr>
              <a:t>Review project documents and goals.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Decide methods and tools to identify, analyze, and monitor risks.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Create a </a:t>
            </a:r>
            <a:r>
              <a:rPr lang="en-US" sz="1600" b="1">
                <a:ea typeface="+mn-lt"/>
                <a:cs typeface="+mn-lt"/>
              </a:rPr>
              <a:t>Risk Management Plan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In a </a:t>
            </a:r>
            <a:r>
              <a:rPr lang="en-US" sz="1600" b="1">
                <a:ea typeface="+mn-lt"/>
                <a:cs typeface="+mn-lt"/>
              </a:rPr>
              <a:t>software project</a:t>
            </a:r>
            <a:r>
              <a:rPr lang="en-US" sz="1600">
                <a:ea typeface="+mn-lt"/>
                <a:cs typeface="+mn-lt"/>
              </a:rPr>
              <a:t>, the project manager decides that the team will:</a:t>
            </a:r>
            <a:endParaRPr lang="en-US" sz="160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Identify risks during weekly meetings,</a:t>
            </a:r>
            <a:endParaRPr lang="en-US" sz="160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Use a “Risk Register” to record risks,</a:t>
            </a:r>
            <a:endParaRPr lang="en-US" sz="160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Review risks in every sprint.</a:t>
            </a:r>
            <a:endParaRPr lang="en-US" sz="1600"/>
          </a:p>
          <a:p>
            <a:endParaRPr lang="en-US" sz="1600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FC8BA32-BAC1-4A48-B97B-EA5B87065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536136"/>
            <a:ext cx="4788505" cy="1053471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65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0F8C0-8DA1-A98E-0A39-094496823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 Risk </a:t>
            </a:r>
            <a:r>
              <a:rPr lang="en-US" sz="3200" dirty="0">
                <a:solidFill>
                  <a:schemeClr val="bg1"/>
                </a:solidFill>
              </a:rPr>
              <a:t>Management</a:t>
            </a:r>
            <a:endParaRPr lang="en-US" sz="3200" kern="1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Content Placeholder 3" descr="A close-up of a diagram&#10;&#10;AI-generated content may be incorrect.">
            <a:extLst>
              <a:ext uri="{FF2B5EF4-FFF2-40B4-BE49-F238E27FC236}">
                <a16:creationId xmlns:a16="http://schemas.microsoft.com/office/drawing/2014/main" id="{713B79E2-5FB0-E6E6-C70F-EFC932D38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6323" y="1675227"/>
            <a:ext cx="939935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25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E520D-F76A-8544-09E5-D87D97F3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 Risk Management</a:t>
            </a:r>
          </a:p>
        </p:txBody>
      </p:sp>
      <p:pic>
        <p:nvPicPr>
          <p:cNvPr id="4" name="Content Placeholder 3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4DD0F58C-D0B7-2CFD-25F0-7186EBA4CC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532" y="1675227"/>
            <a:ext cx="971093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54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429BC-676C-7279-ADDF-34819B9F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Risk Management</a:t>
            </a:r>
          </a:p>
        </p:txBody>
      </p:sp>
      <p:pic>
        <p:nvPicPr>
          <p:cNvPr id="4" name="Content Placeholder 3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6C292846-987F-9C9F-7F17-920FF06C7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71542"/>
            <a:ext cx="6780700" cy="471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38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932F-1AAC-FE50-4808-D4B9B04E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Breakdown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46EC2-5BFF-A36B-72E5-6A0E85053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Risk Breakdown Structure (RBS)</a:t>
            </a:r>
            <a:r>
              <a:rPr lang="en-US" dirty="0">
                <a:ea typeface="+mn-lt"/>
                <a:cs typeface="+mn-lt"/>
              </a:rPr>
              <a:t> is a </a:t>
            </a:r>
            <a:r>
              <a:rPr lang="en-US" b="1" dirty="0">
                <a:ea typeface="+mn-lt"/>
                <a:cs typeface="+mn-lt"/>
              </a:rPr>
              <a:t>hierarchical representation</a:t>
            </a:r>
            <a:r>
              <a:rPr lang="en-US" dirty="0">
                <a:ea typeface="+mn-lt"/>
                <a:cs typeface="+mn-lt"/>
              </a:rPr>
              <a:t> of project risks, arranged by </a:t>
            </a:r>
            <a:r>
              <a:rPr lang="en-US" b="1" dirty="0">
                <a:ea typeface="+mn-lt"/>
                <a:cs typeface="+mn-lt"/>
              </a:rPr>
              <a:t>categories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subcategories</a:t>
            </a:r>
            <a:r>
              <a:rPr lang="en-US" dirty="0">
                <a:ea typeface="+mn-lt"/>
                <a:cs typeface="+mn-lt"/>
              </a:rPr>
              <a:t>, showing the sources from which risks may arise.</a:t>
            </a:r>
          </a:p>
          <a:p>
            <a:r>
              <a:rPr lang="en-US" dirty="0">
                <a:ea typeface="+mn-lt"/>
                <a:cs typeface="+mn-lt"/>
              </a:rPr>
              <a:t>It helps project teams to </a:t>
            </a:r>
            <a:r>
              <a:rPr lang="en-US" b="1" dirty="0">
                <a:ea typeface="+mn-lt"/>
                <a:cs typeface="+mn-lt"/>
              </a:rPr>
              <a:t>systematically identify, categorize, and manage risks</a:t>
            </a:r>
            <a:r>
              <a:rPr lang="en-US" dirty="0">
                <a:ea typeface="+mn-lt"/>
                <a:cs typeface="+mn-lt"/>
              </a:rPr>
              <a:t> throughout the project lifecycle.</a:t>
            </a:r>
          </a:p>
          <a:p>
            <a:r>
              <a:rPr lang="en-US" dirty="0">
                <a:ea typeface="+mn-lt"/>
                <a:cs typeface="+mn-lt"/>
              </a:rPr>
              <a:t>RBS is like a family tree of risks — showing where risks come from and how they are related.</a:t>
            </a:r>
          </a:p>
          <a:p>
            <a:r>
              <a:rPr lang="en-US" b="1" dirty="0"/>
              <a:t>Purpose of RBS</a:t>
            </a:r>
            <a:endParaRPr lang="en-US" dirty="0"/>
          </a:p>
          <a:p>
            <a:pPr lvl="1" indent="-285750">
              <a:spcBef>
                <a:spcPts val="1000"/>
              </a:spcBef>
              <a:buFont typeface="Arial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To ensure </a:t>
            </a:r>
            <a:r>
              <a:rPr lang="en-US" b="1" dirty="0">
                <a:ea typeface="+mn-lt"/>
                <a:cs typeface="+mn-lt"/>
              </a:rPr>
              <a:t>no potential risk source is missed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To </a:t>
            </a:r>
            <a:r>
              <a:rPr lang="en-US" b="1" dirty="0">
                <a:ea typeface="+mn-lt"/>
                <a:cs typeface="+mn-lt"/>
              </a:rPr>
              <a:t>organize risks</a:t>
            </a:r>
            <a:r>
              <a:rPr lang="en-US" dirty="0">
                <a:ea typeface="+mn-lt"/>
                <a:cs typeface="+mn-lt"/>
              </a:rPr>
              <a:t> for better understanding and reporting.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To help in </a:t>
            </a:r>
            <a:r>
              <a:rPr lang="en-US" b="1" dirty="0">
                <a:ea typeface="+mn-lt"/>
                <a:cs typeface="+mn-lt"/>
              </a:rPr>
              <a:t>risk identification, analysis, and response planning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To </a:t>
            </a:r>
            <a:r>
              <a:rPr lang="en-US" b="1" dirty="0">
                <a:ea typeface="+mn-lt"/>
                <a:cs typeface="+mn-lt"/>
              </a:rPr>
              <a:t>prioritize risks</a:t>
            </a:r>
            <a:r>
              <a:rPr lang="en-US" dirty="0">
                <a:ea typeface="+mn-lt"/>
                <a:cs typeface="+mn-lt"/>
              </a:rPr>
              <a:t> by categories (e.g., technical, external, organizational).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863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83A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7DB76-ADF8-9E98-30FA-7FF10F32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RBS</a:t>
            </a:r>
          </a:p>
        </p:txBody>
      </p:sp>
      <p:pic>
        <p:nvPicPr>
          <p:cNvPr id="4" name="Content Placeholder 3" descr="A chart with text on it&#10;&#10;AI-generated content may be incorrect.">
            <a:extLst>
              <a:ext uri="{FF2B5EF4-FFF2-40B4-BE49-F238E27FC236}">
                <a16:creationId xmlns:a16="http://schemas.microsoft.com/office/drawing/2014/main" id="{DA685917-9450-EC0B-3CA6-5871BD4B4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64185"/>
            <a:ext cx="7188199" cy="472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82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A265-541D-C91F-44A0-72BA9945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6AEB3-F9DE-0B57-6947-B5AABDA87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1. Technical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1.1 Requirements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Incomplete requirements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Changing user needs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1.2 Technology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New/unproven technology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Integration issues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1.3 Quality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Insufficient testing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Defect leakage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690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620B-A084-F183-6DC1-1F29038B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1CFFB-B088-904A-DF3C-D42AD3746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2. Project Management Risks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 2.1 Schedule Risks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      - Unclear timeline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      - Unrealistic deadlines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 2.2 Cost Risks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      - Budget overrun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      - Scope creep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 2.3 Resource Risks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      - Key staff leaving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       - Inadequate team skills</a:t>
            </a:r>
          </a:p>
        </p:txBody>
      </p:sp>
    </p:spTree>
    <p:extLst>
      <p:ext uri="{BB962C8B-B14F-4D97-AF65-F5344CB8AC3E}">
        <p14:creationId xmlns:p14="http://schemas.microsoft.com/office/powerpoint/2010/main" val="149300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2EC0-3E4A-3F1B-0F91-46AFE22F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1A4E7-085B-D309-4D49-FD42F6055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3. Organizational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3.1 Stakeholder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Conflicting interests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Lack of stakeholder engagement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3.2 Communication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Miscommunication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Delayed feedback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297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94122-4359-97A7-EDD3-7DE6C650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E0A78-5D42-BD77-3F9C-B44548B84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4. External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4.1 Regulatory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Change in government regulations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4.2 Environmental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Natural disasters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   4.3 Market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Competitor innovation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- Customer preference change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390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0D268-3E40-D7BD-6669-3997407C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39520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Probability and Impact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2E46CCA5-B312-3203-5AD2-CEE18F8E57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1073" y="496960"/>
            <a:ext cx="7256796" cy="339255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650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46701-EF50-C51A-11CD-96475525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dirty="0"/>
              <a:t>Identify Risks</a:t>
            </a:r>
          </a:p>
        </p:txBody>
      </p:sp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52A7803E-0A16-E086-FA19-2A93858B9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568" y="553454"/>
            <a:ext cx="9318033" cy="2469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2AD1F-CF80-3BC4-A673-44BC215B9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100">
                <a:ea typeface="+mn-lt"/>
                <a:cs typeface="+mn-lt"/>
              </a:rPr>
              <a:t>Risk identification is the process of </a:t>
            </a:r>
            <a:r>
              <a:rPr lang="en-US" sz="1100" b="1">
                <a:ea typeface="+mn-lt"/>
                <a:cs typeface="+mn-lt"/>
              </a:rPr>
              <a:t>determining which risks may affect the project and documenting their characteristics</a:t>
            </a:r>
            <a:r>
              <a:rPr lang="en-US" sz="1100">
                <a:ea typeface="+mn-lt"/>
                <a:cs typeface="+mn-lt"/>
              </a:rPr>
              <a:t>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Includes </a:t>
            </a:r>
            <a:r>
              <a:rPr lang="en-US" sz="1100" b="1">
                <a:ea typeface="+mn-lt"/>
                <a:cs typeface="+mn-lt"/>
              </a:rPr>
              <a:t>threats</a:t>
            </a:r>
            <a:r>
              <a:rPr lang="en-US" sz="1100">
                <a:ea typeface="+mn-lt"/>
                <a:cs typeface="+mn-lt"/>
              </a:rPr>
              <a:t> (negative risks) and </a:t>
            </a:r>
            <a:r>
              <a:rPr lang="en-US" sz="1100" b="1">
                <a:ea typeface="+mn-lt"/>
                <a:cs typeface="+mn-lt"/>
              </a:rPr>
              <a:t>opportunities</a:t>
            </a:r>
            <a:r>
              <a:rPr lang="en-US" sz="1100">
                <a:ea typeface="+mn-lt"/>
                <a:cs typeface="+mn-lt"/>
              </a:rPr>
              <a:t> (positive risks).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Helps ensure the project team </a:t>
            </a:r>
            <a:r>
              <a:rPr lang="en-US" sz="1100" b="1">
                <a:ea typeface="+mn-lt"/>
                <a:cs typeface="+mn-lt"/>
              </a:rPr>
              <a:t>understands uncertainties</a:t>
            </a:r>
            <a:r>
              <a:rPr lang="en-US" sz="1100">
                <a:ea typeface="+mn-lt"/>
                <a:cs typeface="+mn-lt"/>
              </a:rPr>
              <a:t> early and can plan responses proactively.</a:t>
            </a:r>
            <a:endParaRPr lang="en-US" sz="1100"/>
          </a:p>
          <a:p>
            <a:r>
              <a:rPr lang="en-US" sz="1100" b="1"/>
              <a:t>Objectives of Risk Identification</a:t>
            </a:r>
            <a:endParaRPr lang="en-US" sz="1100">
              <a:ea typeface="+mn-lt"/>
              <a:cs typeface="+mn-lt"/>
            </a:endParaRP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Detect potential events or conditions that can impact project objectives (scope, schedule, cost, quality, benefits).</a:t>
            </a:r>
            <a:endParaRPr lang="en-US" sz="110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Document the risks in a </a:t>
            </a:r>
            <a:r>
              <a:rPr lang="en-US" sz="1100" b="1">
                <a:ea typeface="+mn-lt"/>
                <a:cs typeface="+mn-lt"/>
              </a:rPr>
              <a:t>Risk Register</a:t>
            </a:r>
            <a:r>
              <a:rPr lang="en-US" sz="1100">
                <a:ea typeface="+mn-lt"/>
                <a:cs typeface="+mn-lt"/>
              </a:rPr>
              <a:t> (or similar log).</a:t>
            </a:r>
            <a:endParaRPr lang="en-US" sz="110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Identify </a:t>
            </a:r>
            <a:r>
              <a:rPr lang="en-US" sz="1100" b="1">
                <a:ea typeface="+mn-lt"/>
                <a:cs typeface="+mn-lt"/>
              </a:rPr>
              <a:t>causes and triggers</a:t>
            </a:r>
            <a:r>
              <a:rPr lang="en-US" sz="1100">
                <a:ea typeface="+mn-lt"/>
                <a:cs typeface="+mn-lt"/>
              </a:rPr>
              <a:t> for each risk.</a:t>
            </a:r>
            <a:endParaRPr lang="en-US" sz="110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Ensure risks are </a:t>
            </a:r>
            <a:r>
              <a:rPr lang="en-US" sz="1100" b="1">
                <a:ea typeface="+mn-lt"/>
                <a:cs typeface="+mn-lt"/>
              </a:rPr>
              <a:t>shared with stakeholders</a:t>
            </a:r>
            <a:r>
              <a:rPr lang="en-US" sz="1100">
                <a:ea typeface="+mn-lt"/>
                <a:cs typeface="+mn-lt"/>
              </a:rPr>
              <a:t> for awareness and accountability.</a:t>
            </a:r>
            <a:endParaRPr lang="en-US" sz="1100"/>
          </a:p>
          <a:p>
            <a:endParaRPr lang="en-US" sz="11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7582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14B65-15AC-506E-4EA0-80F9984F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15084-7649-D07B-721C-93FEF01C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4C8FE-A2B8-796C-6A8A-946A464D0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Key Inputs</a:t>
            </a:r>
            <a:endParaRPr lang="en-US" dirty="0">
              <a:ea typeface="+mn-lt"/>
              <a:cs typeface="+mn-lt"/>
            </a:endParaRP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Project Charter &amp; Project Management Plan</a:t>
            </a:r>
            <a:r>
              <a:rPr lang="en-US" dirty="0">
                <a:ea typeface="+mn-lt"/>
                <a:cs typeface="+mn-lt"/>
              </a:rPr>
              <a:t> – for context and assumptions.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Assumptions and constraints</a:t>
            </a:r>
            <a:r>
              <a:rPr lang="en-US" dirty="0">
                <a:ea typeface="+mn-lt"/>
                <a:cs typeface="+mn-lt"/>
              </a:rPr>
              <a:t> – potential sources of uncertainty.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Historical information / Lessons learned</a:t>
            </a:r>
            <a:r>
              <a:rPr lang="en-US" dirty="0">
                <a:ea typeface="+mn-lt"/>
                <a:cs typeface="+mn-lt"/>
              </a:rPr>
              <a:t> – from previous projects.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Stakeholder inputs</a:t>
            </a:r>
            <a:r>
              <a:rPr lang="en-US" dirty="0">
                <a:ea typeface="+mn-lt"/>
                <a:cs typeface="+mn-lt"/>
              </a:rPr>
              <a:t> – experience and insights.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Environmental factors</a:t>
            </a:r>
            <a:r>
              <a:rPr lang="en-US" dirty="0">
                <a:ea typeface="+mn-lt"/>
                <a:cs typeface="+mn-lt"/>
              </a:rPr>
              <a:t> – market, regulatory, technological, cultural factors.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1395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52D942-6B5F-D287-6FCC-F14ABB82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Identify Risks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F7D1BD-9CF2-361F-1266-D263A28E9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980" y="1966293"/>
            <a:ext cx="908603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28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4331C-0619-E30E-960E-B0EBBA62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Identify Risks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84BCE33C-875E-AB98-3DDC-37E3E553B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9942" y="640080"/>
            <a:ext cx="6343324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32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8883-52EA-900A-2E55-B99AF89DF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F1B-5BD9-A59C-7067-E32A1E299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>
                <a:solidFill>
                  <a:srgbClr val="6A6B6C"/>
                </a:solidFill>
                <a:ea typeface="+mn-lt"/>
                <a:cs typeface="+mn-lt"/>
              </a:rPr>
              <a:t>Delphi technique</a:t>
            </a:r>
            <a:endParaRPr lang="en-US"/>
          </a:p>
          <a:p>
            <a:pPr lvl="1"/>
            <a:r>
              <a:rPr lang="en-US" sz="1400">
                <a:solidFill>
                  <a:srgbClr val="6A6B6C"/>
                </a:solidFill>
                <a:ea typeface="+mn-lt"/>
                <a:cs typeface="+mn-lt"/>
              </a:rPr>
              <a:t>A request for information is sent to all experts, their responses are compiled, and the results are sent back to them for further review until consensus is reached</a:t>
            </a:r>
            <a:endParaRPr lang="en-US"/>
          </a:p>
          <a:p>
            <a:r>
              <a:rPr lang="en-US" sz="1400" b="1" dirty="0">
                <a:solidFill>
                  <a:srgbClr val="6A6B6C"/>
                </a:solidFill>
                <a:ea typeface="+mn-lt"/>
                <a:cs typeface="+mn-lt"/>
              </a:rPr>
              <a:t>SWOT analysis</a:t>
            </a:r>
            <a:endParaRPr lang="en-US" dirty="0"/>
          </a:p>
          <a:p>
            <a:pPr lvl="1"/>
            <a:r>
              <a:rPr lang="en-US" sz="1400" dirty="0">
                <a:solidFill>
                  <a:srgbClr val="6A6B6C"/>
                </a:solidFill>
                <a:ea typeface="+mn-lt"/>
                <a:cs typeface="+mn-lt"/>
              </a:rPr>
              <a:t>This analysis identifies the project’s strengths and weaknesses (internal) as well as opportunities and threats (external)</a:t>
            </a:r>
            <a:endParaRPr lang="en-US" dirty="0"/>
          </a:p>
          <a:p>
            <a:r>
              <a:rPr lang="en-US" sz="1400" b="1" dirty="0">
                <a:solidFill>
                  <a:srgbClr val="6A6B6C"/>
                </a:solidFill>
                <a:ea typeface="+mn-lt"/>
                <a:cs typeface="+mn-lt"/>
              </a:rPr>
              <a:t>Checklist analysis</a:t>
            </a:r>
            <a:endParaRPr lang="en-US" dirty="0"/>
          </a:p>
          <a:p>
            <a:pPr lvl="1"/>
            <a:r>
              <a:rPr lang="en-US" sz="1400" dirty="0">
                <a:solidFill>
                  <a:srgbClr val="6A6B6C"/>
                </a:solidFill>
                <a:ea typeface="+mn-lt"/>
                <a:cs typeface="+mn-lt"/>
              </a:rPr>
              <a:t>Based on historical information</a:t>
            </a:r>
            <a:endParaRPr lang="en-US" dirty="0"/>
          </a:p>
          <a:p>
            <a:pPr lvl="1"/>
            <a:r>
              <a:rPr lang="en-US" sz="1400" dirty="0">
                <a:solidFill>
                  <a:srgbClr val="6A6B6C"/>
                </a:solidFill>
                <a:ea typeface="+mn-lt"/>
                <a:cs typeface="+mn-lt"/>
              </a:rPr>
              <a:t>The lowest level of RBS(risk breakdown structure) can also be used as a risk checklist</a:t>
            </a:r>
            <a:endParaRPr lang="en-US" dirty="0"/>
          </a:p>
          <a:p>
            <a:pPr lvl="1"/>
            <a:r>
              <a:rPr lang="en-US" sz="1400" dirty="0">
                <a:solidFill>
                  <a:srgbClr val="6A6B6C"/>
                </a:solidFill>
                <a:ea typeface="+mn-lt"/>
                <a:cs typeface="+mn-lt"/>
              </a:rPr>
              <a:t>The checklist is used to help identify specific risks within each category</a:t>
            </a:r>
            <a:endParaRPr lang="en-US" dirty="0"/>
          </a:p>
          <a:p>
            <a:r>
              <a:rPr lang="en-US" sz="1400" b="1" dirty="0">
                <a:solidFill>
                  <a:srgbClr val="6A6B6C"/>
                </a:solidFill>
                <a:ea typeface="+mn-lt"/>
                <a:cs typeface="+mn-lt"/>
              </a:rPr>
              <a:t>Assumptions analysis</a:t>
            </a:r>
            <a:endParaRPr lang="en-US" dirty="0"/>
          </a:p>
          <a:p>
            <a:pPr lvl="1"/>
            <a:r>
              <a:rPr lang="en-US" sz="1400" dirty="0">
                <a:solidFill>
                  <a:srgbClr val="6A6B6C"/>
                </a:solidFill>
                <a:ea typeface="+mn-lt"/>
                <a:cs typeface="+mn-lt"/>
              </a:rPr>
              <a:t>Analyzing what assumptions have been made on the project may lead to the identification of risks</a:t>
            </a:r>
            <a:endParaRPr lang="en-US" dirty="0"/>
          </a:p>
          <a:p>
            <a:r>
              <a:rPr lang="en-US" sz="1400" b="1" dirty="0">
                <a:solidFill>
                  <a:srgbClr val="6A6B6C"/>
                </a:solidFill>
                <a:ea typeface="+mn-lt"/>
                <a:cs typeface="+mn-lt"/>
              </a:rPr>
              <a:t>Diagramming techniques</a:t>
            </a:r>
            <a:endParaRPr lang="en-US" dirty="0"/>
          </a:p>
          <a:p>
            <a:pPr lvl="1"/>
            <a:r>
              <a:rPr lang="en-US" sz="1400" dirty="0">
                <a:solidFill>
                  <a:srgbClr val="6A6B6C"/>
                </a:solidFill>
                <a:ea typeface="+mn-lt"/>
                <a:cs typeface="+mn-lt"/>
              </a:rPr>
              <a:t>Cause and effect diagrams (Ishikawa )</a:t>
            </a:r>
            <a:endParaRPr lang="en-US" dirty="0"/>
          </a:p>
          <a:p>
            <a:pPr lvl="1"/>
            <a:r>
              <a:rPr lang="en-US" sz="1400" dirty="0">
                <a:solidFill>
                  <a:srgbClr val="6A6B6C"/>
                </a:solidFill>
                <a:ea typeface="+mn-lt"/>
                <a:cs typeface="+mn-lt"/>
              </a:rPr>
              <a:t>System or process flow charts</a:t>
            </a:r>
            <a:endParaRPr lang="en-US" dirty="0"/>
          </a:p>
          <a:p>
            <a:pPr lvl="1"/>
            <a:r>
              <a:rPr lang="en-US" sz="1400" dirty="0">
                <a:solidFill>
                  <a:srgbClr val="6A6B6C"/>
                </a:solidFill>
                <a:ea typeface="+mn-lt"/>
                <a:cs typeface="+mn-lt"/>
              </a:rPr>
              <a:t>Influence diagrams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049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ED31-9AD5-F0E0-02F8-3DDB48D1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68228-D86A-65BD-1A2E-86E522F18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SWOT Analysis for Risk Identification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SWOT</a:t>
            </a:r>
            <a:r>
              <a:rPr lang="en-US" dirty="0">
                <a:ea typeface="+mn-lt"/>
                <a:cs typeface="+mn-lt"/>
              </a:rPr>
              <a:t> stands for: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</a:t>
            </a:r>
            <a:r>
              <a:rPr lang="en-US" dirty="0">
                <a:ea typeface="+mn-lt"/>
                <a:cs typeface="+mn-lt"/>
              </a:rPr>
              <a:t> – Strengths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W</a:t>
            </a:r>
            <a:r>
              <a:rPr lang="en-US" dirty="0">
                <a:ea typeface="+mn-lt"/>
                <a:cs typeface="+mn-lt"/>
              </a:rPr>
              <a:t> – Weaknesses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</a:t>
            </a:r>
            <a:r>
              <a:rPr lang="en-US" dirty="0">
                <a:ea typeface="+mn-lt"/>
                <a:cs typeface="+mn-lt"/>
              </a:rPr>
              <a:t> – Opportunities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T</a:t>
            </a:r>
            <a:r>
              <a:rPr lang="en-US" dirty="0">
                <a:ea typeface="+mn-lt"/>
                <a:cs typeface="+mn-lt"/>
              </a:rPr>
              <a:t> – Threats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SWOT is a </a:t>
            </a:r>
            <a:r>
              <a:rPr lang="en-US" b="1" dirty="0">
                <a:ea typeface="+mn-lt"/>
                <a:cs typeface="+mn-lt"/>
              </a:rPr>
              <a:t>structured brainstorming tool</a:t>
            </a:r>
            <a:r>
              <a:rPr lang="en-US" dirty="0">
                <a:ea typeface="+mn-lt"/>
                <a:cs typeface="+mn-lt"/>
              </a:rPr>
              <a:t> that helps project teams identify risks (both negative and positive) by analyzing </a:t>
            </a:r>
            <a:r>
              <a:rPr lang="en-US" b="1" dirty="0">
                <a:ea typeface="+mn-lt"/>
                <a:cs typeface="+mn-lt"/>
              </a:rPr>
              <a:t>internal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external</a:t>
            </a:r>
            <a:r>
              <a:rPr lang="en-US" dirty="0">
                <a:ea typeface="+mn-lt"/>
                <a:cs typeface="+mn-lt"/>
              </a:rPr>
              <a:t> factors.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96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A6FE6-DA8A-6673-E238-E5EB8E28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/>
              <a:t>Identify Risks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41CCF-B735-5442-8C6C-D6135057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/>
              <a:t>1. Strengths (S)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Internal factors that help achieve project objectives.</a:t>
            </a:r>
            <a:endParaRPr lang="en-US" sz="2000" dirty="0"/>
          </a:p>
          <a:p>
            <a:r>
              <a:rPr lang="en-US" sz="2000">
                <a:ea typeface="+mn-lt"/>
                <a:cs typeface="+mn-lt"/>
              </a:rPr>
              <a:t>Usually considered </a:t>
            </a:r>
            <a:r>
              <a:rPr lang="en-US" sz="2000" b="1">
                <a:ea typeface="+mn-lt"/>
                <a:cs typeface="+mn-lt"/>
              </a:rPr>
              <a:t>positive</a:t>
            </a:r>
            <a:r>
              <a:rPr lang="en-US" sz="2000">
                <a:ea typeface="+mn-lt"/>
                <a:cs typeface="+mn-lt"/>
              </a:rPr>
              <a:t>, but in risk context, over-reliance on strengths can create </a:t>
            </a:r>
            <a:r>
              <a:rPr lang="en-US" sz="2000" b="1">
                <a:ea typeface="+mn-lt"/>
                <a:cs typeface="+mn-lt"/>
              </a:rPr>
              <a:t>complacency risks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endParaRPr lang="en-US" sz="2000"/>
          </a:p>
        </p:txBody>
      </p:sp>
      <p:pic>
        <p:nvPicPr>
          <p:cNvPr id="7" name="Picture 6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D04A9582-56A9-8534-9774-D0B99FC1F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96447"/>
            <a:ext cx="10917936" cy="354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0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6150E-3C05-29E0-168D-AA31DA1F7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4000"/>
              <a:t>Identify Risks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C5FF7A-7AC6-BC7A-127A-9B9AF5A1A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2" y="750616"/>
            <a:ext cx="11139778" cy="28684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69579-54AA-7C5C-2720-BAE38F1D0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415" y="4230094"/>
            <a:ext cx="6235268" cy="1800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/>
              <a:t>2. Weaknesses (W)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Internal limitations that can negatively impact objectives.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Weaknesses are often </a:t>
            </a:r>
            <a:r>
              <a:rPr lang="en-US" sz="2000" b="1">
                <a:ea typeface="+mn-lt"/>
                <a:cs typeface="+mn-lt"/>
              </a:rPr>
              <a:t>direct sources of threats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2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BE97F-DDCE-2001-BDDD-F53454D07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dirty="0"/>
              <a:t>Identify Risks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AF2358-E96E-CFFF-592E-25F832FCA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701815"/>
            <a:ext cx="9875259" cy="21725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EE58C-A3BD-C174-B90E-91B1BDF75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/>
              <a:t>3. Opportunities (O)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External conditions that could be leveraged to improve project outcomes.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Opportunities are </a:t>
            </a:r>
            <a:r>
              <a:rPr lang="en-US" sz="2000" b="1">
                <a:ea typeface="+mn-lt"/>
                <a:cs typeface="+mn-lt"/>
              </a:rPr>
              <a:t>positive risks</a:t>
            </a:r>
            <a:r>
              <a:rPr lang="en-US" sz="2000">
                <a:ea typeface="+mn-lt"/>
                <a:cs typeface="+mn-lt"/>
              </a:rPr>
              <a:t> — you may want to </a:t>
            </a:r>
            <a:r>
              <a:rPr lang="en-US" sz="2000" b="1">
                <a:ea typeface="+mn-lt"/>
                <a:cs typeface="+mn-lt"/>
              </a:rPr>
              <a:t>exploit or enhance</a:t>
            </a:r>
            <a:r>
              <a:rPr lang="en-US" sz="2000">
                <a:ea typeface="+mn-lt"/>
                <a:cs typeface="+mn-lt"/>
              </a:rPr>
              <a:t> them.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37215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9AA0-28BF-6090-F69B-A742F79E0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4000"/>
              <a:t>Identify Risks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B2CA67-99C5-F8FF-FF23-C6027A290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2" y="667068"/>
            <a:ext cx="11139778" cy="30355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1E552-4329-53A6-D9AF-6FA0F0CE0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415" y="4230094"/>
            <a:ext cx="6235268" cy="1800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/>
              <a:t>4. Threats (T)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External conditions that could negatively affect the project.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Threats are </a:t>
            </a:r>
            <a:r>
              <a:rPr lang="en-US" sz="2000" b="1">
                <a:ea typeface="+mn-lt"/>
                <a:cs typeface="+mn-lt"/>
              </a:rPr>
              <a:t>negative risks</a:t>
            </a:r>
            <a:r>
              <a:rPr lang="en-US" sz="2000">
                <a:ea typeface="+mn-lt"/>
                <a:cs typeface="+mn-lt"/>
              </a:rPr>
              <a:t> and require </a:t>
            </a:r>
            <a:r>
              <a:rPr lang="en-US" sz="2000" b="1">
                <a:ea typeface="+mn-lt"/>
                <a:cs typeface="+mn-lt"/>
              </a:rPr>
              <a:t>avoid, mitigate, transfer, or accept</a:t>
            </a:r>
            <a:r>
              <a:rPr lang="en-US" sz="2000">
                <a:ea typeface="+mn-lt"/>
                <a:cs typeface="+mn-lt"/>
              </a:rPr>
              <a:t> strategies.</a:t>
            </a:r>
            <a:endParaRPr lang="en-US" sz="2000"/>
          </a:p>
          <a:p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93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DAB3E-A160-76C6-999B-656C882A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How to Use SWOT in Risk Identification</a:t>
            </a:r>
            <a:endParaRPr lang="en-US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4DB24-6DB9-A196-C744-E49B04745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>
                <a:ea typeface="+mn-lt"/>
                <a:cs typeface="+mn-lt"/>
              </a:rPr>
              <a:t>Gather a team</a:t>
            </a:r>
            <a:r>
              <a:rPr lang="en-US" sz="1700">
                <a:ea typeface="+mn-lt"/>
                <a:cs typeface="+mn-lt"/>
              </a:rPr>
              <a:t> of stakeholders, project members, and subject matter experts.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Brainstorm and list items</a:t>
            </a:r>
            <a:r>
              <a:rPr lang="en-US" sz="1700">
                <a:ea typeface="+mn-lt"/>
                <a:cs typeface="+mn-lt"/>
              </a:rPr>
              <a:t> under each SWOT category.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Translate each item into risks</a:t>
            </a:r>
            <a:r>
              <a:rPr lang="en-US" sz="1700">
                <a:ea typeface="+mn-lt"/>
                <a:cs typeface="+mn-lt"/>
              </a:rPr>
              <a:t>: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Weakness → threat risk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Strength → residual risk if mismanaged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Opportunity → positive risk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Threat → negative risk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Document in Risk Register</a:t>
            </a:r>
            <a:r>
              <a:rPr lang="en-US" sz="1700">
                <a:ea typeface="+mn-lt"/>
                <a:cs typeface="+mn-lt"/>
              </a:rPr>
              <a:t> with category, owner, triggers, and potential impact.</a:t>
            </a:r>
            <a:endParaRPr lang="en-US" sz="1700"/>
          </a:p>
          <a:p>
            <a:endParaRPr lang="en-US" sz="17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387688-E4FC-6D6C-1169-D304453E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317760"/>
            <a:ext cx="5150277" cy="204723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30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8A55D-F571-E63D-162F-CD8951EB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SWOT</a:t>
            </a:r>
          </a:p>
        </p:txBody>
      </p:sp>
      <p:pic>
        <p:nvPicPr>
          <p:cNvPr id="4" name="Content Placeholder 3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FC7D3B46-6A39-17A2-7DDB-07C8BD6CF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3650" y="2072640"/>
            <a:ext cx="9072824" cy="412813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7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DB7F-6079-644C-2A43-3AA8EC36B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Identify Risks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blue rectangle with black text&#10;&#10;AI-generated content may be incorrect.">
            <a:extLst>
              <a:ext uri="{FF2B5EF4-FFF2-40B4-BE49-F238E27FC236}">
                <a16:creationId xmlns:a16="http://schemas.microsoft.com/office/drawing/2014/main" id="{D2307943-9A6F-A917-EA8C-E42B32BA0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141" y="515051"/>
            <a:ext cx="10488660" cy="335637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4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E33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63144-6E9E-7982-C6B7-DF9E03422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Risk Register sample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F10951B-89C6-862D-E644-19D64A79BA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441565"/>
            <a:ext cx="7188199" cy="397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982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EC43-8853-3353-7D93-6E76341E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9FB0-4EB2-0022-7091-8E8BFD547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ID</a:t>
            </a:r>
            <a:r>
              <a:rPr lang="en-US" dirty="0">
                <a:ea typeface="+mn-lt"/>
                <a:cs typeface="+mn-lt"/>
              </a:rPr>
              <a:t> – Unique identifier for each risk.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Risk Description</a:t>
            </a:r>
            <a:r>
              <a:rPr lang="en-US">
                <a:ea typeface="+mn-lt"/>
                <a:cs typeface="+mn-lt"/>
              </a:rPr>
              <a:t> – Clear statement of the risk.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Category</a:t>
            </a:r>
            <a:r>
              <a:rPr lang="en-US">
                <a:ea typeface="+mn-lt"/>
                <a:cs typeface="+mn-lt"/>
              </a:rPr>
              <a:t> – Technical, Organizational, External, Project Management, etc.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Type</a:t>
            </a:r>
            <a:r>
              <a:rPr lang="en-US">
                <a:ea typeface="+mn-lt"/>
                <a:cs typeface="+mn-lt"/>
              </a:rPr>
              <a:t> – Threat (negative) or Opportunity (positive).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Probability (%)</a:t>
            </a:r>
            <a:r>
              <a:rPr lang="en-US">
                <a:ea typeface="+mn-lt"/>
                <a:cs typeface="+mn-lt"/>
              </a:rPr>
              <a:t> – Likelihood the risk occurs.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Impact</a:t>
            </a:r>
            <a:r>
              <a:rPr lang="en-US" dirty="0">
                <a:ea typeface="+mn-lt"/>
                <a:cs typeface="+mn-lt"/>
              </a:rPr>
              <a:t> – Severity of the risk if it occurs (High/Medium/Low).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Risk Rating (P×I)</a:t>
            </a:r>
            <a:r>
              <a:rPr lang="en-US" dirty="0">
                <a:ea typeface="+mn-lt"/>
                <a:cs typeface="+mn-lt"/>
              </a:rPr>
              <a:t> – Combined measure of risk (qualitative).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Trigger</a:t>
            </a:r>
            <a:r>
              <a:rPr lang="en-US" dirty="0">
                <a:ea typeface="+mn-lt"/>
                <a:cs typeface="+mn-lt"/>
              </a:rPr>
              <a:t> – Event or condition that signals the risk may happen.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Risk Owner</a:t>
            </a:r>
            <a:r>
              <a:rPr lang="en-US" dirty="0">
                <a:ea typeface="+mn-lt"/>
                <a:cs typeface="+mn-lt"/>
              </a:rPr>
              <a:t> – Responsible person for monitoring and managing the risk.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Response Strategy</a:t>
            </a:r>
            <a:r>
              <a:rPr lang="en-US" dirty="0">
                <a:ea typeface="+mn-lt"/>
                <a:cs typeface="+mn-lt"/>
              </a:rPr>
              <a:t> – Action planned (Avoid, Mitigate, Transfer, Accept for threats; Exploit, Enhance, Share, Accept for opportunities).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Residual Risk / Notes</a:t>
            </a:r>
            <a:r>
              <a:rPr lang="en-US" dirty="0">
                <a:ea typeface="+mn-lt"/>
                <a:cs typeface="+mn-lt"/>
              </a:rPr>
              <a:t> – Remaining risk after response, or any additional remarks.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2185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B4A709-9462-56D7-15B0-2F36F097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Perform Qualitative Risk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3F387-CA4D-229D-AEB9-1321D42B3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000">
                <a:ea typeface="+mn-lt"/>
                <a:cs typeface="+mn-lt"/>
              </a:rPr>
              <a:t>Perform Qualitative Risk Analysis is the process of </a:t>
            </a:r>
            <a:r>
              <a:rPr lang="en-US" sz="1000" b="1">
                <a:ea typeface="+mn-lt"/>
                <a:cs typeface="+mn-lt"/>
              </a:rPr>
              <a:t>prioritizing identified risks</a:t>
            </a:r>
            <a:r>
              <a:rPr lang="en-US" sz="1000">
                <a:ea typeface="+mn-lt"/>
                <a:cs typeface="+mn-lt"/>
              </a:rPr>
              <a:t> based on their </a:t>
            </a:r>
            <a:r>
              <a:rPr lang="en-US" sz="1000" b="1">
                <a:ea typeface="+mn-lt"/>
                <a:cs typeface="+mn-lt"/>
              </a:rPr>
              <a:t>likelihood of happening</a:t>
            </a:r>
            <a:r>
              <a:rPr lang="en-US" sz="1000">
                <a:ea typeface="+mn-lt"/>
                <a:cs typeface="+mn-lt"/>
              </a:rPr>
              <a:t> (probability) and </a:t>
            </a:r>
            <a:r>
              <a:rPr lang="en-US" sz="1000" b="1">
                <a:ea typeface="+mn-lt"/>
                <a:cs typeface="+mn-lt"/>
              </a:rPr>
              <a:t>impact on project objectives</a:t>
            </a:r>
            <a:r>
              <a:rPr lang="en-US" sz="1000">
                <a:ea typeface="+mn-lt"/>
                <a:cs typeface="+mn-lt"/>
              </a:rPr>
              <a:t> (cost, schedule, quality, scope, benefits).</a:t>
            </a:r>
          </a:p>
          <a:p>
            <a:r>
              <a:rPr lang="en-US" sz="1000" b="1"/>
              <a:t>Purpose / Why It’s Important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Not all risks are equally important.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Helps </a:t>
            </a:r>
            <a:r>
              <a:rPr lang="en-US" sz="1000" b="1">
                <a:ea typeface="+mn-lt"/>
                <a:cs typeface="+mn-lt"/>
              </a:rPr>
              <a:t>decide which risks need immediate attention</a:t>
            </a:r>
            <a:r>
              <a:rPr lang="en-US" sz="1000">
                <a:ea typeface="+mn-lt"/>
                <a:cs typeface="+mn-lt"/>
              </a:rPr>
              <a:t>.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Saves time and resources by focusing on </a:t>
            </a:r>
            <a:r>
              <a:rPr lang="en-US" sz="1000" b="1">
                <a:ea typeface="+mn-lt"/>
                <a:cs typeface="+mn-lt"/>
              </a:rPr>
              <a:t>high-priority risks</a:t>
            </a:r>
            <a:r>
              <a:rPr lang="en-US" sz="1000">
                <a:ea typeface="+mn-lt"/>
                <a:cs typeface="+mn-lt"/>
              </a:rPr>
              <a:t>.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Supports planning </a:t>
            </a:r>
            <a:r>
              <a:rPr lang="en-US" sz="1000" b="1">
                <a:ea typeface="+mn-lt"/>
                <a:cs typeface="+mn-lt"/>
              </a:rPr>
              <a:t>risk responses</a:t>
            </a:r>
            <a:r>
              <a:rPr lang="en-US" sz="1000">
                <a:ea typeface="+mn-lt"/>
                <a:cs typeface="+mn-lt"/>
              </a:rPr>
              <a:t> efficiently.</a:t>
            </a:r>
            <a:endParaRPr lang="en-US" sz="1000"/>
          </a:p>
          <a:p>
            <a:r>
              <a:rPr lang="en-US" sz="1000" b="1"/>
              <a:t>Inputs for Qualitative Risk Analysis</a:t>
            </a:r>
            <a:endParaRPr lang="en-US" sz="1000"/>
          </a:p>
          <a:p>
            <a:r>
              <a:rPr lang="en-US" sz="1000" b="1">
                <a:ea typeface="+mn-lt"/>
                <a:cs typeface="+mn-lt"/>
              </a:rPr>
              <a:t>Risk Register</a:t>
            </a:r>
            <a:r>
              <a:rPr lang="en-US" sz="1000">
                <a:ea typeface="+mn-lt"/>
                <a:cs typeface="+mn-lt"/>
              </a:rPr>
              <a:t> – List of risks identified with basic info.</a:t>
            </a:r>
            <a:endParaRPr lang="en-US" sz="1000"/>
          </a:p>
          <a:p>
            <a:r>
              <a:rPr lang="en-US" sz="1000" b="1">
                <a:ea typeface="+mn-lt"/>
                <a:cs typeface="+mn-lt"/>
              </a:rPr>
              <a:t>Project Management Plan</a:t>
            </a:r>
            <a:r>
              <a:rPr lang="en-US" sz="1000">
                <a:ea typeface="+mn-lt"/>
                <a:cs typeface="+mn-lt"/>
              </a:rPr>
              <a:t> – Information about objectives, constraints, assumptions.</a:t>
            </a:r>
            <a:endParaRPr lang="en-US" sz="1000"/>
          </a:p>
          <a:p>
            <a:r>
              <a:rPr lang="en-US" sz="1000" b="1">
                <a:ea typeface="+mn-lt"/>
                <a:cs typeface="+mn-lt"/>
              </a:rPr>
              <a:t>Risk Breakdown Structure (RBS)</a:t>
            </a:r>
            <a:r>
              <a:rPr lang="en-US" sz="1000">
                <a:ea typeface="+mn-lt"/>
                <a:cs typeface="+mn-lt"/>
              </a:rPr>
              <a:t> – Helps categorize risks.</a:t>
            </a:r>
            <a:endParaRPr lang="en-US" sz="1000"/>
          </a:p>
          <a:p>
            <a:r>
              <a:rPr lang="en-US" sz="1000" b="1">
                <a:ea typeface="+mn-lt"/>
                <a:cs typeface="+mn-lt"/>
              </a:rPr>
              <a:t>Organizational Risk Tolerance / Stakeholder Risk Appetite</a:t>
            </a:r>
            <a:r>
              <a:rPr lang="en-US" sz="1000">
                <a:ea typeface="+mn-lt"/>
                <a:cs typeface="+mn-lt"/>
              </a:rPr>
              <a:t> – Guides prioritization.</a:t>
            </a:r>
            <a:endParaRPr lang="en-US" sz="1000"/>
          </a:p>
          <a:p>
            <a:endParaRPr lang="en-US" sz="1000"/>
          </a:p>
          <a:p>
            <a:endParaRPr lang="en-US" sz="1000"/>
          </a:p>
        </p:txBody>
      </p:sp>
      <p:pic>
        <p:nvPicPr>
          <p:cNvPr id="4" name="Picture 3" descr="A white text on a graph&#10;&#10;AI-generated content may be incorrect.">
            <a:extLst>
              <a:ext uri="{FF2B5EF4-FFF2-40B4-BE49-F238E27FC236}">
                <a16:creationId xmlns:a16="http://schemas.microsoft.com/office/drawing/2014/main" id="{2BC8804D-F794-2FAD-DE64-200EC27DE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176127"/>
            <a:ext cx="5150277" cy="2330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57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A14A5-1FBF-984B-4F56-667104319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Perform Qualitative Risk Analysis</a:t>
            </a:r>
          </a:p>
          <a:p>
            <a:pPr algn="ctr"/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Content Placeholder 3" descr="A blue rectangle with black text&#10;&#10;AI-generated content may be incorrect.">
            <a:extLst>
              <a:ext uri="{FF2B5EF4-FFF2-40B4-BE49-F238E27FC236}">
                <a16:creationId xmlns:a16="http://schemas.microsoft.com/office/drawing/2014/main" id="{825F5441-7B19-F94D-350D-A1F6DCC38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72" y="2531716"/>
            <a:ext cx="11420856" cy="331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72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E968-ADC1-11BD-0481-49AAC7BD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143501"/>
            <a:ext cx="9144000" cy="7573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/>
              <a:t>Perform Qualitative Risk Analysis</a:t>
            </a:r>
          </a:p>
          <a:p>
            <a:pPr algn="ctr"/>
            <a:endParaRPr lang="en-US" sz="3200"/>
          </a:p>
          <a:p>
            <a:pPr algn="ctr"/>
            <a:endParaRPr lang="en-US" sz="3200"/>
          </a:p>
        </p:txBody>
      </p:sp>
      <p:pic>
        <p:nvPicPr>
          <p:cNvPr id="4" name="Content Placeholder 3" descr="A close-up of a document&#10;&#10;AI-generated content may be incorrect.">
            <a:extLst>
              <a:ext uri="{FF2B5EF4-FFF2-40B4-BE49-F238E27FC236}">
                <a16:creationId xmlns:a16="http://schemas.microsoft.com/office/drawing/2014/main" id="{AEA930C1-34FE-AC66-33A9-13226A9BE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585" r="1" b="14021"/>
          <a:stretch>
            <a:fillRect/>
          </a:stretch>
        </p:blipFill>
        <p:spPr>
          <a:xfrm>
            <a:off x="877414" y="886767"/>
            <a:ext cx="10437894" cy="400693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E6E7D98-3D55-80C4-C8EA-40EC70EB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6692" y="4888672"/>
            <a:ext cx="10439007" cy="123363"/>
            <a:chOff x="876692" y="4888672"/>
            <a:chExt cx="10439007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A306F60-DCBC-4BDA-A680-F76005620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515" y="-269151"/>
              <a:ext cx="123362" cy="10439007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26A085-CFBC-6FED-8A8F-E9371A3A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719273" y="2415609"/>
              <a:ext cx="123362" cy="5069490"/>
            </a:xfrm>
            <a:prstGeom prst="rect">
              <a:avLst/>
            </a:prstGeom>
            <a:gradFill>
              <a:gsLst>
                <a:gs pos="30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82071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F3478-C8A1-FCA2-A53C-A99F00A6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9C457-3929-4452-D222-13F8FD5A5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Perform Qualitative Risk Analysis</a:t>
            </a:r>
          </a:p>
          <a:p>
            <a:pPr algn="ctr"/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063B17-C1A9-6DB0-8525-C84FD2B26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9273" y="1675227"/>
            <a:ext cx="821345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228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B1515-40BB-733A-66A8-13A19528B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52642-FEA1-48A2-63D1-3AFCF83CE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Perform Qualitative Risk Analysis</a:t>
            </a:r>
          </a:p>
          <a:p>
            <a:pPr algn="ctr"/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 shot of a document&#10;&#10;AI-generated content may be incorrect.">
            <a:extLst>
              <a:ext uri="{FF2B5EF4-FFF2-40B4-BE49-F238E27FC236}">
                <a16:creationId xmlns:a16="http://schemas.microsoft.com/office/drawing/2014/main" id="{DC96EB77-122E-C036-0E20-7221C9E61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720108"/>
            <a:ext cx="7188199" cy="34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060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7DCFA-3C61-D7AA-1ED4-EE1574C4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ea typeface="+mj-lt"/>
                <a:cs typeface="+mj-lt"/>
              </a:rPr>
              <a:t>Steps in Qualitative Risk Analysis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90F4B-C740-1245-8E63-E634E127B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0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Assess Probability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Determine how likely each risk is to occur.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Use </a:t>
            </a:r>
            <a:r>
              <a:rPr lang="en-US" b="1">
                <a:ea typeface="+mn-lt"/>
                <a:cs typeface="+mn-lt"/>
              </a:rPr>
              <a:t>scales</a:t>
            </a:r>
            <a:r>
              <a:rPr lang="en-US">
                <a:ea typeface="+mn-lt"/>
                <a:cs typeface="+mn-lt"/>
              </a:rPr>
              <a:t>, e.g.: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Low = &lt;10%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Medium = 10–30%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High = &gt;30%</a:t>
            </a:r>
            <a:endParaRPr lang="en-US"/>
          </a:p>
          <a:p>
            <a:pPr lvl="1"/>
            <a:r>
              <a:rPr lang="en-US" b="1">
                <a:ea typeface="+mn-lt"/>
                <a:cs typeface="+mn-lt"/>
              </a:rPr>
              <a:t>Assess Impact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Determine how much the risk could </a:t>
            </a:r>
            <a:r>
              <a:rPr lang="en-US" b="1" dirty="0">
                <a:ea typeface="+mn-lt"/>
                <a:cs typeface="+mn-lt"/>
              </a:rPr>
              <a:t>affect project objectives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Example scale: Low / Medium / High or numeric values (1–5).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Calculate Risk Rating / Score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Combine probability × impact to get a </a:t>
            </a:r>
            <a:r>
              <a:rPr lang="en-US" b="1" dirty="0">
                <a:ea typeface="+mn-lt"/>
                <a:cs typeface="+mn-lt"/>
              </a:rPr>
              <a:t>risk rating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Helps </a:t>
            </a:r>
            <a:r>
              <a:rPr lang="en-US" b="1" dirty="0">
                <a:ea typeface="+mn-lt"/>
                <a:cs typeface="+mn-lt"/>
              </a:rPr>
              <a:t>rank risks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Prioritize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High probability &amp; high impact → </a:t>
            </a:r>
            <a:r>
              <a:rPr lang="en-US" b="1" dirty="0">
                <a:ea typeface="+mn-lt"/>
                <a:cs typeface="+mn-lt"/>
              </a:rPr>
              <a:t>High priority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Low probability &amp; low impact → </a:t>
            </a:r>
            <a:r>
              <a:rPr lang="en-US" b="1" dirty="0">
                <a:ea typeface="+mn-lt"/>
                <a:cs typeface="+mn-lt"/>
              </a:rPr>
              <a:t>Low priority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Focus on </a:t>
            </a:r>
            <a:r>
              <a:rPr lang="en-US" b="1" dirty="0">
                <a:ea typeface="+mn-lt"/>
                <a:cs typeface="+mn-lt"/>
              </a:rPr>
              <a:t>high and medium priority risks</a:t>
            </a:r>
            <a:r>
              <a:rPr lang="en-US" dirty="0">
                <a:ea typeface="+mn-lt"/>
                <a:cs typeface="+mn-lt"/>
              </a:rPr>
              <a:t> for response planning.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Document Findings in Risk Register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Update risk register with probability, impact, risk rating, and priority.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7890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8C40E-B1E9-4788-5B3E-00FE1FBB5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Tools used</a:t>
            </a:r>
          </a:p>
        </p:txBody>
      </p:sp>
      <p:pic>
        <p:nvPicPr>
          <p:cNvPr id="4" name="Content Placeholder 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1C8D797D-A8F3-1E08-DB66-73DC7A41C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6001" y="1675227"/>
            <a:ext cx="1015999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026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CCBEB-25A4-5E2D-9846-2F3CF7032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E774B2CB-611C-3AB2-63DE-CF358E656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41258"/>
            <a:ext cx="10905066" cy="406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412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42356-5F86-0522-DAC1-C2E267904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Perform Quantitative Risk Analysis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52FF5-41DE-A8EE-219B-CAC25602D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>
                <a:ea typeface="+mn-lt"/>
                <a:cs typeface="+mn-lt"/>
              </a:rPr>
              <a:t>Perform Quantitative Risk Analysis is the process of </a:t>
            </a:r>
            <a:r>
              <a:rPr lang="en-US" sz="1600" b="1">
                <a:ea typeface="+mn-lt"/>
                <a:cs typeface="+mn-lt"/>
              </a:rPr>
              <a:t>numerically analyzing the effect of identified risks on project objectives</a:t>
            </a:r>
            <a:r>
              <a:rPr lang="en-US" sz="1600">
                <a:ea typeface="+mn-lt"/>
                <a:cs typeface="+mn-lt"/>
              </a:rPr>
              <a:t> (scope, schedule, cost, quality, benefits).</a:t>
            </a:r>
          </a:p>
          <a:p>
            <a:r>
              <a:rPr lang="en-US" sz="1600" b="1"/>
              <a:t>Purpose / Why It’s Important</a:t>
            </a:r>
            <a:endParaRPr lang="en-US" sz="1600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Provides a </a:t>
            </a:r>
            <a:r>
              <a:rPr lang="en-US" sz="1600" b="1">
                <a:ea typeface="+mn-lt"/>
                <a:cs typeface="+mn-lt"/>
              </a:rPr>
              <a:t>numerical understanding</a:t>
            </a:r>
            <a:r>
              <a:rPr lang="en-US" sz="1600">
                <a:ea typeface="+mn-lt"/>
                <a:cs typeface="+mn-lt"/>
              </a:rPr>
              <a:t> of risks.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Helps </a:t>
            </a:r>
            <a:r>
              <a:rPr lang="en-US" sz="1600" b="1">
                <a:ea typeface="+mn-lt"/>
                <a:cs typeface="+mn-lt"/>
              </a:rPr>
              <a:t>estimate overall project uncertainty</a:t>
            </a:r>
            <a:r>
              <a:rPr lang="en-US" sz="1600">
                <a:ea typeface="+mn-lt"/>
                <a:cs typeface="+mn-lt"/>
              </a:rPr>
              <a:t> (e.g., total cost, schedule variance).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Supports </a:t>
            </a:r>
            <a:r>
              <a:rPr lang="en-US" sz="1600" b="1">
                <a:ea typeface="+mn-lt"/>
                <a:cs typeface="+mn-lt"/>
              </a:rPr>
              <a:t>decision-making</a:t>
            </a:r>
            <a:r>
              <a:rPr lang="en-US" sz="1600">
                <a:ea typeface="+mn-lt"/>
                <a:cs typeface="+mn-lt"/>
              </a:rPr>
              <a:t> for contingency reserves and risk response priorities.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Complements </a:t>
            </a:r>
            <a:r>
              <a:rPr lang="en-US" sz="1600" b="1">
                <a:ea typeface="+mn-lt"/>
                <a:cs typeface="+mn-lt"/>
              </a:rPr>
              <a:t>qualitative risk analysis</a:t>
            </a:r>
            <a:r>
              <a:rPr lang="en-US" sz="1600">
                <a:ea typeface="+mn-lt"/>
                <a:cs typeface="+mn-lt"/>
              </a:rPr>
              <a:t>, which is subjective.</a:t>
            </a:r>
            <a:endParaRPr lang="en-US" sz="1600"/>
          </a:p>
          <a:p>
            <a:endParaRPr lang="en-US" sz="1600">
              <a:ea typeface="+mn-lt"/>
              <a:cs typeface="+mn-lt"/>
            </a:endParaRPr>
          </a:p>
        </p:txBody>
      </p:sp>
      <p:pic>
        <p:nvPicPr>
          <p:cNvPr id="4" name="Picture 3" descr="A graph with black text&#10;&#10;AI-generated content may be incorrect.">
            <a:extLst>
              <a:ext uri="{FF2B5EF4-FFF2-40B4-BE49-F238E27FC236}">
                <a16:creationId xmlns:a16="http://schemas.microsoft.com/office/drawing/2014/main" id="{8F0ABB97-8CEE-4FEE-C492-014C14C5B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2"/>
            <a:ext cx="5150277" cy="289703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94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27DA9-E2E2-63E8-C4CF-31B94622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Perform Quantitative Risk Analysis</a:t>
            </a:r>
          </a:p>
          <a:p>
            <a:endParaRPr lang="en-US" dirty="0"/>
          </a:p>
        </p:txBody>
      </p:sp>
      <p:pic>
        <p:nvPicPr>
          <p:cNvPr id="4" name="Content Placeholder 3" descr="A close-up of a document&#10;&#10;AI-generated content may be incorrect.">
            <a:extLst>
              <a:ext uri="{FF2B5EF4-FFF2-40B4-BE49-F238E27FC236}">
                <a16:creationId xmlns:a16="http://schemas.microsoft.com/office/drawing/2014/main" id="{1312809D-85E1-0F8C-F306-99D40A53C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1772" y="1825625"/>
            <a:ext cx="91484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024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F2AC8-0EF8-2DAD-7CD7-B307C7A3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E8E8-DD8C-56DB-007E-36BA1F7FF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Perform Quantitative Risk Analysis</a:t>
            </a:r>
          </a:p>
          <a:p>
            <a:endParaRPr lang="en-US" dirty="0"/>
          </a:p>
        </p:txBody>
      </p:sp>
      <p:pic>
        <p:nvPicPr>
          <p:cNvPr id="4" name="Content Placeholder 3" descr="A close-up of a graph&#10;&#10;AI-generated content may be incorrect.">
            <a:extLst>
              <a:ext uri="{FF2B5EF4-FFF2-40B4-BE49-F238E27FC236}">
                <a16:creationId xmlns:a16="http://schemas.microsoft.com/office/drawing/2014/main" id="{E0970DC7-E848-D138-DB61-48D4E0024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542" y="1825625"/>
            <a:ext cx="90389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79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2C2E-DC2D-F86A-87E5-6CFDA2CA7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E143-3F7B-37AA-769E-D7DC5231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Perform Quantitative Risk Analysis</a:t>
            </a:r>
          </a:p>
          <a:p>
            <a:endParaRPr lang="en-US" dirty="0"/>
          </a:p>
        </p:txBody>
      </p:sp>
      <p:pic>
        <p:nvPicPr>
          <p:cNvPr id="4" name="Content Placeholder 3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AAAD0F8F-4917-7E6D-4E95-99F0095CF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500" y="1939131"/>
            <a:ext cx="95250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396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8D9D-3ECE-F61F-C2DD-B39DFA2AE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2187-2E4E-071F-5343-2222C4B6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Perform Quantitative Risk Analysis</a:t>
            </a:r>
          </a:p>
          <a:p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2B5752-D6EB-433A-F4E6-C4A229D20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5951" y="1825625"/>
            <a:ext cx="83600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208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578C8-EC95-108C-33A3-DC7DCD50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Perform Quantitative Risk Analysis</a:t>
            </a:r>
            <a:endParaRPr lang="en-US" dirty="0"/>
          </a:p>
        </p:txBody>
      </p:sp>
      <p:pic>
        <p:nvPicPr>
          <p:cNvPr id="4" name="Content Placeholder 3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31F72274-C817-9DD9-7882-7F097C624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4494" y="1825625"/>
            <a:ext cx="73030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665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C255-F746-8218-DEF6-764D2BC0A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Steps in Quantitative Risk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4E45F-B9DF-5CDC-A725-A6882AFAC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/>
              <a:t>Steps in Quantitative Risk Analysis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Select Risks for Quantitative Analysis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Focus on </a:t>
            </a:r>
            <a:r>
              <a:rPr lang="en-US" b="1" dirty="0">
                <a:ea typeface="+mn-lt"/>
                <a:cs typeface="+mn-lt"/>
              </a:rPr>
              <a:t>high-priority risks</a:t>
            </a:r>
            <a:r>
              <a:rPr lang="en-US" dirty="0">
                <a:ea typeface="+mn-lt"/>
                <a:cs typeface="+mn-lt"/>
              </a:rPr>
              <a:t> from qualitative analysis.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Not all risks need detailed quantitative modeling.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Assign Numeric Values to Probability &amp; Impact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Use probability (0–1 or %) and impact (cost, schedule days, quality score).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Example: Probability 0.3 × Impact $20,000 → Expected Monetary Value (EMV).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Analyze Risk Interactions / Correlations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Some risks are dependent (e.g., vendor delay may cause testing delay).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Identify </a:t>
            </a:r>
            <a:r>
              <a:rPr lang="en-US" b="1" dirty="0">
                <a:ea typeface="+mn-lt"/>
                <a:cs typeface="+mn-lt"/>
              </a:rPr>
              <a:t>linked risks</a:t>
            </a:r>
            <a:r>
              <a:rPr lang="en-US" dirty="0">
                <a:ea typeface="+mn-lt"/>
                <a:cs typeface="+mn-lt"/>
              </a:rPr>
              <a:t> for more accurate modeling.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Apply Quantitative Techniques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289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BEDC-2EC2-DCD3-23B3-CFDFF2BE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3D1B-7A6C-54DB-BAA9-9D342D5C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Steps in Quantitative Risk Analysis</a:t>
            </a:r>
            <a:endParaRPr lang="en-US" dirty="0"/>
          </a:p>
        </p:txBody>
      </p:sp>
      <p:pic>
        <p:nvPicPr>
          <p:cNvPr id="4" name="Content Placeholder 3" descr="A screenshot of a white sheet with black text&#10;&#10;AI-generated content may be incorrect.">
            <a:extLst>
              <a:ext uri="{FF2B5EF4-FFF2-40B4-BE49-F238E27FC236}">
                <a16:creationId xmlns:a16="http://schemas.microsoft.com/office/drawing/2014/main" id="{987EE9C9-1EF3-1A3C-4076-9F46A6EC9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2662" y="2005806"/>
            <a:ext cx="76866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022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E10AB-11C5-45A1-0510-79BD5E77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 in Quantitative Risk Analysis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1EC90-D522-F9F7-299C-D783859C9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Determine Overall Project Risk Exposure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Aggregate the risk impact (cost, schedule) from all significant risks.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Helps define </a:t>
            </a:r>
            <a:r>
              <a:rPr lang="en-US" b="1" dirty="0">
                <a:ea typeface="+mn-lt"/>
                <a:cs typeface="+mn-lt"/>
              </a:rPr>
              <a:t>contingency reserves</a:t>
            </a:r>
            <a:r>
              <a:rPr lang="en-US" dirty="0">
                <a:ea typeface="+mn-lt"/>
                <a:cs typeface="+mn-lt"/>
              </a:rPr>
              <a:t> (budget or time buffers).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Document Results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Update </a:t>
            </a:r>
            <a:r>
              <a:rPr lang="en-US" b="1" dirty="0">
                <a:ea typeface="+mn-lt"/>
                <a:cs typeface="+mn-lt"/>
              </a:rPr>
              <a:t>Risk Register</a:t>
            </a:r>
            <a:r>
              <a:rPr lang="en-US" dirty="0">
                <a:ea typeface="+mn-lt"/>
                <a:cs typeface="+mn-lt"/>
              </a:rPr>
              <a:t> with EMV, probability distributions, simulations results.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Prepare </a:t>
            </a:r>
            <a:r>
              <a:rPr lang="en-US" b="1" dirty="0">
                <a:ea typeface="+mn-lt"/>
                <a:cs typeface="+mn-lt"/>
              </a:rPr>
              <a:t>Risk Report</a:t>
            </a:r>
            <a:r>
              <a:rPr lang="en-US" dirty="0">
                <a:ea typeface="+mn-lt"/>
                <a:cs typeface="+mn-lt"/>
              </a:rPr>
              <a:t> with numeric insights for stakeholders.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53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919F-9172-0737-9735-6429730FD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 in Quantitative Risk Analysis</a:t>
            </a:r>
          </a:p>
          <a:p>
            <a:endParaRPr lang="en-US" dirty="0"/>
          </a:p>
        </p:txBody>
      </p:sp>
      <p:pic>
        <p:nvPicPr>
          <p:cNvPr id="4" name="Content Placeholder 3" descr="A screenshot of a report&#10;&#10;AI-generated content may be incorrect.">
            <a:extLst>
              <a:ext uri="{FF2B5EF4-FFF2-40B4-BE49-F238E27FC236}">
                <a16:creationId xmlns:a16="http://schemas.microsoft.com/office/drawing/2014/main" id="{66591486-72A0-9479-1FB4-0D67A12E3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1992" y="1825625"/>
            <a:ext cx="63680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479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21AD-D859-7994-6274-654A0B39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Quantitative Risk Analysis</a:t>
            </a:r>
          </a:p>
          <a:p>
            <a:endParaRPr lang="en-US" dirty="0"/>
          </a:p>
        </p:txBody>
      </p:sp>
      <p:pic>
        <p:nvPicPr>
          <p:cNvPr id="4" name="Content Placeholder 3" descr="A screenshot of a white and black page&#10;&#10;AI-generated content may be incorrect.">
            <a:extLst>
              <a:ext uri="{FF2B5EF4-FFF2-40B4-BE49-F238E27FC236}">
                <a16:creationId xmlns:a16="http://schemas.microsoft.com/office/drawing/2014/main" id="{CB471119-D037-D638-8845-0A55B431D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8648" y="1825625"/>
            <a:ext cx="56947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208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F608-D1BF-444E-9EED-F40C451D3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994"/>
            <a:ext cx="3687491" cy="2056896"/>
          </a:xfrm>
        </p:spPr>
        <p:txBody>
          <a:bodyPr anchor="t">
            <a:normAutofit/>
          </a:bodyPr>
          <a:lstStyle/>
          <a:p>
            <a:r>
              <a:rPr lang="en-US" sz="3200"/>
              <a:t>Plan Risk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80B68-6B87-B824-8A79-765ED6259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546" y="751555"/>
            <a:ext cx="5946040" cy="21063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>
                <a:ea typeface="+mn-lt"/>
                <a:cs typeface="+mn-lt"/>
              </a:rPr>
              <a:t>Plan Risk Responses is the process of </a:t>
            </a:r>
            <a:r>
              <a:rPr lang="en-US" sz="1100" b="1">
                <a:ea typeface="+mn-lt"/>
                <a:cs typeface="+mn-lt"/>
              </a:rPr>
              <a:t>developing options and actions to enhance opportunities and reduce threats</a:t>
            </a:r>
            <a:r>
              <a:rPr lang="en-US" sz="1100">
                <a:ea typeface="+mn-lt"/>
                <a:cs typeface="+mn-lt"/>
              </a:rPr>
              <a:t> to project objectives.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It is about </a:t>
            </a:r>
            <a:r>
              <a:rPr lang="en-US" sz="1100" b="1">
                <a:ea typeface="+mn-lt"/>
                <a:cs typeface="+mn-lt"/>
              </a:rPr>
              <a:t>deciding what to do about each risk</a:t>
            </a:r>
            <a:r>
              <a:rPr lang="en-US" sz="1100">
                <a:ea typeface="+mn-lt"/>
                <a:cs typeface="+mn-lt"/>
              </a:rPr>
              <a:t> identified and analyzed.</a:t>
            </a:r>
            <a:endParaRPr lang="en-US" sz="1100"/>
          </a:p>
          <a:p>
            <a:r>
              <a:rPr lang="en-US" sz="1100" b="1"/>
              <a:t>Purpose / Why It’s Important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To </a:t>
            </a:r>
            <a:r>
              <a:rPr lang="en-US" sz="1100" b="1">
                <a:ea typeface="+mn-lt"/>
                <a:cs typeface="+mn-lt"/>
              </a:rPr>
              <a:t>reduce negative impacts</a:t>
            </a:r>
            <a:r>
              <a:rPr lang="en-US" sz="1100">
                <a:ea typeface="+mn-lt"/>
                <a:cs typeface="+mn-lt"/>
              </a:rPr>
              <a:t> (threats) on project cost, schedule, quality, or scope.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To </a:t>
            </a:r>
            <a:r>
              <a:rPr lang="en-US" sz="1100" b="1">
                <a:ea typeface="+mn-lt"/>
                <a:cs typeface="+mn-lt"/>
              </a:rPr>
              <a:t>maximize positive impacts</a:t>
            </a:r>
            <a:r>
              <a:rPr lang="en-US" sz="1100">
                <a:ea typeface="+mn-lt"/>
                <a:cs typeface="+mn-lt"/>
              </a:rPr>
              <a:t> (opportunities) that can improve project success.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To assign </a:t>
            </a:r>
            <a:r>
              <a:rPr lang="en-US" sz="1100" b="1">
                <a:ea typeface="+mn-lt"/>
                <a:cs typeface="+mn-lt"/>
              </a:rPr>
              <a:t>risk owners and responsibilities</a:t>
            </a:r>
            <a:r>
              <a:rPr lang="en-US" sz="1100">
                <a:ea typeface="+mn-lt"/>
                <a:cs typeface="+mn-lt"/>
              </a:rPr>
              <a:t> for taking action.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To create a </a:t>
            </a:r>
            <a:r>
              <a:rPr lang="en-US" sz="1100" b="1">
                <a:ea typeface="+mn-lt"/>
                <a:cs typeface="+mn-lt"/>
              </a:rPr>
              <a:t>proactive approach</a:t>
            </a:r>
            <a:r>
              <a:rPr lang="en-US" sz="1100">
                <a:ea typeface="+mn-lt"/>
                <a:cs typeface="+mn-lt"/>
              </a:rPr>
              <a:t> instead of reacting to risks after they occur.</a:t>
            </a:r>
            <a:endParaRPr lang="en-US" sz="1100"/>
          </a:p>
          <a:p>
            <a:endParaRPr lang="en-US" sz="1100"/>
          </a:p>
        </p:txBody>
      </p:sp>
      <p:pic>
        <p:nvPicPr>
          <p:cNvPr id="4" name="Picture 3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2BCE941D-EA57-44E1-27C2-7166854E5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10" y="3141911"/>
            <a:ext cx="10383176" cy="301112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4A41B9E-A0C8-F78B-E5B6-A0D02D88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7C9029-9BF9-D125-90D6-AB03931B0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F84619-412D-A0C9-3DC9-47C3A42B9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72334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A4A7-5FFB-3747-758A-196C8FF6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Risk Responses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0AD310-76B9-F145-40F6-00A5B8461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3814"/>
            <a:ext cx="10515600" cy="385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330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EB4A-C1FC-6DDD-C2F8-379087CB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1DE56-19DA-7D8C-EC14-773CD396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Risk Responses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6526E4-53A4-9DAC-B167-947665768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684" y="1825625"/>
            <a:ext cx="90526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093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13146-B0AF-9EA1-2276-22499E5C8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18505-8082-6A5E-315A-EDF8F0EA2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 Risk Responses</a:t>
            </a:r>
          </a:p>
        </p:txBody>
      </p:sp>
      <p:pic>
        <p:nvPicPr>
          <p:cNvPr id="5" name="Content Placeholder 4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2E69FCD9-1798-0E37-EA92-1FFE9D13A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6001" y="1675227"/>
            <a:ext cx="1015999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656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E0167-1275-3129-104A-E5A2FEEB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F05B8-B804-8CC2-9EC8-2E0987AF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 Risk Responses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DB8A35-05F2-5C93-8B31-11C63B8F6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059" y="1675227"/>
            <a:ext cx="1004388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3471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810A-59B1-B4A7-62C2-1E28FD611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E8BD4-7F31-9388-59E2-4D7F967CE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Risk Responses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BDD11C-DE62-CB4A-A87D-A161A4795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0687"/>
            <a:ext cx="10515600" cy="368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269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B206-7B89-9F88-4D84-A76F3695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Planning Risk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83009-B853-116D-1825-2A48A2C0B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Review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Focus on </a:t>
            </a:r>
            <a:r>
              <a:rPr lang="en-US" b="1" dirty="0">
                <a:ea typeface="+mn-lt"/>
                <a:cs typeface="+mn-lt"/>
              </a:rPr>
              <a:t>high-priority risks</a:t>
            </a:r>
            <a:r>
              <a:rPr lang="en-US" dirty="0">
                <a:ea typeface="+mn-lt"/>
                <a:cs typeface="+mn-lt"/>
              </a:rPr>
              <a:t> identified from qualitative and quantitative analysis.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Select Response Strategy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Decide </a:t>
            </a:r>
            <a:r>
              <a:rPr lang="en-US" b="1" dirty="0">
                <a:ea typeface="+mn-lt"/>
                <a:cs typeface="+mn-lt"/>
              </a:rPr>
              <a:t>threat or opportunity strategy</a:t>
            </a:r>
            <a:r>
              <a:rPr lang="en-US" dirty="0">
                <a:ea typeface="+mn-lt"/>
                <a:cs typeface="+mn-lt"/>
              </a:rPr>
              <a:t> based on impact, probability, and context.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Assign Risk Owners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Each risk must have a </a:t>
            </a:r>
            <a:r>
              <a:rPr lang="en-US" b="1" dirty="0">
                <a:ea typeface="+mn-lt"/>
                <a:cs typeface="+mn-lt"/>
              </a:rPr>
              <a:t>responsible person</a:t>
            </a:r>
            <a:r>
              <a:rPr lang="en-US" dirty="0">
                <a:ea typeface="+mn-lt"/>
                <a:cs typeface="+mn-lt"/>
              </a:rPr>
              <a:t> to implement and monitor responses.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Develop Action Plans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Define specific steps, resources, and timelines for responses.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Update Risk Register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Document selected response strategy, owner, actions, triggers, and residual risks.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Plan Contingency / Fallback Plans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For high-impact risks, prepare </a:t>
            </a:r>
            <a:r>
              <a:rPr lang="en-US" b="1" dirty="0">
                <a:ea typeface="+mn-lt"/>
                <a:cs typeface="+mn-lt"/>
              </a:rPr>
              <a:t>backup plans</a:t>
            </a:r>
            <a:r>
              <a:rPr lang="en-US" dirty="0">
                <a:ea typeface="+mn-lt"/>
                <a:cs typeface="+mn-lt"/>
              </a:rPr>
              <a:t> if the primary response fails.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9510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28F03-6286-E2EF-1393-AF3362010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4" name="Content Placeholder 3" descr="A screenshot of a white screen&#10;&#10;AI-generated content may be incorrect.">
            <a:extLst>
              <a:ext uri="{FF2B5EF4-FFF2-40B4-BE49-F238E27FC236}">
                <a16:creationId xmlns:a16="http://schemas.microsoft.com/office/drawing/2014/main" id="{C952B3FA-254D-62AD-C172-AE11943FB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699" y="1675227"/>
            <a:ext cx="987460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569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5958-2BAC-AA08-17AF-F7D77B8D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Risk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A313-5926-9D57-6147-9B119BF2C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Implement Risk Responses is the process of </a:t>
            </a:r>
            <a:r>
              <a:rPr lang="en-US" b="1" dirty="0">
                <a:ea typeface="+mn-lt"/>
                <a:cs typeface="+mn-lt"/>
              </a:rPr>
              <a:t>executing the planned actions to address identified risks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This step ensures that the strategies and actions defined in </a:t>
            </a:r>
            <a:r>
              <a:rPr lang="en-US" b="1" dirty="0">
                <a:ea typeface="+mn-lt"/>
                <a:cs typeface="+mn-lt"/>
              </a:rPr>
              <a:t>Plan Risk Responses</a:t>
            </a:r>
            <a:r>
              <a:rPr lang="en-US" dirty="0">
                <a:ea typeface="+mn-lt"/>
                <a:cs typeface="+mn-lt"/>
              </a:rPr>
              <a:t> are </a:t>
            </a:r>
            <a:r>
              <a:rPr lang="en-US" b="1" dirty="0">
                <a:ea typeface="+mn-lt"/>
                <a:cs typeface="+mn-lt"/>
              </a:rPr>
              <a:t>actually carried out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/>
              <a:t>Purpose / Why It’s Important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To </a:t>
            </a:r>
            <a:r>
              <a:rPr lang="en-US" b="1" dirty="0">
                <a:ea typeface="+mn-lt"/>
                <a:cs typeface="+mn-lt"/>
              </a:rPr>
              <a:t>reduce the impact of threats</a:t>
            </a:r>
            <a:r>
              <a:rPr lang="en-US" dirty="0">
                <a:ea typeface="+mn-lt"/>
                <a:cs typeface="+mn-lt"/>
              </a:rPr>
              <a:t> (negative risks) on project objectives.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To </a:t>
            </a:r>
            <a:r>
              <a:rPr lang="en-US" b="1" dirty="0">
                <a:ea typeface="+mn-lt"/>
                <a:cs typeface="+mn-lt"/>
              </a:rPr>
              <a:t>take advantage of opportunities</a:t>
            </a:r>
            <a:r>
              <a:rPr lang="en-US" dirty="0">
                <a:ea typeface="+mn-lt"/>
                <a:cs typeface="+mn-lt"/>
              </a:rPr>
              <a:t> (positive risks) to improve project success.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To ensure that risk responses are </a:t>
            </a:r>
            <a:r>
              <a:rPr lang="en-US" b="1" dirty="0">
                <a:ea typeface="+mn-lt"/>
                <a:cs typeface="+mn-lt"/>
              </a:rPr>
              <a:t>practical, timely, and effective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To provide </a:t>
            </a:r>
            <a:r>
              <a:rPr lang="en-US" b="1">
                <a:ea typeface="+mn-lt"/>
                <a:cs typeface="+mn-lt"/>
              </a:rPr>
              <a:t>documentation and accountability</a:t>
            </a:r>
            <a:r>
              <a:rPr lang="en-US">
                <a:ea typeface="+mn-lt"/>
                <a:cs typeface="+mn-lt"/>
              </a:rPr>
              <a:t> for all actions.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5169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4B698-38B4-37FE-A1DC-59CE0A5F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Risk Responses</a:t>
            </a:r>
          </a:p>
        </p:txBody>
      </p:sp>
      <p:pic>
        <p:nvPicPr>
          <p:cNvPr id="4" name="Content Placeholder 3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08757CDE-C467-6427-28F7-7A761D886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7616" y="1825625"/>
            <a:ext cx="70167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237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505E7-7FEF-E0A8-04F8-9B22D653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B6C3-2DA4-4F28-AAFB-77191E502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Risk Responses</a:t>
            </a:r>
          </a:p>
        </p:txBody>
      </p:sp>
      <p:pic>
        <p:nvPicPr>
          <p:cNvPr id="6" name="Content Placeholder 5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2BBE6BB2-6529-D99B-4C7C-28AB338CE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1287" y="2229644"/>
            <a:ext cx="68294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286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4BE7-EBD4-2349-888D-B85117A0D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1F99-7A84-B769-98B7-E75E97E86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Risk Responses</a:t>
            </a:r>
          </a:p>
        </p:txBody>
      </p:sp>
      <p:pic>
        <p:nvPicPr>
          <p:cNvPr id="6" name="Content Placeholder 5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47774F22-F4E7-D37E-57E6-49D12CCFE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8425" y="2001044"/>
            <a:ext cx="69151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222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D736B-F840-03E0-A73D-FBEA7635F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4" name="Content Placeholder 3" descr="A screenshot of a white screen&#10;&#10;AI-generated content may be incorrect.">
            <a:extLst>
              <a:ext uri="{FF2B5EF4-FFF2-40B4-BE49-F238E27FC236}">
                <a16:creationId xmlns:a16="http://schemas.microsoft.com/office/drawing/2014/main" id="{F290CF4C-7C54-67CF-7376-DC057F542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354" y="1675227"/>
            <a:ext cx="1033929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4804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4F0A-BF60-AB30-5A07-922C224CA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CB6D-63B1-C35A-5DA1-5F1C8A816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Monitor Risks is the process of </a:t>
            </a:r>
            <a:r>
              <a:rPr lang="en-US" b="1" dirty="0">
                <a:ea typeface="+mn-lt"/>
                <a:cs typeface="+mn-lt"/>
              </a:rPr>
              <a:t>tracking identified risks, monitoring residual risks, identifying new risks, and evaluating the effectiveness of risk responses</a:t>
            </a:r>
            <a:r>
              <a:rPr lang="en-US" dirty="0">
                <a:ea typeface="+mn-lt"/>
                <a:cs typeface="+mn-lt"/>
              </a:rPr>
              <a:t> throughout the project lifecycle.</a:t>
            </a:r>
          </a:p>
          <a:p>
            <a:r>
              <a:rPr lang="en-US" dirty="0">
                <a:ea typeface="+mn-lt"/>
                <a:cs typeface="+mn-lt"/>
              </a:rPr>
              <a:t>Ensures that risk management is </a:t>
            </a:r>
            <a:r>
              <a:rPr lang="en-US" b="1" dirty="0">
                <a:ea typeface="+mn-lt"/>
                <a:cs typeface="+mn-lt"/>
              </a:rPr>
              <a:t>active, continuous, and integrated</a:t>
            </a:r>
            <a:r>
              <a:rPr lang="en-US" dirty="0">
                <a:ea typeface="+mn-lt"/>
                <a:cs typeface="+mn-lt"/>
              </a:rPr>
              <a:t> with project execution</a:t>
            </a:r>
          </a:p>
          <a:p>
            <a:r>
              <a:rPr lang="en-US" b="1" dirty="0"/>
              <a:t>Purpose / Why It’s Important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To </a:t>
            </a:r>
            <a:r>
              <a:rPr lang="en-US" b="1" dirty="0">
                <a:ea typeface="+mn-lt"/>
                <a:cs typeface="+mn-lt"/>
              </a:rPr>
              <a:t>ensure risk responses are effective</a:t>
            </a:r>
            <a:r>
              <a:rPr lang="en-US" dirty="0">
                <a:ea typeface="+mn-lt"/>
                <a:cs typeface="+mn-lt"/>
              </a:rPr>
              <a:t> and reduce threats or exploit opportunities.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To </a:t>
            </a:r>
            <a:r>
              <a:rPr lang="en-US" b="1" dirty="0">
                <a:ea typeface="+mn-lt"/>
                <a:cs typeface="+mn-lt"/>
              </a:rPr>
              <a:t>detect new risks</a:t>
            </a:r>
            <a:r>
              <a:rPr lang="en-US" dirty="0">
                <a:ea typeface="+mn-lt"/>
                <a:cs typeface="+mn-lt"/>
              </a:rPr>
              <a:t> early before they impact the project.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To </a:t>
            </a:r>
            <a:r>
              <a:rPr lang="en-US" b="1" dirty="0">
                <a:ea typeface="+mn-lt"/>
                <a:cs typeface="+mn-lt"/>
              </a:rPr>
              <a:t>update risk documentation</a:t>
            </a:r>
            <a:r>
              <a:rPr lang="en-US" dirty="0">
                <a:ea typeface="+mn-lt"/>
                <a:cs typeface="+mn-lt"/>
              </a:rPr>
              <a:t> and inform decision-making.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To maintain </a:t>
            </a:r>
            <a:r>
              <a:rPr lang="en-US" b="1" dirty="0">
                <a:ea typeface="+mn-lt"/>
                <a:cs typeface="+mn-lt"/>
              </a:rPr>
              <a:t>stakeholder confidence</a:t>
            </a:r>
            <a:r>
              <a:rPr lang="en-US" dirty="0">
                <a:ea typeface="+mn-lt"/>
                <a:cs typeface="+mn-lt"/>
              </a:rPr>
              <a:t> by providing transparency on risk status.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1613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6F64-A46F-E8C8-5D77-7ED143B1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Risks</a:t>
            </a:r>
          </a:p>
        </p:txBody>
      </p:sp>
      <p:pic>
        <p:nvPicPr>
          <p:cNvPr id="4" name="Content Placeholder 3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E8D9F68C-44A9-95BC-6C87-56808E355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1956" y="1825625"/>
            <a:ext cx="67880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785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D68C1-492E-1F6E-31AD-3252AA24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F6482-D169-1130-6E75-D2491836C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Risks</a:t>
            </a:r>
          </a:p>
        </p:txBody>
      </p:sp>
      <p:pic>
        <p:nvPicPr>
          <p:cNvPr id="6" name="Content Placeholder 5" descr="A white sheet of paper with black text&#10;&#10;AI-generated content may be incorrect.">
            <a:extLst>
              <a:ext uri="{FF2B5EF4-FFF2-40B4-BE49-F238E27FC236}">
                <a16:creationId xmlns:a16="http://schemas.microsoft.com/office/drawing/2014/main" id="{4406D26E-C2C9-9714-E8A3-678FADEFA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4612" y="2282031"/>
            <a:ext cx="69627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435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21A96-7B5E-FFCF-4F74-328ABF43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F0C4-CF68-CB2C-1738-25CE3F368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Risks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FDAD399E-B3FC-1B66-35B1-B94B55FCE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3201"/>
            <a:ext cx="10515600" cy="355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961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90CC-910F-E910-811B-8E1833D6F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Monitor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F379E-8D64-E0AE-1F5D-C9C7CF869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Track Identified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Check if risks are </a:t>
            </a:r>
            <a:r>
              <a:rPr lang="en-US" b="1" dirty="0">
                <a:ea typeface="+mn-lt"/>
                <a:cs typeface="+mn-lt"/>
              </a:rPr>
              <a:t>occurring as expected</a:t>
            </a:r>
            <a:r>
              <a:rPr lang="en-US" dirty="0">
                <a:ea typeface="+mn-lt"/>
                <a:cs typeface="+mn-lt"/>
              </a:rPr>
              <a:t> and whether planned responses are implemented.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Monitor Residual and Secondary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Residual risks: Risks that remain after response actions.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Secondary risks: New risks created as a </a:t>
            </a:r>
            <a:r>
              <a:rPr lang="en-US" b="1" dirty="0">
                <a:ea typeface="+mn-lt"/>
                <a:cs typeface="+mn-lt"/>
              </a:rPr>
              <a:t>result of risk responses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Identify New Risks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Conduct periodic risk reviews or workshops.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Monitor </a:t>
            </a:r>
            <a:r>
              <a:rPr lang="en-US" b="1" dirty="0">
                <a:ea typeface="+mn-lt"/>
                <a:cs typeface="+mn-lt"/>
              </a:rPr>
              <a:t>internal and external changes</a:t>
            </a:r>
            <a:r>
              <a:rPr lang="en-US" dirty="0">
                <a:ea typeface="+mn-lt"/>
                <a:cs typeface="+mn-lt"/>
              </a:rPr>
              <a:t> that may introduce new risks.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Evaluate Risk Response Effectiveness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Determine if responses </a:t>
            </a:r>
            <a:r>
              <a:rPr lang="en-US" b="1" dirty="0">
                <a:ea typeface="+mn-lt"/>
                <a:cs typeface="+mn-lt"/>
              </a:rPr>
              <a:t>reduced threats</a:t>
            </a:r>
            <a:r>
              <a:rPr lang="en-US" dirty="0">
                <a:ea typeface="+mn-lt"/>
                <a:cs typeface="+mn-lt"/>
              </a:rPr>
              <a:t> or </a:t>
            </a:r>
            <a:r>
              <a:rPr lang="en-US" b="1" dirty="0">
                <a:ea typeface="+mn-lt"/>
                <a:cs typeface="+mn-lt"/>
              </a:rPr>
              <a:t>enhanced opportunities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Adjust or implement </a:t>
            </a:r>
            <a:r>
              <a:rPr lang="en-US" b="1" dirty="0">
                <a:ea typeface="+mn-lt"/>
                <a:cs typeface="+mn-lt"/>
              </a:rPr>
              <a:t>alternative strategies</a:t>
            </a:r>
            <a:r>
              <a:rPr lang="en-US" dirty="0">
                <a:ea typeface="+mn-lt"/>
                <a:cs typeface="+mn-lt"/>
              </a:rPr>
              <a:t> if needed.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Update Risk Register &amp; Reports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Document current risk status, changes in probability or impact, and lessons learned.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68440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51DBB-A223-17CD-B567-F41F28CD1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22DD6D-1A8D-95F4-BA2C-53D786F6F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/>
              <a:t>Steps in Monitor Risks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72800-B4E9-F415-0BC1-7B6CA3569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200" b="1"/>
          </a:p>
          <a:p>
            <a:endParaRPr lang="en-US" sz="2200"/>
          </a:p>
        </p:txBody>
      </p:sp>
      <p:pic>
        <p:nvPicPr>
          <p:cNvPr id="4" name="Picture 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CF3EBF28-6D9C-D164-D98C-F9EF6BD5D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93921"/>
            <a:ext cx="6903720" cy="447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280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56AFC-A212-5809-6A00-655B7E66D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2BE0432-5A2B-A617-A388-23C973C5F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354" y="1675227"/>
            <a:ext cx="1033929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016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326905-974E-8F77-F641-5D0A08BE8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2533" y="643466"/>
            <a:ext cx="636693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05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D4DF4-4597-9C76-92BC-04D97867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report&#10;&#10;AI-generated content may be incorrect.">
            <a:extLst>
              <a:ext uri="{FF2B5EF4-FFF2-40B4-BE49-F238E27FC236}">
                <a16:creationId xmlns:a16="http://schemas.microsoft.com/office/drawing/2014/main" id="{A347AC3E-B33C-169F-CA8C-DC78E00D0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18976"/>
            <a:ext cx="6780700" cy="501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3045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E688-EC3A-6909-5DA2-13E3D067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When to Use Qualitative Risk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0075C-0E65-DEA6-4E40-D47B701A4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Use qualitative analysis when: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Project is small or simple</a:t>
            </a:r>
            <a:r>
              <a:rPr lang="en-US">
                <a:ea typeface="+mn-lt"/>
                <a:cs typeface="+mn-lt"/>
              </a:rPr>
              <a:t> – you don’t need detailed numbers.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Early in the project</a:t>
            </a:r>
            <a:r>
              <a:rPr lang="en-US">
                <a:ea typeface="+mn-lt"/>
                <a:cs typeface="+mn-lt"/>
              </a:rPr>
              <a:t> – quick prioritization of risks is needed.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Limited data is available</a:t>
            </a:r>
            <a:r>
              <a:rPr lang="en-US">
                <a:ea typeface="+mn-lt"/>
                <a:cs typeface="+mn-lt"/>
              </a:rPr>
              <a:t> – relies on expert judgment rather than historical data.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Time and resources are limited</a:t>
            </a:r>
            <a:r>
              <a:rPr lang="en-US" dirty="0">
                <a:ea typeface="+mn-lt"/>
                <a:cs typeface="+mn-lt"/>
              </a:rPr>
              <a:t> – faster and easier to perform.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You want to rank risks</a:t>
            </a:r>
            <a:r>
              <a:rPr lang="en-US" dirty="0">
                <a:ea typeface="+mn-lt"/>
                <a:cs typeface="+mn-lt"/>
              </a:rPr>
              <a:t> – to focus on the most critical ones first.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Example: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 small software project with 5–10 risks.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Risks like “Developer may resign” or “Vendor delivery may be late” are </a:t>
            </a:r>
            <a:r>
              <a:rPr lang="en-US" b="1" dirty="0">
                <a:ea typeface="+mn-lt"/>
                <a:cs typeface="+mn-lt"/>
              </a:rPr>
              <a:t>assessed as High, Medium, or Low</a:t>
            </a:r>
            <a:r>
              <a:rPr lang="en-US" dirty="0">
                <a:ea typeface="+mn-lt"/>
                <a:cs typeface="+mn-lt"/>
              </a:rPr>
              <a:t> to prioritize which need immediate attention.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1302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1BE9-8172-6070-6218-5369FE1B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When to Use Quantitative Risk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38379-0667-A970-B7CE-F3A83F488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Use quantitative analysis when: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Project is large, complex, or high-value</a:t>
            </a:r>
            <a:r>
              <a:rPr lang="en-US">
                <a:ea typeface="+mn-lt"/>
                <a:cs typeface="+mn-lt"/>
              </a:rPr>
              <a:t> – decisions require numeric insight.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High uncertainty exists</a:t>
            </a:r>
            <a:r>
              <a:rPr lang="en-US">
                <a:ea typeface="+mn-lt"/>
                <a:cs typeface="+mn-lt"/>
              </a:rPr>
              <a:t> – need to measure potential cost, schedule, or performance impact.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Sufficient data is available</a:t>
            </a:r>
            <a:r>
              <a:rPr lang="en-US" dirty="0">
                <a:ea typeface="+mn-lt"/>
                <a:cs typeface="+mn-lt"/>
              </a:rPr>
              <a:t> – historical data, probability distributions, or cost/schedule estimates.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Stakeholders require numeric risk assessment</a:t>
            </a:r>
            <a:r>
              <a:rPr lang="en-US" dirty="0">
                <a:ea typeface="+mn-lt"/>
                <a:cs typeface="+mn-lt"/>
              </a:rPr>
              <a:t> – e.g., for contingency budgeting or probability of completing on time.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You need to simulate scenarios</a:t>
            </a:r>
            <a:r>
              <a:rPr lang="en-US" dirty="0">
                <a:ea typeface="+mn-lt"/>
                <a:cs typeface="+mn-lt"/>
              </a:rPr>
              <a:t> – Monte Carlo, decision trees, sensitivity analysis.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Example: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 hospital management system with multiple modules and vendors.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Risks like “Vendor API delay” or “Data privacy regulation changes” are analyzed numerically to calculate </a:t>
            </a:r>
            <a:r>
              <a:rPr lang="en-US" b="1" dirty="0">
                <a:ea typeface="+mn-lt"/>
                <a:cs typeface="+mn-lt"/>
              </a:rPr>
              <a:t>expected cost impact ($) or schedule delays (weeks)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5367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A66B-247A-6534-63E9-927B86A26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Practical Rule of Thumb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1AFD5-C9EE-FBC8-A0D5-DAA5BAA6D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Start with Qualitative Risk Analysis</a:t>
            </a:r>
            <a:r>
              <a:rPr lang="en-US" dirty="0">
                <a:ea typeface="+mn-lt"/>
                <a:cs typeface="+mn-lt"/>
              </a:rPr>
              <a:t> – rank risks, focus on high-priority ones.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Do Quantitative Risk Analysis</a:t>
            </a:r>
            <a:r>
              <a:rPr lang="en-US" dirty="0">
                <a:ea typeface="+mn-lt"/>
                <a:cs typeface="+mn-lt"/>
              </a:rPr>
              <a:t> only on </a:t>
            </a:r>
            <a:r>
              <a:rPr lang="en-US" b="1" dirty="0">
                <a:ea typeface="+mn-lt"/>
                <a:cs typeface="+mn-lt"/>
              </a:rPr>
              <a:t>high-priority risks</a:t>
            </a:r>
            <a:r>
              <a:rPr lang="en-US" dirty="0">
                <a:ea typeface="+mn-lt"/>
                <a:cs typeface="+mn-lt"/>
              </a:rPr>
              <a:t> to get numeric estimates for cost, schedule, or performance impact.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Use both together</a:t>
            </a:r>
            <a:r>
              <a:rPr lang="en-US" dirty="0">
                <a:ea typeface="+mn-lt"/>
                <a:cs typeface="+mn-lt"/>
              </a:rPr>
              <a:t> for comprehensive risk management: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Qualitative → prioritization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Quantitative → detailed decision-making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84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3337</Words>
  <Application>Microsoft Office PowerPoint</Application>
  <PresentationFormat>Widescreen</PresentationFormat>
  <Paragraphs>388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9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RISK Management</vt:lpstr>
      <vt:lpstr>Risk</vt:lpstr>
      <vt:lpstr>It’s better to hunt for risks before they hunt you</vt:lpstr>
      <vt:lpstr>Project Risk Management</vt:lpstr>
      <vt:lpstr>Project Risk Management</vt:lpstr>
      <vt:lpstr>Key Concepts of Risk Management</vt:lpstr>
      <vt:lpstr>PowerPoint Presentation</vt:lpstr>
      <vt:lpstr>Threat vs Opportunities</vt:lpstr>
      <vt:lpstr>Known vs Un-known Risk</vt:lpstr>
      <vt:lpstr>Risk Adverse</vt:lpstr>
      <vt:lpstr>Project Risk Management Steps</vt:lpstr>
      <vt:lpstr>PowerPoint Presentation</vt:lpstr>
      <vt:lpstr>Plan Risk Management</vt:lpstr>
      <vt:lpstr>Plan Risk Management</vt:lpstr>
      <vt:lpstr>Plan Risk Management</vt:lpstr>
      <vt:lpstr>Plan Risk Management</vt:lpstr>
      <vt:lpstr>Risk Breakdown Structure</vt:lpstr>
      <vt:lpstr>RBS</vt:lpstr>
      <vt:lpstr>RBS</vt:lpstr>
      <vt:lpstr>RBS</vt:lpstr>
      <vt:lpstr>RBS</vt:lpstr>
      <vt:lpstr>RBS</vt:lpstr>
      <vt:lpstr>Probability and Impact</vt:lpstr>
      <vt:lpstr>Identify Risks</vt:lpstr>
      <vt:lpstr>Identify Risks</vt:lpstr>
      <vt:lpstr>Identify Risks</vt:lpstr>
      <vt:lpstr>Identify Risks</vt:lpstr>
      <vt:lpstr>Identify Risks</vt:lpstr>
      <vt:lpstr>Identify Risks</vt:lpstr>
      <vt:lpstr>Identify Risks</vt:lpstr>
      <vt:lpstr>Identify Risks</vt:lpstr>
      <vt:lpstr>Identify Risks</vt:lpstr>
      <vt:lpstr>Identify Risks</vt:lpstr>
      <vt:lpstr>How to Use SWOT in Risk Identification</vt:lpstr>
      <vt:lpstr>SWOT</vt:lpstr>
      <vt:lpstr>Identify Risks</vt:lpstr>
      <vt:lpstr>Risk Register sample</vt:lpstr>
      <vt:lpstr>Risk Register</vt:lpstr>
      <vt:lpstr>Perform Qualitative Risk Analysis</vt:lpstr>
      <vt:lpstr>Perform Qualitative Risk Analysis </vt:lpstr>
      <vt:lpstr>Perform Qualitative Risk Analysis  </vt:lpstr>
      <vt:lpstr>Perform Qualitative Risk Analysis  </vt:lpstr>
      <vt:lpstr>Perform Qualitative Risk Analysis  </vt:lpstr>
      <vt:lpstr>Steps in Qualitative Risk Analysis</vt:lpstr>
      <vt:lpstr>Tools used</vt:lpstr>
      <vt:lpstr>Example</vt:lpstr>
      <vt:lpstr>Perform Quantitative Risk Analysis</vt:lpstr>
      <vt:lpstr>Perform Quantitative Risk Analysis </vt:lpstr>
      <vt:lpstr>Perform Quantitative Risk Analysis </vt:lpstr>
      <vt:lpstr>Perform Quantitative Risk Analysis </vt:lpstr>
      <vt:lpstr>Perform Quantitative Risk Analysis </vt:lpstr>
      <vt:lpstr>Perform Quantitative Risk Analysis</vt:lpstr>
      <vt:lpstr>Steps in Quantitative Risk Analysis</vt:lpstr>
      <vt:lpstr>Steps in Quantitative Risk Analysis</vt:lpstr>
      <vt:lpstr>Steps in Quantitative Risk Analysis </vt:lpstr>
      <vt:lpstr>Steps in Quantitative Risk Analysis </vt:lpstr>
      <vt:lpstr>Steps in Quantitative Risk Analysis </vt:lpstr>
      <vt:lpstr>Plan Risk Responses</vt:lpstr>
      <vt:lpstr>Plan Risk Responses</vt:lpstr>
      <vt:lpstr>Plan Risk Responses</vt:lpstr>
      <vt:lpstr>Plan Risk Responses</vt:lpstr>
      <vt:lpstr>Plan Risk Responses</vt:lpstr>
      <vt:lpstr>Plan Risk Responses</vt:lpstr>
      <vt:lpstr>Steps in Planning Risk Responses</vt:lpstr>
      <vt:lpstr>Example</vt:lpstr>
      <vt:lpstr>Implement Risk Responses</vt:lpstr>
      <vt:lpstr>Implement Risk Responses</vt:lpstr>
      <vt:lpstr>Implement Risk Responses</vt:lpstr>
      <vt:lpstr>Implement Risk Responses</vt:lpstr>
      <vt:lpstr>Example</vt:lpstr>
      <vt:lpstr>Monitor Risks</vt:lpstr>
      <vt:lpstr>Monitor Risks</vt:lpstr>
      <vt:lpstr>Monitor Risks</vt:lpstr>
      <vt:lpstr>Monitor Risks</vt:lpstr>
      <vt:lpstr>Steps in Monitor Risks</vt:lpstr>
      <vt:lpstr>Steps in Monitor Risks</vt:lpstr>
      <vt:lpstr>Example</vt:lpstr>
      <vt:lpstr>PowerPoint Presentation</vt:lpstr>
      <vt:lpstr>PowerPoint Presentation</vt:lpstr>
      <vt:lpstr>When to Use Qualitative Risk Analysis</vt:lpstr>
      <vt:lpstr>When to Use Quantitative Risk Analysis</vt:lpstr>
      <vt:lpstr>Practical Rule of Thumb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Surendra Kc</cp:lastModifiedBy>
  <cp:revision>435</cp:revision>
  <dcterms:created xsi:type="dcterms:W3CDTF">2025-11-11T12:25:33Z</dcterms:created>
  <dcterms:modified xsi:type="dcterms:W3CDTF">2025-11-16T06:04:56Z</dcterms:modified>
</cp:coreProperties>
</file>